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49.xml"/>
  <Override ContentType="application/vnd.openxmlformats-officedocument.presentationml.slideLayout+xml" PartName="/ppt/slideLayouts/slideLayout7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83.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77.xml"/>
  <Override ContentType="application/vnd.openxmlformats-officedocument.presentationml.slideLayout+xml" PartName="/ppt/slideLayouts/slideLayout82.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37" r:id="rId4"/>
    <p:sldMasterId id="2147483738" r:id="rId5"/>
    <p:sldMasterId id="2147483739" r:id="rId6"/>
    <p:sldMasterId id="2147483740"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 id="309" r:id="rId62"/>
    <p:sldId id="310" r:id="rId63"/>
    <p:sldId id="311" r:id="rId64"/>
    <p:sldId id="312" r:id="rId65"/>
    <p:sldId id="313" r:id="rId66"/>
    <p:sldId id="314" r:id="rId67"/>
    <p:sldId id="315" r:id="rId68"/>
    <p:sldId id="316" r:id="rId69"/>
    <p:sldId id="317" r:id="rId70"/>
    <p:sldId id="318" r:id="rId71"/>
    <p:sldId id="319" r:id="rId72"/>
    <p:sldId id="320" r:id="rId73"/>
    <p:sldId id="321" r:id="rId74"/>
    <p:sldId id="322" r:id="rId75"/>
    <p:sldId id="323" r:id="rId76"/>
    <p:sldId id="324" r:id="rId77"/>
    <p:sldId id="325" r:id="rId78"/>
    <p:sldId id="326" r:id="rId79"/>
    <p:sldId id="327" r:id="rId80"/>
    <p:sldId id="328" r:id="rId81"/>
    <p:sldId id="329" r:id="rId82"/>
    <p:sldId id="330" r:id="rId83"/>
    <p:sldId id="331" r:id="rId84"/>
    <p:sldId id="332" r:id="rId85"/>
    <p:sldId id="333" r:id="rId86"/>
    <p:sldId id="334" r:id="rId87"/>
    <p:sldId id="335" r:id="rId88"/>
    <p:sldId id="336" r:id="rId89"/>
    <p:sldId id="337" r:id="rId90"/>
    <p:sldId id="338" r:id="rId91"/>
    <p:sldId id="339" r:id="rId92"/>
    <p:sldId id="340" r:id="rId93"/>
    <p:sldId id="341" r:id="rId94"/>
    <p:sldId id="342" r:id="rId95"/>
    <p:sldId id="343" r:id="rId96"/>
  </p:sldIdLst>
  <p:sldSz cy="5143500" cx="9144000"/>
  <p:notesSz cx="6858000" cy="9144000"/>
  <p:embeddedFontLst>
    <p:embeddedFont>
      <p:font typeface="Roboto Slab Light"/>
      <p:regular r:id="rId97"/>
      <p:bold r:id="rId98"/>
    </p:embeddedFont>
    <p:embeddedFont>
      <p:font typeface="Proxima Nova"/>
      <p:regular r:id="rId99"/>
      <p:bold r:id="rId100"/>
      <p:italic r:id="rId101"/>
      <p:boldItalic r:id="rId102"/>
    </p:embeddedFont>
    <p:embeddedFont>
      <p:font typeface="Fira Sans Extra Condensed Medium"/>
      <p:regular r:id="rId103"/>
      <p:bold r:id="rId104"/>
      <p:italic r:id="rId105"/>
      <p:boldItalic r:id="rId106"/>
    </p:embeddedFont>
    <p:embeddedFont>
      <p:font typeface="Roboto Condensed"/>
      <p:regular r:id="rId107"/>
      <p:bold r:id="rId108"/>
      <p:italic r:id="rId109"/>
      <p:boldItalic r:id="rId110"/>
    </p:embeddedFont>
    <p:embeddedFont>
      <p:font typeface="Roboto Condensed Light"/>
      <p:regular r:id="rId111"/>
      <p:bold r:id="rId112"/>
      <p:italic r:id="rId113"/>
      <p:boldItalic r:id="rId114"/>
    </p:embeddedFont>
    <p:embeddedFont>
      <p:font typeface="Proxima Nova Semibold"/>
      <p:regular r:id="rId115"/>
      <p:bold r:id="rId116"/>
      <p:boldItalic r:id="rId117"/>
    </p:embeddedFont>
    <p:embeddedFont>
      <p:font typeface="Roboto"/>
      <p:regular r:id="rId118"/>
      <p:bold r:id="rId119"/>
      <p:italic r:id="rId120"/>
      <p:boldItalic r:id="rId121"/>
    </p:embeddedFont>
    <p:embeddedFont>
      <p:font typeface="Arvo"/>
      <p:regular r:id="rId122"/>
      <p:bold r:id="rId123"/>
      <p:italic r:id="rId124"/>
      <p:boldItalic r:id="rId125"/>
    </p:embeddedFont>
    <p:embeddedFont>
      <p:font typeface="Fira Sans Condensed Medium"/>
      <p:regular r:id="rId126"/>
      <p:bold r:id="rId127"/>
      <p:italic r:id="rId128"/>
      <p:boldItalic r:id="rId129"/>
    </p:embeddedFont>
    <p:embeddedFont>
      <p:font typeface="Fira Sans Extra Condensed Light"/>
      <p:regular r:id="rId130"/>
      <p:bold r:id="rId131"/>
      <p:italic r:id="rId132"/>
      <p:boldItalic r:id="rId133"/>
    </p:embeddedFont>
    <p:embeddedFont>
      <p:font typeface="Squada One"/>
      <p:regular r:id="rId134"/>
    </p:embeddedFont>
    <p:embeddedFont>
      <p:font typeface="Fira Sans Condensed"/>
      <p:regular r:id="rId135"/>
      <p:bold r:id="rId136"/>
      <p:italic r:id="rId137"/>
      <p:boldItalic r:id="rId138"/>
    </p:embeddedFont>
    <p:embeddedFont>
      <p:font typeface="Fira Sans Extra Condensed"/>
      <p:regular r:id="rId139"/>
      <p:bold r:id="rId140"/>
      <p:italic r:id="rId141"/>
      <p:boldItalic r:id="rId14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C21EF9F-B8C0-46C9-AED6-6B6CCA415AD6}">
  <a:tblStyle styleId="{CC21EF9F-B8C0-46C9-AED6-6B6CCA415AD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slide" Target="slides/slide38.xml"/><Relationship Id="rId45" Type="http://schemas.openxmlformats.org/officeDocument/2006/relationships/slide" Target="slides/slide37.xml"/><Relationship Id="rId107" Type="http://schemas.openxmlformats.org/officeDocument/2006/relationships/font" Target="fonts/RobotoCondensed-regular.fntdata"/><Relationship Id="rId106" Type="http://schemas.openxmlformats.org/officeDocument/2006/relationships/font" Target="fonts/FiraSansExtraCondensedMedium-boldItalic.fntdata"/><Relationship Id="rId105" Type="http://schemas.openxmlformats.org/officeDocument/2006/relationships/font" Target="fonts/FiraSansExtraCondensedMedium-italic.fntdata"/><Relationship Id="rId104" Type="http://schemas.openxmlformats.org/officeDocument/2006/relationships/font" Target="fonts/FiraSansExtraCondensedMedium-bold.fntdata"/><Relationship Id="rId109" Type="http://schemas.openxmlformats.org/officeDocument/2006/relationships/font" Target="fonts/RobotoCondensed-italic.fntdata"/><Relationship Id="rId108" Type="http://schemas.openxmlformats.org/officeDocument/2006/relationships/font" Target="fonts/RobotoCondensed-bold.fntdata"/><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103" Type="http://schemas.openxmlformats.org/officeDocument/2006/relationships/font" Target="fonts/FiraSansExtraCondensedMedium-regular.fntdata"/><Relationship Id="rId102" Type="http://schemas.openxmlformats.org/officeDocument/2006/relationships/font" Target="fonts/ProximaNova-boldItalic.fntdata"/><Relationship Id="rId101" Type="http://schemas.openxmlformats.org/officeDocument/2006/relationships/font" Target="fonts/ProximaNova-italic.fntdata"/><Relationship Id="rId100" Type="http://schemas.openxmlformats.org/officeDocument/2006/relationships/font" Target="fonts/ProximaNova-bold.fntdata"/><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129" Type="http://schemas.openxmlformats.org/officeDocument/2006/relationships/font" Target="fonts/FiraSansCondensedMedium-boldItalic.fntdata"/><Relationship Id="rId128" Type="http://schemas.openxmlformats.org/officeDocument/2006/relationships/font" Target="fonts/FiraSansCondensedMedium-italic.fntdata"/><Relationship Id="rId127" Type="http://schemas.openxmlformats.org/officeDocument/2006/relationships/font" Target="fonts/FiraSansCondensedMedium-bold.fntdata"/><Relationship Id="rId126" Type="http://schemas.openxmlformats.org/officeDocument/2006/relationships/font" Target="fonts/FiraSansCondensedMedium-regular.fntdata"/><Relationship Id="rId26" Type="http://schemas.openxmlformats.org/officeDocument/2006/relationships/slide" Target="slides/slide18.xml"/><Relationship Id="rId121" Type="http://schemas.openxmlformats.org/officeDocument/2006/relationships/font" Target="fonts/Roboto-boldItalic.fntdata"/><Relationship Id="rId25" Type="http://schemas.openxmlformats.org/officeDocument/2006/relationships/slide" Target="slides/slide17.xml"/><Relationship Id="rId120" Type="http://schemas.openxmlformats.org/officeDocument/2006/relationships/font" Target="fonts/Roboto-italic.fntdata"/><Relationship Id="rId28" Type="http://schemas.openxmlformats.org/officeDocument/2006/relationships/slide" Target="slides/slide20.xml"/><Relationship Id="rId27" Type="http://schemas.openxmlformats.org/officeDocument/2006/relationships/slide" Target="slides/slide19.xml"/><Relationship Id="rId125" Type="http://schemas.openxmlformats.org/officeDocument/2006/relationships/font" Target="fonts/Arvo-boldItalic.fntdata"/><Relationship Id="rId29" Type="http://schemas.openxmlformats.org/officeDocument/2006/relationships/slide" Target="slides/slide21.xml"/><Relationship Id="rId124" Type="http://schemas.openxmlformats.org/officeDocument/2006/relationships/font" Target="fonts/Arvo-italic.fntdata"/><Relationship Id="rId123" Type="http://schemas.openxmlformats.org/officeDocument/2006/relationships/font" Target="fonts/Arvo-bold.fntdata"/><Relationship Id="rId122" Type="http://schemas.openxmlformats.org/officeDocument/2006/relationships/font" Target="fonts/Arvo-regular.fntdata"/><Relationship Id="rId95" Type="http://schemas.openxmlformats.org/officeDocument/2006/relationships/slide" Target="slides/slide87.xml"/><Relationship Id="rId94" Type="http://schemas.openxmlformats.org/officeDocument/2006/relationships/slide" Target="slides/slide86.xml"/><Relationship Id="rId97" Type="http://schemas.openxmlformats.org/officeDocument/2006/relationships/font" Target="fonts/RobotoSlabLight-regular.fntdata"/><Relationship Id="rId96" Type="http://schemas.openxmlformats.org/officeDocument/2006/relationships/slide" Target="slides/slide88.xml"/><Relationship Id="rId11" Type="http://schemas.openxmlformats.org/officeDocument/2006/relationships/slide" Target="slides/slide3.xml"/><Relationship Id="rId99" Type="http://schemas.openxmlformats.org/officeDocument/2006/relationships/font" Target="fonts/ProximaNova-regular.fntdata"/><Relationship Id="rId10" Type="http://schemas.openxmlformats.org/officeDocument/2006/relationships/slide" Target="slides/slide2.xml"/><Relationship Id="rId98" Type="http://schemas.openxmlformats.org/officeDocument/2006/relationships/font" Target="fonts/RobotoSlabLight-bold.fntdata"/><Relationship Id="rId13" Type="http://schemas.openxmlformats.org/officeDocument/2006/relationships/slide" Target="slides/slide5.xml"/><Relationship Id="rId12" Type="http://schemas.openxmlformats.org/officeDocument/2006/relationships/slide" Target="slides/slide4.xml"/><Relationship Id="rId91" Type="http://schemas.openxmlformats.org/officeDocument/2006/relationships/slide" Target="slides/slide83.xml"/><Relationship Id="rId90" Type="http://schemas.openxmlformats.org/officeDocument/2006/relationships/slide" Target="slides/slide82.xml"/><Relationship Id="rId93" Type="http://schemas.openxmlformats.org/officeDocument/2006/relationships/slide" Target="slides/slide85.xml"/><Relationship Id="rId92" Type="http://schemas.openxmlformats.org/officeDocument/2006/relationships/slide" Target="slides/slide84.xml"/><Relationship Id="rId118" Type="http://schemas.openxmlformats.org/officeDocument/2006/relationships/font" Target="fonts/Roboto-regular.fntdata"/><Relationship Id="rId117" Type="http://schemas.openxmlformats.org/officeDocument/2006/relationships/font" Target="fonts/ProximaNovaSemibold-boldItalic.fntdata"/><Relationship Id="rId116" Type="http://schemas.openxmlformats.org/officeDocument/2006/relationships/font" Target="fonts/ProximaNovaSemibold-bold.fntdata"/><Relationship Id="rId115" Type="http://schemas.openxmlformats.org/officeDocument/2006/relationships/font" Target="fonts/ProximaNovaSemibold-regular.fntdata"/><Relationship Id="rId119" Type="http://schemas.openxmlformats.org/officeDocument/2006/relationships/font" Target="fonts/Roboto-bold.fntdata"/><Relationship Id="rId15" Type="http://schemas.openxmlformats.org/officeDocument/2006/relationships/slide" Target="slides/slide7.xml"/><Relationship Id="rId110" Type="http://schemas.openxmlformats.org/officeDocument/2006/relationships/font" Target="fonts/RobotoCondensed-boldItalic.fntdata"/><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14" Type="http://schemas.openxmlformats.org/officeDocument/2006/relationships/font" Target="fonts/RobotoCondensedLight-boldItalic.fntdata"/><Relationship Id="rId18" Type="http://schemas.openxmlformats.org/officeDocument/2006/relationships/slide" Target="slides/slide10.xml"/><Relationship Id="rId113" Type="http://schemas.openxmlformats.org/officeDocument/2006/relationships/font" Target="fonts/RobotoCondensedLight-italic.fntdata"/><Relationship Id="rId112" Type="http://schemas.openxmlformats.org/officeDocument/2006/relationships/font" Target="fonts/RobotoCondensedLight-bold.fntdata"/><Relationship Id="rId111" Type="http://schemas.openxmlformats.org/officeDocument/2006/relationships/font" Target="fonts/RobotoCondensedLight-regular.fntdata"/><Relationship Id="rId84" Type="http://schemas.openxmlformats.org/officeDocument/2006/relationships/slide" Target="slides/slide76.xml"/><Relationship Id="rId83" Type="http://schemas.openxmlformats.org/officeDocument/2006/relationships/slide" Target="slides/slide75.xml"/><Relationship Id="rId86" Type="http://schemas.openxmlformats.org/officeDocument/2006/relationships/slide" Target="slides/slide78.xml"/><Relationship Id="rId85" Type="http://schemas.openxmlformats.org/officeDocument/2006/relationships/slide" Target="slides/slide77.xml"/><Relationship Id="rId88" Type="http://schemas.openxmlformats.org/officeDocument/2006/relationships/slide" Target="slides/slide80.xml"/><Relationship Id="rId87" Type="http://schemas.openxmlformats.org/officeDocument/2006/relationships/slide" Target="slides/slide79.xml"/><Relationship Id="rId89" Type="http://schemas.openxmlformats.org/officeDocument/2006/relationships/slide" Target="slides/slide81.xml"/><Relationship Id="rId80" Type="http://schemas.openxmlformats.org/officeDocument/2006/relationships/slide" Target="slides/slide72.xml"/><Relationship Id="rId82" Type="http://schemas.openxmlformats.org/officeDocument/2006/relationships/slide" Target="slides/slide74.xml"/><Relationship Id="rId81" Type="http://schemas.openxmlformats.org/officeDocument/2006/relationships/slide" Target="slides/slide73.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1.xml"/><Relationship Id="rId142" Type="http://schemas.openxmlformats.org/officeDocument/2006/relationships/font" Target="fonts/FiraSansExtraCondensed-boldItalic.fntdata"/><Relationship Id="rId141" Type="http://schemas.openxmlformats.org/officeDocument/2006/relationships/font" Target="fonts/FiraSansExtraCondensed-italic.fntdata"/><Relationship Id="rId140" Type="http://schemas.openxmlformats.org/officeDocument/2006/relationships/font" Target="fonts/FiraSansExtraCondensed-bold.fntdata"/><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notesMaster" Target="notesMasters/notesMaster1.xml"/><Relationship Id="rId73" Type="http://schemas.openxmlformats.org/officeDocument/2006/relationships/slide" Target="slides/slide65.xml"/><Relationship Id="rId72" Type="http://schemas.openxmlformats.org/officeDocument/2006/relationships/slide" Target="slides/slide64.xml"/><Relationship Id="rId75" Type="http://schemas.openxmlformats.org/officeDocument/2006/relationships/slide" Target="slides/slide67.xml"/><Relationship Id="rId74" Type="http://schemas.openxmlformats.org/officeDocument/2006/relationships/slide" Target="slides/slide66.xml"/><Relationship Id="rId77" Type="http://schemas.openxmlformats.org/officeDocument/2006/relationships/slide" Target="slides/slide69.xml"/><Relationship Id="rId76" Type="http://schemas.openxmlformats.org/officeDocument/2006/relationships/slide" Target="slides/slide68.xml"/><Relationship Id="rId79" Type="http://schemas.openxmlformats.org/officeDocument/2006/relationships/slide" Target="slides/slide71.xml"/><Relationship Id="rId78" Type="http://schemas.openxmlformats.org/officeDocument/2006/relationships/slide" Target="slides/slide70.xml"/><Relationship Id="rId71" Type="http://schemas.openxmlformats.org/officeDocument/2006/relationships/slide" Target="slides/slide63.xml"/><Relationship Id="rId70" Type="http://schemas.openxmlformats.org/officeDocument/2006/relationships/slide" Target="slides/slide62.xml"/><Relationship Id="rId139" Type="http://schemas.openxmlformats.org/officeDocument/2006/relationships/font" Target="fonts/FiraSansExtraCondensed-regular.fntdata"/><Relationship Id="rId138" Type="http://schemas.openxmlformats.org/officeDocument/2006/relationships/font" Target="fonts/FiraSansCondensed-boldItalic.fntdata"/><Relationship Id="rId137" Type="http://schemas.openxmlformats.org/officeDocument/2006/relationships/font" Target="fonts/FiraSansCondensed-italic.fntdata"/><Relationship Id="rId132" Type="http://schemas.openxmlformats.org/officeDocument/2006/relationships/font" Target="fonts/FiraSansExtraCondensedLight-italic.fntdata"/><Relationship Id="rId131" Type="http://schemas.openxmlformats.org/officeDocument/2006/relationships/font" Target="fonts/FiraSansExtraCondensedLight-bold.fntdata"/><Relationship Id="rId130" Type="http://schemas.openxmlformats.org/officeDocument/2006/relationships/font" Target="fonts/FiraSansExtraCondensedLight-regular.fntdata"/><Relationship Id="rId136" Type="http://schemas.openxmlformats.org/officeDocument/2006/relationships/font" Target="fonts/FiraSansCondensed-bold.fntdata"/><Relationship Id="rId135" Type="http://schemas.openxmlformats.org/officeDocument/2006/relationships/font" Target="fonts/FiraSansCondensed-regular.fntdata"/><Relationship Id="rId134" Type="http://schemas.openxmlformats.org/officeDocument/2006/relationships/font" Target="fonts/SquadaOne-regular.fntdata"/><Relationship Id="rId133" Type="http://schemas.openxmlformats.org/officeDocument/2006/relationships/font" Target="fonts/FiraSansExtraCondensedLight-boldItalic.fntdata"/><Relationship Id="rId62" Type="http://schemas.openxmlformats.org/officeDocument/2006/relationships/slide" Target="slides/slide54.xml"/><Relationship Id="rId61" Type="http://schemas.openxmlformats.org/officeDocument/2006/relationships/slide" Target="slides/slide53.xml"/><Relationship Id="rId64" Type="http://schemas.openxmlformats.org/officeDocument/2006/relationships/slide" Target="slides/slide56.xml"/><Relationship Id="rId63" Type="http://schemas.openxmlformats.org/officeDocument/2006/relationships/slide" Target="slides/slide55.xml"/><Relationship Id="rId66" Type="http://schemas.openxmlformats.org/officeDocument/2006/relationships/slide" Target="slides/slide58.xml"/><Relationship Id="rId65" Type="http://schemas.openxmlformats.org/officeDocument/2006/relationships/slide" Target="slides/slide57.xml"/><Relationship Id="rId68" Type="http://schemas.openxmlformats.org/officeDocument/2006/relationships/slide" Target="slides/slide60.xml"/><Relationship Id="rId67" Type="http://schemas.openxmlformats.org/officeDocument/2006/relationships/slide" Target="slides/slide59.xml"/><Relationship Id="rId60" Type="http://schemas.openxmlformats.org/officeDocument/2006/relationships/slide" Target="slides/slide52.xml"/><Relationship Id="rId69" Type="http://schemas.openxmlformats.org/officeDocument/2006/relationships/slide" Target="slides/slide61.xml"/><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55" Type="http://schemas.openxmlformats.org/officeDocument/2006/relationships/slide" Target="slides/slide47.xml"/><Relationship Id="rId54" Type="http://schemas.openxmlformats.org/officeDocument/2006/relationships/slide" Target="slides/slide46.xml"/><Relationship Id="rId57" Type="http://schemas.openxmlformats.org/officeDocument/2006/relationships/slide" Target="slides/slide49.xml"/><Relationship Id="rId56" Type="http://schemas.openxmlformats.org/officeDocument/2006/relationships/slide" Target="slides/slide48.xml"/><Relationship Id="rId59" Type="http://schemas.openxmlformats.org/officeDocument/2006/relationships/slide" Target="slides/slide51.xml"/><Relationship Id="rId58" Type="http://schemas.openxmlformats.org/officeDocument/2006/relationships/slide" Target="slides/slide5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 name="Shape 761"/>
        <p:cNvGrpSpPr/>
        <p:nvPr/>
      </p:nvGrpSpPr>
      <p:grpSpPr>
        <a:xfrm>
          <a:off x="0" y="0"/>
          <a:ext cx="0" cy="0"/>
          <a:chOff x="0" y="0"/>
          <a:chExt cx="0" cy="0"/>
        </a:xfrm>
      </p:grpSpPr>
      <p:sp>
        <p:nvSpPr>
          <p:cNvPr id="762" name="Google Shape;76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763" name="Google Shape;76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g555f6d730f1d2774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g555f6d730f1d2774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a39e48574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a39e48574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9f7b1142c6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9f7b1142c6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a39e485748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a39e485748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 name="Shape 815"/>
        <p:cNvGrpSpPr/>
        <p:nvPr/>
      </p:nvGrpSpPr>
      <p:grpSpPr>
        <a:xfrm>
          <a:off x="0" y="0"/>
          <a:ext cx="0" cy="0"/>
          <a:chOff x="0" y="0"/>
          <a:chExt cx="0" cy="0"/>
        </a:xfrm>
      </p:grpSpPr>
      <p:sp>
        <p:nvSpPr>
          <p:cNvPr id="816" name="Google Shape;816;g9d319948b2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 name="Google Shape;817;g9d319948b2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a39e485748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a39e485748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 name="Shape 828"/>
        <p:cNvGrpSpPr/>
        <p:nvPr/>
      </p:nvGrpSpPr>
      <p:grpSpPr>
        <a:xfrm>
          <a:off x="0" y="0"/>
          <a:ext cx="0" cy="0"/>
          <a:chOff x="0" y="0"/>
          <a:chExt cx="0" cy="0"/>
        </a:xfrm>
      </p:grpSpPr>
      <p:sp>
        <p:nvSpPr>
          <p:cNvPr id="829" name="Google Shape;829;ga39e485748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 name="Google Shape;830;ga39e485748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ga39e485748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ga39e485748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 name="Shape 841"/>
        <p:cNvGrpSpPr/>
        <p:nvPr/>
      </p:nvGrpSpPr>
      <p:grpSpPr>
        <a:xfrm>
          <a:off x="0" y="0"/>
          <a:ext cx="0" cy="0"/>
          <a:chOff x="0" y="0"/>
          <a:chExt cx="0" cy="0"/>
        </a:xfrm>
      </p:grpSpPr>
      <p:sp>
        <p:nvSpPr>
          <p:cNvPr id="842" name="Google Shape;842;ga39e485748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 name="Google Shape;843;ga39e485748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ga39e485748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 name="Google Shape;849;ga39e485748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 name="Shape 853"/>
        <p:cNvGrpSpPr/>
        <p:nvPr/>
      </p:nvGrpSpPr>
      <p:grpSpPr>
        <a:xfrm>
          <a:off x="0" y="0"/>
          <a:ext cx="0" cy="0"/>
          <a:chOff x="0" y="0"/>
          <a:chExt cx="0" cy="0"/>
        </a:xfrm>
      </p:grpSpPr>
      <p:sp>
        <p:nvSpPr>
          <p:cNvPr id="854" name="Google Shape;854;ga39e485748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5" name="Google Shape;855;ga39e485748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 name="Shape 860"/>
        <p:cNvGrpSpPr/>
        <p:nvPr/>
      </p:nvGrpSpPr>
      <p:grpSpPr>
        <a:xfrm>
          <a:off x="0" y="0"/>
          <a:ext cx="0" cy="0"/>
          <a:chOff x="0" y="0"/>
          <a:chExt cx="0" cy="0"/>
        </a:xfrm>
      </p:grpSpPr>
      <p:sp>
        <p:nvSpPr>
          <p:cNvPr id="861" name="Google Shape;861;ga39e485748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 name="Google Shape;862;ga39e485748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 name="Shape 872"/>
        <p:cNvGrpSpPr/>
        <p:nvPr/>
      </p:nvGrpSpPr>
      <p:grpSpPr>
        <a:xfrm>
          <a:off x="0" y="0"/>
          <a:ext cx="0" cy="0"/>
          <a:chOff x="0" y="0"/>
          <a:chExt cx="0" cy="0"/>
        </a:xfrm>
      </p:grpSpPr>
      <p:sp>
        <p:nvSpPr>
          <p:cNvPr id="873" name="Google Shape;873;ga39e485748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 name="Google Shape;874;ga39e485748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 name="Shape 882"/>
        <p:cNvGrpSpPr/>
        <p:nvPr/>
      </p:nvGrpSpPr>
      <p:grpSpPr>
        <a:xfrm>
          <a:off x="0" y="0"/>
          <a:ext cx="0" cy="0"/>
          <a:chOff x="0" y="0"/>
          <a:chExt cx="0" cy="0"/>
        </a:xfrm>
      </p:grpSpPr>
      <p:sp>
        <p:nvSpPr>
          <p:cNvPr id="883" name="Google Shape;883;ga39e485748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 name="Google Shape;884;ga39e485748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ga39e485748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 name="Google Shape;906;ga39e485748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 name="Shape 926"/>
        <p:cNvGrpSpPr/>
        <p:nvPr/>
      </p:nvGrpSpPr>
      <p:grpSpPr>
        <a:xfrm>
          <a:off x="0" y="0"/>
          <a:ext cx="0" cy="0"/>
          <a:chOff x="0" y="0"/>
          <a:chExt cx="0" cy="0"/>
        </a:xfrm>
      </p:grpSpPr>
      <p:sp>
        <p:nvSpPr>
          <p:cNvPr id="927" name="Google Shape;927;g9e8edfaca3_0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 name="Google Shape;928;g9e8edfaca3_0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 name="Shape 943"/>
        <p:cNvGrpSpPr/>
        <p:nvPr/>
      </p:nvGrpSpPr>
      <p:grpSpPr>
        <a:xfrm>
          <a:off x="0" y="0"/>
          <a:ext cx="0" cy="0"/>
          <a:chOff x="0" y="0"/>
          <a:chExt cx="0" cy="0"/>
        </a:xfrm>
      </p:grpSpPr>
      <p:sp>
        <p:nvSpPr>
          <p:cNvPr id="944" name="Google Shape;944;ga39e485748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 name="Google Shape;945;ga39e485748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 name="Shape 949"/>
        <p:cNvGrpSpPr/>
        <p:nvPr/>
      </p:nvGrpSpPr>
      <p:grpSpPr>
        <a:xfrm>
          <a:off x="0" y="0"/>
          <a:ext cx="0" cy="0"/>
          <a:chOff x="0" y="0"/>
          <a:chExt cx="0" cy="0"/>
        </a:xfrm>
      </p:grpSpPr>
      <p:sp>
        <p:nvSpPr>
          <p:cNvPr id="950" name="Google Shape;950;ga39e485748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 name="Google Shape;951;ga39e485748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 name="Shape 957"/>
        <p:cNvGrpSpPr/>
        <p:nvPr/>
      </p:nvGrpSpPr>
      <p:grpSpPr>
        <a:xfrm>
          <a:off x="0" y="0"/>
          <a:ext cx="0" cy="0"/>
          <a:chOff x="0" y="0"/>
          <a:chExt cx="0" cy="0"/>
        </a:xfrm>
      </p:grpSpPr>
      <p:sp>
        <p:nvSpPr>
          <p:cNvPr id="958" name="Google Shape;958;ga39e485748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 name="Google Shape;959;ga39e485748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a39e485748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a39e485748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 name="Shape 991"/>
        <p:cNvGrpSpPr/>
        <p:nvPr/>
      </p:nvGrpSpPr>
      <p:grpSpPr>
        <a:xfrm>
          <a:off x="0" y="0"/>
          <a:ext cx="0" cy="0"/>
          <a:chOff x="0" y="0"/>
          <a:chExt cx="0" cy="0"/>
        </a:xfrm>
      </p:grpSpPr>
      <p:sp>
        <p:nvSpPr>
          <p:cNvPr id="992" name="Google Shape;992;ga39e485748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 name="Google Shape;993;ga39e485748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a39e485748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a39e485748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a39e485748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a39e485748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 name="Shape 1045"/>
        <p:cNvGrpSpPr/>
        <p:nvPr/>
      </p:nvGrpSpPr>
      <p:grpSpPr>
        <a:xfrm>
          <a:off x="0" y="0"/>
          <a:ext cx="0" cy="0"/>
          <a:chOff x="0" y="0"/>
          <a:chExt cx="0" cy="0"/>
        </a:xfrm>
      </p:grpSpPr>
      <p:sp>
        <p:nvSpPr>
          <p:cNvPr id="1046" name="Google Shape;1046;ga39e485748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 name="Google Shape;1047;ga39e485748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a39e485748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a39e485748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g9e8edfaca3_0_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 name="Google Shape;1096;g9e8edfaca3_0_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a39e485748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a39e485748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a39e485748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a39e485748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 name="Shape 1170"/>
        <p:cNvGrpSpPr/>
        <p:nvPr/>
      </p:nvGrpSpPr>
      <p:grpSpPr>
        <a:xfrm>
          <a:off x="0" y="0"/>
          <a:ext cx="0" cy="0"/>
          <a:chOff x="0" y="0"/>
          <a:chExt cx="0" cy="0"/>
        </a:xfrm>
      </p:grpSpPr>
      <p:sp>
        <p:nvSpPr>
          <p:cNvPr id="1171" name="Google Shape;1171;ga39e485748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 name="Google Shape;1172;ga39e485748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 name="Shape 1196"/>
        <p:cNvGrpSpPr/>
        <p:nvPr/>
      </p:nvGrpSpPr>
      <p:grpSpPr>
        <a:xfrm>
          <a:off x="0" y="0"/>
          <a:ext cx="0" cy="0"/>
          <a:chOff x="0" y="0"/>
          <a:chExt cx="0" cy="0"/>
        </a:xfrm>
      </p:grpSpPr>
      <p:sp>
        <p:nvSpPr>
          <p:cNvPr id="1197" name="Google Shape;1197;ga39e485748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 name="Google Shape;1198;ga39e485748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 name="Shape 1210"/>
        <p:cNvGrpSpPr/>
        <p:nvPr/>
      </p:nvGrpSpPr>
      <p:grpSpPr>
        <a:xfrm>
          <a:off x="0" y="0"/>
          <a:ext cx="0" cy="0"/>
          <a:chOff x="0" y="0"/>
          <a:chExt cx="0" cy="0"/>
        </a:xfrm>
      </p:grpSpPr>
      <p:sp>
        <p:nvSpPr>
          <p:cNvPr id="1211" name="Google Shape;1211;ga39e485748_0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 name="Google Shape;1212;ga39e485748_0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 name="Shape 1218"/>
        <p:cNvGrpSpPr/>
        <p:nvPr/>
      </p:nvGrpSpPr>
      <p:grpSpPr>
        <a:xfrm>
          <a:off x="0" y="0"/>
          <a:ext cx="0" cy="0"/>
          <a:chOff x="0" y="0"/>
          <a:chExt cx="0" cy="0"/>
        </a:xfrm>
      </p:grpSpPr>
      <p:sp>
        <p:nvSpPr>
          <p:cNvPr id="1219" name="Google Shape;1219;ga39e485748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 name="Google Shape;1220;ga39e485748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6" name="Shape 1226"/>
        <p:cNvGrpSpPr/>
        <p:nvPr/>
      </p:nvGrpSpPr>
      <p:grpSpPr>
        <a:xfrm>
          <a:off x="0" y="0"/>
          <a:ext cx="0" cy="0"/>
          <a:chOff x="0" y="0"/>
          <a:chExt cx="0" cy="0"/>
        </a:xfrm>
      </p:grpSpPr>
      <p:sp>
        <p:nvSpPr>
          <p:cNvPr id="1227" name="Google Shape;1227;ga39e485748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8" name="Google Shape;1228;ga39e485748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 name="Shape 1234"/>
        <p:cNvGrpSpPr/>
        <p:nvPr/>
      </p:nvGrpSpPr>
      <p:grpSpPr>
        <a:xfrm>
          <a:off x="0" y="0"/>
          <a:ext cx="0" cy="0"/>
          <a:chOff x="0" y="0"/>
          <a:chExt cx="0" cy="0"/>
        </a:xfrm>
      </p:grpSpPr>
      <p:sp>
        <p:nvSpPr>
          <p:cNvPr id="1235" name="Google Shape;1235;ga39e485748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 name="Google Shape;1236;ga39e485748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6" name="Shape 1256"/>
        <p:cNvGrpSpPr/>
        <p:nvPr/>
      </p:nvGrpSpPr>
      <p:grpSpPr>
        <a:xfrm>
          <a:off x="0" y="0"/>
          <a:ext cx="0" cy="0"/>
          <a:chOff x="0" y="0"/>
          <a:chExt cx="0" cy="0"/>
        </a:xfrm>
      </p:grpSpPr>
      <p:sp>
        <p:nvSpPr>
          <p:cNvPr id="1257" name="Google Shape;1257;ga39e485748_0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8" name="Google Shape;1258;ga39e485748_0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1" name="Shape 1271"/>
        <p:cNvGrpSpPr/>
        <p:nvPr/>
      </p:nvGrpSpPr>
      <p:grpSpPr>
        <a:xfrm>
          <a:off x="0" y="0"/>
          <a:ext cx="0" cy="0"/>
          <a:chOff x="0" y="0"/>
          <a:chExt cx="0" cy="0"/>
        </a:xfrm>
      </p:grpSpPr>
      <p:sp>
        <p:nvSpPr>
          <p:cNvPr id="1272" name="Google Shape;1272;ga39e485748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3" name="Google Shape;1273;ga39e485748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5" name="Shape 1305"/>
        <p:cNvGrpSpPr/>
        <p:nvPr/>
      </p:nvGrpSpPr>
      <p:grpSpPr>
        <a:xfrm>
          <a:off x="0" y="0"/>
          <a:ext cx="0" cy="0"/>
          <a:chOff x="0" y="0"/>
          <a:chExt cx="0" cy="0"/>
        </a:xfrm>
      </p:grpSpPr>
      <p:sp>
        <p:nvSpPr>
          <p:cNvPr id="1306" name="Google Shape;1306;ga39e485748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7" name="Google Shape;1307;ga39e485748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9" name="Shape 1339"/>
        <p:cNvGrpSpPr/>
        <p:nvPr/>
      </p:nvGrpSpPr>
      <p:grpSpPr>
        <a:xfrm>
          <a:off x="0" y="0"/>
          <a:ext cx="0" cy="0"/>
          <a:chOff x="0" y="0"/>
          <a:chExt cx="0" cy="0"/>
        </a:xfrm>
      </p:grpSpPr>
      <p:sp>
        <p:nvSpPr>
          <p:cNvPr id="1340" name="Google Shape;1340;ga39e485748_0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1" name="Google Shape;1341;ga39e485748_0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 name="Shape 1372"/>
        <p:cNvGrpSpPr/>
        <p:nvPr/>
      </p:nvGrpSpPr>
      <p:grpSpPr>
        <a:xfrm>
          <a:off x="0" y="0"/>
          <a:ext cx="0" cy="0"/>
          <a:chOff x="0" y="0"/>
          <a:chExt cx="0" cy="0"/>
        </a:xfrm>
      </p:grpSpPr>
      <p:sp>
        <p:nvSpPr>
          <p:cNvPr id="1373" name="Google Shape;1373;ga39e485748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 name="Google Shape;1374;ga39e485748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9" name="Shape 1389"/>
        <p:cNvGrpSpPr/>
        <p:nvPr/>
      </p:nvGrpSpPr>
      <p:grpSpPr>
        <a:xfrm>
          <a:off x="0" y="0"/>
          <a:ext cx="0" cy="0"/>
          <a:chOff x="0" y="0"/>
          <a:chExt cx="0" cy="0"/>
        </a:xfrm>
      </p:grpSpPr>
      <p:sp>
        <p:nvSpPr>
          <p:cNvPr id="1390" name="Google Shape;1390;g9ed8b5fdff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1" name="Google Shape;1391;g9ed8b5fdff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2" name="Shape 1402"/>
        <p:cNvGrpSpPr/>
        <p:nvPr/>
      </p:nvGrpSpPr>
      <p:grpSpPr>
        <a:xfrm>
          <a:off x="0" y="0"/>
          <a:ext cx="0" cy="0"/>
          <a:chOff x="0" y="0"/>
          <a:chExt cx="0" cy="0"/>
        </a:xfrm>
      </p:grpSpPr>
      <p:sp>
        <p:nvSpPr>
          <p:cNvPr id="1403" name="Google Shape;1403;ga39e485748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 name="Google Shape;1404;ga39e485748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0" name="Shape 1430"/>
        <p:cNvGrpSpPr/>
        <p:nvPr/>
      </p:nvGrpSpPr>
      <p:grpSpPr>
        <a:xfrm>
          <a:off x="0" y="0"/>
          <a:ext cx="0" cy="0"/>
          <a:chOff x="0" y="0"/>
          <a:chExt cx="0" cy="0"/>
        </a:xfrm>
      </p:grpSpPr>
      <p:sp>
        <p:nvSpPr>
          <p:cNvPr id="1431" name="Google Shape;1431;ga39e485748_0_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2" name="Google Shape;1432;ga39e485748_0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a39e485748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a39e485748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4" name="Shape 1474"/>
        <p:cNvGrpSpPr/>
        <p:nvPr/>
      </p:nvGrpSpPr>
      <p:grpSpPr>
        <a:xfrm>
          <a:off x="0" y="0"/>
          <a:ext cx="0" cy="0"/>
          <a:chOff x="0" y="0"/>
          <a:chExt cx="0" cy="0"/>
        </a:xfrm>
      </p:grpSpPr>
      <p:sp>
        <p:nvSpPr>
          <p:cNvPr id="1475" name="Google Shape;1475;ga39e485748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6" name="Google Shape;1476;ga39e485748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5" name="Shape 1495"/>
        <p:cNvGrpSpPr/>
        <p:nvPr/>
      </p:nvGrpSpPr>
      <p:grpSpPr>
        <a:xfrm>
          <a:off x="0" y="0"/>
          <a:ext cx="0" cy="0"/>
          <a:chOff x="0" y="0"/>
          <a:chExt cx="0" cy="0"/>
        </a:xfrm>
      </p:grpSpPr>
      <p:sp>
        <p:nvSpPr>
          <p:cNvPr id="1496" name="Google Shape;1496;ga39e485748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7" name="Google Shape;1497;ga39e485748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7" name="Shape 1517"/>
        <p:cNvGrpSpPr/>
        <p:nvPr/>
      </p:nvGrpSpPr>
      <p:grpSpPr>
        <a:xfrm>
          <a:off x="0" y="0"/>
          <a:ext cx="0" cy="0"/>
          <a:chOff x="0" y="0"/>
          <a:chExt cx="0" cy="0"/>
        </a:xfrm>
      </p:grpSpPr>
      <p:sp>
        <p:nvSpPr>
          <p:cNvPr id="1518" name="Google Shape;1518;ga39e485748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9" name="Google Shape;1519;ga39e485748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 name="Shape 1542"/>
        <p:cNvGrpSpPr/>
        <p:nvPr/>
      </p:nvGrpSpPr>
      <p:grpSpPr>
        <a:xfrm>
          <a:off x="0" y="0"/>
          <a:ext cx="0" cy="0"/>
          <a:chOff x="0" y="0"/>
          <a:chExt cx="0" cy="0"/>
        </a:xfrm>
      </p:grpSpPr>
      <p:sp>
        <p:nvSpPr>
          <p:cNvPr id="1543" name="Google Shape;1543;ga39e485748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 name="Google Shape;1544;ga39e485748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2" name="Shape 1602"/>
        <p:cNvGrpSpPr/>
        <p:nvPr/>
      </p:nvGrpSpPr>
      <p:grpSpPr>
        <a:xfrm>
          <a:off x="0" y="0"/>
          <a:ext cx="0" cy="0"/>
          <a:chOff x="0" y="0"/>
          <a:chExt cx="0" cy="0"/>
        </a:xfrm>
      </p:grpSpPr>
      <p:sp>
        <p:nvSpPr>
          <p:cNvPr id="1603" name="Google Shape;1603;ga39e485748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4" name="Google Shape;1604;ga39e485748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9" name="Shape 1659"/>
        <p:cNvGrpSpPr/>
        <p:nvPr/>
      </p:nvGrpSpPr>
      <p:grpSpPr>
        <a:xfrm>
          <a:off x="0" y="0"/>
          <a:ext cx="0" cy="0"/>
          <a:chOff x="0" y="0"/>
          <a:chExt cx="0" cy="0"/>
        </a:xfrm>
      </p:grpSpPr>
      <p:sp>
        <p:nvSpPr>
          <p:cNvPr id="1660" name="Google Shape;1660;ga39e485748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 name="Google Shape;1661;ga39e485748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6" name="Shape 1666"/>
        <p:cNvGrpSpPr/>
        <p:nvPr/>
      </p:nvGrpSpPr>
      <p:grpSpPr>
        <a:xfrm>
          <a:off x="0" y="0"/>
          <a:ext cx="0" cy="0"/>
          <a:chOff x="0" y="0"/>
          <a:chExt cx="0" cy="0"/>
        </a:xfrm>
      </p:grpSpPr>
      <p:sp>
        <p:nvSpPr>
          <p:cNvPr id="1667" name="Google Shape;1667;ga39e485748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8" name="Google Shape;1668;ga39e485748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2" name="Shape 1672"/>
        <p:cNvGrpSpPr/>
        <p:nvPr/>
      </p:nvGrpSpPr>
      <p:grpSpPr>
        <a:xfrm>
          <a:off x="0" y="0"/>
          <a:ext cx="0" cy="0"/>
          <a:chOff x="0" y="0"/>
          <a:chExt cx="0" cy="0"/>
        </a:xfrm>
      </p:grpSpPr>
      <p:sp>
        <p:nvSpPr>
          <p:cNvPr id="1673" name="Google Shape;1673;ga39e485748_0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4" name="Google Shape;1674;ga39e485748_0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8" name="Shape 1718"/>
        <p:cNvGrpSpPr/>
        <p:nvPr/>
      </p:nvGrpSpPr>
      <p:grpSpPr>
        <a:xfrm>
          <a:off x="0" y="0"/>
          <a:ext cx="0" cy="0"/>
          <a:chOff x="0" y="0"/>
          <a:chExt cx="0" cy="0"/>
        </a:xfrm>
      </p:grpSpPr>
      <p:sp>
        <p:nvSpPr>
          <p:cNvPr id="1719" name="Google Shape;1719;ga39e485748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0" name="Google Shape;1720;ga39e485748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ga39e485748_0_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3" name="Google Shape;1743;ga39e485748_0_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0" name="Shape 1780"/>
        <p:cNvGrpSpPr/>
        <p:nvPr/>
      </p:nvGrpSpPr>
      <p:grpSpPr>
        <a:xfrm>
          <a:off x="0" y="0"/>
          <a:ext cx="0" cy="0"/>
          <a:chOff x="0" y="0"/>
          <a:chExt cx="0" cy="0"/>
        </a:xfrm>
      </p:grpSpPr>
      <p:sp>
        <p:nvSpPr>
          <p:cNvPr id="1781" name="Google Shape;1781;ga39e485748_0_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2" name="Google Shape;1782;ga39e485748_0_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4" name="Shape 1814"/>
        <p:cNvGrpSpPr/>
        <p:nvPr/>
      </p:nvGrpSpPr>
      <p:grpSpPr>
        <a:xfrm>
          <a:off x="0" y="0"/>
          <a:ext cx="0" cy="0"/>
          <a:chOff x="0" y="0"/>
          <a:chExt cx="0" cy="0"/>
        </a:xfrm>
      </p:grpSpPr>
      <p:sp>
        <p:nvSpPr>
          <p:cNvPr id="1815" name="Google Shape;1815;ga39e485748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6" name="Google Shape;1816;ga39e485748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0" name="Shape 1850"/>
        <p:cNvGrpSpPr/>
        <p:nvPr/>
      </p:nvGrpSpPr>
      <p:grpSpPr>
        <a:xfrm>
          <a:off x="0" y="0"/>
          <a:ext cx="0" cy="0"/>
          <a:chOff x="0" y="0"/>
          <a:chExt cx="0" cy="0"/>
        </a:xfrm>
      </p:grpSpPr>
      <p:sp>
        <p:nvSpPr>
          <p:cNvPr id="1851" name="Google Shape;1851;ga3f3a6d75d_3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2" name="Google Shape;1852;ga3f3a6d75d_3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2" name="Shape 1872"/>
        <p:cNvGrpSpPr/>
        <p:nvPr/>
      </p:nvGrpSpPr>
      <p:grpSpPr>
        <a:xfrm>
          <a:off x="0" y="0"/>
          <a:ext cx="0" cy="0"/>
          <a:chOff x="0" y="0"/>
          <a:chExt cx="0" cy="0"/>
        </a:xfrm>
      </p:grpSpPr>
      <p:sp>
        <p:nvSpPr>
          <p:cNvPr id="1873" name="Google Shape;1873;ga39e485748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4" name="Google Shape;1874;ga39e485748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3" name="Shape 1903"/>
        <p:cNvGrpSpPr/>
        <p:nvPr/>
      </p:nvGrpSpPr>
      <p:grpSpPr>
        <a:xfrm>
          <a:off x="0" y="0"/>
          <a:ext cx="0" cy="0"/>
          <a:chOff x="0" y="0"/>
          <a:chExt cx="0" cy="0"/>
        </a:xfrm>
      </p:grpSpPr>
      <p:sp>
        <p:nvSpPr>
          <p:cNvPr id="1904" name="Google Shape;1904;ga39e485748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5" name="Google Shape;1905;ga39e485748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a39e485748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a39e485748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6" name="Shape 1976"/>
        <p:cNvGrpSpPr/>
        <p:nvPr/>
      </p:nvGrpSpPr>
      <p:grpSpPr>
        <a:xfrm>
          <a:off x="0" y="0"/>
          <a:ext cx="0" cy="0"/>
          <a:chOff x="0" y="0"/>
          <a:chExt cx="0" cy="0"/>
        </a:xfrm>
      </p:grpSpPr>
      <p:sp>
        <p:nvSpPr>
          <p:cNvPr id="1977" name="Google Shape;1977;ga39e485748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8" name="Google Shape;1978;ga39e485748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9" name="Shape 1999"/>
        <p:cNvGrpSpPr/>
        <p:nvPr/>
      </p:nvGrpSpPr>
      <p:grpSpPr>
        <a:xfrm>
          <a:off x="0" y="0"/>
          <a:ext cx="0" cy="0"/>
          <a:chOff x="0" y="0"/>
          <a:chExt cx="0" cy="0"/>
        </a:xfrm>
      </p:grpSpPr>
      <p:sp>
        <p:nvSpPr>
          <p:cNvPr id="2000" name="Google Shape;2000;ga39e485748_0_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1" name="Google Shape;2001;ga39e485748_0_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3" name="Shape 2023"/>
        <p:cNvGrpSpPr/>
        <p:nvPr/>
      </p:nvGrpSpPr>
      <p:grpSpPr>
        <a:xfrm>
          <a:off x="0" y="0"/>
          <a:ext cx="0" cy="0"/>
          <a:chOff x="0" y="0"/>
          <a:chExt cx="0" cy="0"/>
        </a:xfrm>
      </p:grpSpPr>
      <p:sp>
        <p:nvSpPr>
          <p:cNvPr id="2024" name="Google Shape;2024;ga39e485748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5" name="Google Shape;2025;ga39e485748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9" name="Shape 2059"/>
        <p:cNvGrpSpPr/>
        <p:nvPr/>
      </p:nvGrpSpPr>
      <p:grpSpPr>
        <a:xfrm>
          <a:off x="0" y="0"/>
          <a:ext cx="0" cy="0"/>
          <a:chOff x="0" y="0"/>
          <a:chExt cx="0" cy="0"/>
        </a:xfrm>
      </p:grpSpPr>
      <p:sp>
        <p:nvSpPr>
          <p:cNvPr id="2060" name="Google Shape;2060;ga39e485748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1" name="Google Shape;2061;ga39e485748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6" name="Shape 2066"/>
        <p:cNvGrpSpPr/>
        <p:nvPr/>
      </p:nvGrpSpPr>
      <p:grpSpPr>
        <a:xfrm>
          <a:off x="0" y="0"/>
          <a:ext cx="0" cy="0"/>
          <a:chOff x="0" y="0"/>
          <a:chExt cx="0" cy="0"/>
        </a:xfrm>
      </p:grpSpPr>
      <p:sp>
        <p:nvSpPr>
          <p:cNvPr id="2067" name="Google Shape;2067;g9d22b0d907_0_2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8" name="Google Shape;2068;g9d22b0d907_0_2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1" name="Shape 2081"/>
        <p:cNvGrpSpPr/>
        <p:nvPr/>
      </p:nvGrpSpPr>
      <p:grpSpPr>
        <a:xfrm>
          <a:off x="0" y="0"/>
          <a:ext cx="0" cy="0"/>
          <a:chOff x="0" y="0"/>
          <a:chExt cx="0" cy="0"/>
        </a:xfrm>
      </p:grpSpPr>
      <p:sp>
        <p:nvSpPr>
          <p:cNvPr id="2082" name="Google Shape;2082;g9d22b0d907_0_2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3" name="Google Shape;2083;g9d22b0d907_0_2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8" name="Shape 2088"/>
        <p:cNvGrpSpPr/>
        <p:nvPr/>
      </p:nvGrpSpPr>
      <p:grpSpPr>
        <a:xfrm>
          <a:off x="0" y="0"/>
          <a:ext cx="0" cy="0"/>
          <a:chOff x="0" y="0"/>
          <a:chExt cx="0" cy="0"/>
        </a:xfrm>
      </p:grpSpPr>
      <p:sp>
        <p:nvSpPr>
          <p:cNvPr id="2089" name="Google Shape;2089;ga3f3a6d75d_3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0" name="Google Shape;2090;ga3f3a6d75d_3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5" name="Shape 2095"/>
        <p:cNvGrpSpPr/>
        <p:nvPr/>
      </p:nvGrpSpPr>
      <p:grpSpPr>
        <a:xfrm>
          <a:off x="0" y="0"/>
          <a:ext cx="0" cy="0"/>
          <a:chOff x="0" y="0"/>
          <a:chExt cx="0" cy="0"/>
        </a:xfrm>
      </p:grpSpPr>
      <p:sp>
        <p:nvSpPr>
          <p:cNvPr id="2096" name="Google Shape;2096;g9e8edfaca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7" name="Google Shape;2097;g9e8edfaca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4" name="Shape 2204"/>
        <p:cNvGrpSpPr/>
        <p:nvPr/>
      </p:nvGrpSpPr>
      <p:grpSpPr>
        <a:xfrm>
          <a:off x="0" y="0"/>
          <a:ext cx="0" cy="0"/>
          <a:chOff x="0" y="0"/>
          <a:chExt cx="0" cy="0"/>
        </a:xfrm>
      </p:grpSpPr>
      <p:sp>
        <p:nvSpPr>
          <p:cNvPr id="2205" name="Google Shape;2205;gb619df544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6" name="Google Shape;2206;gb619df544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1" name="Shape 2211"/>
        <p:cNvGrpSpPr/>
        <p:nvPr/>
      </p:nvGrpSpPr>
      <p:grpSpPr>
        <a:xfrm>
          <a:off x="0" y="0"/>
          <a:ext cx="0" cy="0"/>
          <a:chOff x="0" y="0"/>
          <a:chExt cx="0" cy="0"/>
        </a:xfrm>
      </p:grpSpPr>
      <p:sp>
        <p:nvSpPr>
          <p:cNvPr id="2212" name="Google Shape;2212;gb619df5445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3" name="Google Shape;2213;gb619df5445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8" name="Shape 2218"/>
        <p:cNvGrpSpPr/>
        <p:nvPr/>
      </p:nvGrpSpPr>
      <p:grpSpPr>
        <a:xfrm>
          <a:off x="0" y="0"/>
          <a:ext cx="0" cy="0"/>
          <a:chOff x="0" y="0"/>
          <a:chExt cx="0" cy="0"/>
        </a:xfrm>
      </p:grpSpPr>
      <p:sp>
        <p:nvSpPr>
          <p:cNvPr id="2219" name="Google Shape;2219;ga3f3a6d75d_3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0" name="Google Shape;2220;ga3f3a6d75d_3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8" name="Shape 2368"/>
        <p:cNvGrpSpPr/>
        <p:nvPr/>
      </p:nvGrpSpPr>
      <p:grpSpPr>
        <a:xfrm>
          <a:off x="0" y="0"/>
          <a:ext cx="0" cy="0"/>
          <a:chOff x="0" y="0"/>
          <a:chExt cx="0" cy="0"/>
        </a:xfrm>
      </p:grpSpPr>
      <p:sp>
        <p:nvSpPr>
          <p:cNvPr id="2369" name="Google Shape;2369;SLIDES_API1334361189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0" name="Google Shape;2370;SLIDES_API1334361189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5" name="Shape 2375"/>
        <p:cNvGrpSpPr/>
        <p:nvPr/>
      </p:nvGrpSpPr>
      <p:grpSpPr>
        <a:xfrm>
          <a:off x="0" y="0"/>
          <a:ext cx="0" cy="0"/>
          <a:chOff x="0" y="0"/>
          <a:chExt cx="0" cy="0"/>
        </a:xfrm>
      </p:grpSpPr>
      <p:sp>
        <p:nvSpPr>
          <p:cNvPr id="2376" name="Google Shape;2376;SLIDES_API154081043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7" name="Google Shape;2377;SLIDES_API154081043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2" name="Shape 2382"/>
        <p:cNvGrpSpPr/>
        <p:nvPr/>
      </p:nvGrpSpPr>
      <p:grpSpPr>
        <a:xfrm>
          <a:off x="0" y="0"/>
          <a:ext cx="0" cy="0"/>
          <a:chOff x="0" y="0"/>
          <a:chExt cx="0" cy="0"/>
        </a:xfrm>
      </p:grpSpPr>
      <p:sp>
        <p:nvSpPr>
          <p:cNvPr id="2383" name="Google Shape;2383;g9d22b0d907_2_8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4" name="Google Shape;2384;g9d22b0d907_2_8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5" name="Shape 2425"/>
        <p:cNvGrpSpPr/>
        <p:nvPr/>
      </p:nvGrpSpPr>
      <p:grpSpPr>
        <a:xfrm>
          <a:off x="0" y="0"/>
          <a:ext cx="0" cy="0"/>
          <a:chOff x="0" y="0"/>
          <a:chExt cx="0" cy="0"/>
        </a:xfrm>
      </p:grpSpPr>
      <p:sp>
        <p:nvSpPr>
          <p:cNvPr id="2426" name="Google Shape;2426;g9d22b0d907_2_8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7" name="Google Shape;2427;g9d22b0d907_2_8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1" name="Shape 3041"/>
        <p:cNvGrpSpPr/>
        <p:nvPr/>
      </p:nvGrpSpPr>
      <p:grpSpPr>
        <a:xfrm>
          <a:off x="0" y="0"/>
          <a:ext cx="0" cy="0"/>
          <a:chOff x="0" y="0"/>
          <a:chExt cx="0" cy="0"/>
        </a:xfrm>
      </p:grpSpPr>
      <p:sp>
        <p:nvSpPr>
          <p:cNvPr id="3042" name="Google Shape;3042;g9d22b0d907_2_9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3" name="Google Shape;3043;g9d22b0d907_2_9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2" name="Shape 5532"/>
        <p:cNvGrpSpPr/>
        <p:nvPr/>
      </p:nvGrpSpPr>
      <p:grpSpPr>
        <a:xfrm>
          <a:off x="0" y="0"/>
          <a:ext cx="0" cy="0"/>
          <a:chOff x="0" y="0"/>
          <a:chExt cx="0" cy="0"/>
        </a:xfrm>
      </p:grpSpPr>
      <p:sp>
        <p:nvSpPr>
          <p:cNvPr id="5533" name="Google Shape;5533;g9d22b0d907_2_11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4" name="Google Shape;5534;g9d22b0d907_2_11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2" name="Shape 6242"/>
        <p:cNvGrpSpPr/>
        <p:nvPr/>
      </p:nvGrpSpPr>
      <p:grpSpPr>
        <a:xfrm>
          <a:off x="0" y="0"/>
          <a:ext cx="0" cy="0"/>
          <a:chOff x="0" y="0"/>
          <a:chExt cx="0" cy="0"/>
        </a:xfrm>
      </p:grpSpPr>
      <p:sp>
        <p:nvSpPr>
          <p:cNvPr id="6243" name="Google Shape;6243;g9d22b0d907_2_12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4" name="Google Shape;6244;g9d22b0d907_2_12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8" name="Shape 6638"/>
        <p:cNvGrpSpPr/>
        <p:nvPr/>
      </p:nvGrpSpPr>
      <p:grpSpPr>
        <a:xfrm>
          <a:off x="0" y="0"/>
          <a:ext cx="0" cy="0"/>
          <a:chOff x="0" y="0"/>
          <a:chExt cx="0" cy="0"/>
        </a:xfrm>
      </p:grpSpPr>
      <p:sp>
        <p:nvSpPr>
          <p:cNvPr id="6639" name="Google Shape;6639;g9d22b0d907_2_12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0" name="Google Shape;6640;g9d22b0d907_2_12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1" name="Shape 7231"/>
        <p:cNvGrpSpPr/>
        <p:nvPr/>
      </p:nvGrpSpPr>
      <p:grpSpPr>
        <a:xfrm>
          <a:off x="0" y="0"/>
          <a:ext cx="0" cy="0"/>
          <a:chOff x="0" y="0"/>
          <a:chExt cx="0" cy="0"/>
        </a:xfrm>
      </p:grpSpPr>
      <p:sp>
        <p:nvSpPr>
          <p:cNvPr id="7232" name="Google Shape;7232;g9d22b0d907_2_13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3" name="Google Shape;7233;g9d22b0d907_2_13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6" name="Shape 7766"/>
        <p:cNvGrpSpPr/>
        <p:nvPr/>
      </p:nvGrpSpPr>
      <p:grpSpPr>
        <a:xfrm>
          <a:off x="0" y="0"/>
          <a:ext cx="0" cy="0"/>
          <a:chOff x="0" y="0"/>
          <a:chExt cx="0" cy="0"/>
        </a:xfrm>
      </p:grpSpPr>
      <p:sp>
        <p:nvSpPr>
          <p:cNvPr id="7767" name="Google Shape;7767;g9d22b0d907_2_13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8" name="Google Shape;7768;g9d22b0d907_2_13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1" name="Shape 8051"/>
        <p:cNvGrpSpPr/>
        <p:nvPr/>
      </p:nvGrpSpPr>
      <p:grpSpPr>
        <a:xfrm>
          <a:off x="0" y="0"/>
          <a:ext cx="0" cy="0"/>
          <a:chOff x="0" y="0"/>
          <a:chExt cx="0" cy="0"/>
        </a:xfrm>
      </p:grpSpPr>
      <p:sp>
        <p:nvSpPr>
          <p:cNvPr id="8052" name="Google Shape;8052;g9d22b0d907_2_14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3" name="Google Shape;8053;g9d22b0d907_2_14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3" name="Shape 8493"/>
        <p:cNvGrpSpPr/>
        <p:nvPr/>
      </p:nvGrpSpPr>
      <p:grpSpPr>
        <a:xfrm>
          <a:off x="0" y="0"/>
          <a:ext cx="0" cy="0"/>
          <a:chOff x="0" y="0"/>
          <a:chExt cx="0" cy="0"/>
        </a:xfrm>
      </p:grpSpPr>
      <p:sp>
        <p:nvSpPr>
          <p:cNvPr id="8494" name="Google Shape;8494;g9d22b0d907_2_14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5" name="Google Shape;8495;g9d22b0d907_2_14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9" name="Shape 8859"/>
        <p:cNvGrpSpPr/>
        <p:nvPr/>
      </p:nvGrpSpPr>
      <p:grpSpPr>
        <a:xfrm>
          <a:off x="0" y="0"/>
          <a:ext cx="0" cy="0"/>
          <a:chOff x="0" y="0"/>
          <a:chExt cx="0" cy="0"/>
        </a:xfrm>
      </p:grpSpPr>
      <p:sp>
        <p:nvSpPr>
          <p:cNvPr id="8860" name="Google Shape;8860;g9d22b0d907_2_149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1" name="Google Shape;8861;g9d22b0d907_2_149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3" name="Shape 9363"/>
        <p:cNvGrpSpPr/>
        <p:nvPr/>
      </p:nvGrpSpPr>
      <p:grpSpPr>
        <a:xfrm>
          <a:off x="0" y="0"/>
          <a:ext cx="0" cy="0"/>
          <a:chOff x="0" y="0"/>
          <a:chExt cx="0" cy="0"/>
        </a:xfrm>
      </p:grpSpPr>
      <p:sp>
        <p:nvSpPr>
          <p:cNvPr id="9364" name="Google Shape;9364;g9d22b0d907_2_15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5" name="Google Shape;9365;g9d22b0d907_2_15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9" name="Shape 9759"/>
        <p:cNvGrpSpPr/>
        <p:nvPr/>
      </p:nvGrpSpPr>
      <p:grpSpPr>
        <a:xfrm>
          <a:off x="0" y="0"/>
          <a:ext cx="0" cy="0"/>
          <a:chOff x="0" y="0"/>
          <a:chExt cx="0" cy="0"/>
        </a:xfrm>
      </p:grpSpPr>
      <p:sp>
        <p:nvSpPr>
          <p:cNvPr id="9760" name="Google Shape;9760;g9d22b0d907_2_158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1" name="Google Shape;9761;g9d22b0d907_2_158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6" name="Shape 10196"/>
        <p:cNvGrpSpPr/>
        <p:nvPr/>
      </p:nvGrpSpPr>
      <p:grpSpPr>
        <a:xfrm>
          <a:off x="0" y="0"/>
          <a:ext cx="0" cy="0"/>
          <a:chOff x="0" y="0"/>
          <a:chExt cx="0" cy="0"/>
        </a:xfrm>
      </p:grpSpPr>
      <p:sp>
        <p:nvSpPr>
          <p:cNvPr id="10197" name="Google Shape;10197;g9d22b0d907_2_16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98" name="Google Shape;10198;g9d22b0d907_2_16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7" name="Shape 10667"/>
        <p:cNvGrpSpPr/>
        <p:nvPr/>
      </p:nvGrpSpPr>
      <p:grpSpPr>
        <a:xfrm>
          <a:off x="0" y="0"/>
          <a:ext cx="0" cy="0"/>
          <a:chOff x="0" y="0"/>
          <a:chExt cx="0" cy="0"/>
        </a:xfrm>
      </p:grpSpPr>
      <p:sp>
        <p:nvSpPr>
          <p:cNvPr id="10668" name="Google Shape;10668;g9d22b0d907_2_16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9" name="Google Shape;10669;g9d22b0d907_2_16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2.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www.freepik.es/foto-gratis/macho-angulo-casco-realidad-virtual_7133530.htm" TargetMode="External"/><Relationship Id="rId3" Type="http://schemas.openxmlformats.org/officeDocument/2006/relationships/image" Target="../media/image2.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1"/>
            </a:gs>
            <a:gs pos="100000">
              <a:schemeClr val="accent2"/>
            </a:gs>
          </a:gsLst>
          <a:lin ang="5400012" scaled="0"/>
        </a:gradFill>
      </p:bgPr>
    </p:bg>
    <p:spTree>
      <p:nvGrpSpPr>
        <p:cNvPr id="9" name="Shape 9"/>
        <p:cNvGrpSpPr/>
        <p:nvPr/>
      </p:nvGrpSpPr>
      <p:grpSpPr>
        <a:xfrm>
          <a:off x="0" y="0"/>
          <a:ext cx="0" cy="0"/>
          <a:chOff x="0" y="0"/>
          <a:chExt cx="0" cy="0"/>
        </a:xfrm>
      </p:grpSpPr>
      <p:sp>
        <p:nvSpPr>
          <p:cNvPr id="10" name="Google Shape;10;p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11" name="Google Shape;11;p2"/>
          <p:cNvSpPr txBox="1"/>
          <p:nvPr/>
        </p:nvSpPr>
        <p:spPr>
          <a:xfrm flipH="1">
            <a:off x="1375550" y="3092475"/>
            <a:ext cx="6393000" cy="670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t/>
            </a:r>
            <a:endParaRPr sz="6000">
              <a:solidFill>
                <a:srgbClr val="FFFFFF"/>
              </a:solidFill>
              <a:latin typeface="Squada One"/>
              <a:ea typeface="Squada One"/>
              <a:cs typeface="Squada One"/>
              <a:sym typeface="Squada One"/>
            </a:endParaRPr>
          </a:p>
        </p:txBody>
      </p:sp>
      <p:pic>
        <p:nvPicPr>
          <p:cNvPr id="12" name="Google Shape;12;p2"/>
          <p:cNvPicPr preferRelativeResize="0"/>
          <p:nvPr/>
        </p:nvPicPr>
        <p:blipFill>
          <a:blip r:embed="rId2">
            <a:alphaModFix/>
          </a:blip>
          <a:stretch>
            <a:fillRect/>
          </a:stretch>
        </p:blipFill>
        <p:spPr>
          <a:xfrm>
            <a:off x="63" y="-399756"/>
            <a:ext cx="9144000" cy="4369387"/>
          </a:xfrm>
          <a:prstGeom prst="rect">
            <a:avLst/>
          </a:prstGeom>
          <a:noFill/>
          <a:ln>
            <a:noFill/>
          </a:ln>
        </p:spPr>
      </p:pic>
      <p:sp>
        <p:nvSpPr>
          <p:cNvPr id="13" name="Google Shape;13;p2"/>
          <p:cNvSpPr txBox="1"/>
          <p:nvPr>
            <p:ph type="title"/>
          </p:nvPr>
        </p:nvSpPr>
        <p:spPr>
          <a:xfrm>
            <a:off x="457200" y="2932650"/>
            <a:ext cx="8229600" cy="5109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6000"/>
            </a:lvl1pPr>
            <a:lvl2pPr lvl="1">
              <a:spcBef>
                <a:spcPts val="0"/>
              </a:spcBef>
              <a:spcAft>
                <a:spcPts val="0"/>
              </a:spcAft>
              <a:buSzPts val="3000"/>
              <a:buFont typeface="Squada One"/>
              <a:buNone/>
              <a:defRPr sz="3000">
                <a:latin typeface="Squada One"/>
                <a:ea typeface="Squada One"/>
                <a:cs typeface="Squada One"/>
                <a:sym typeface="Squada One"/>
              </a:defRPr>
            </a:lvl2pPr>
            <a:lvl3pPr lvl="2">
              <a:spcBef>
                <a:spcPts val="0"/>
              </a:spcBef>
              <a:spcAft>
                <a:spcPts val="0"/>
              </a:spcAft>
              <a:buSzPts val="3000"/>
              <a:buFont typeface="Squada One"/>
              <a:buNone/>
              <a:defRPr sz="3000">
                <a:latin typeface="Squada One"/>
                <a:ea typeface="Squada One"/>
                <a:cs typeface="Squada One"/>
                <a:sym typeface="Squada One"/>
              </a:defRPr>
            </a:lvl3pPr>
            <a:lvl4pPr lvl="3">
              <a:spcBef>
                <a:spcPts val="0"/>
              </a:spcBef>
              <a:spcAft>
                <a:spcPts val="0"/>
              </a:spcAft>
              <a:buSzPts val="3000"/>
              <a:buFont typeface="Squada One"/>
              <a:buNone/>
              <a:defRPr sz="3000">
                <a:latin typeface="Squada One"/>
                <a:ea typeface="Squada One"/>
                <a:cs typeface="Squada One"/>
                <a:sym typeface="Squada One"/>
              </a:defRPr>
            </a:lvl4pPr>
            <a:lvl5pPr lvl="4">
              <a:spcBef>
                <a:spcPts val="0"/>
              </a:spcBef>
              <a:spcAft>
                <a:spcPts val="0"/>
              </a:spcAft>
              <a:buSzPts val="3000"/>
              <a:buFont typeface="Squada One"/>
              <a:buNone/>
              <a:defRPr sz="3000">
                <a:latin typeface="Squada One"/>
                <a:ea typeface="Squada One"/>
                <a:cs typeface="Squada One"/>
                <a:sym typeface="Squada One"/>
              </a:defRPr>
            </a:lvl5pPr>
            <a:lvl6pPr lvl="5">
              <a:spcBef>
                <a:spcPts val="0"/>
              </a:spcBef>
              <a:spcAft>
                <a:spcPts val="0"/>
              </a:spcAft>
              <a:buSzPts val="3000"/>
              <a:buFont typeface="Squada One"/>
              <a:buNone/>
              <a:defRPr sz="3000">
                <a:latin typeface="Squada One"/>
                <a:ea typeface="Squada One"/>
                <a:cs typeface="Squada One"/>
                <a:sym typeface="Squada One"/>
              </a:defRPr>
            </a:lvl6pPr>
            <a:lvl7pPr lvl="6">
              <a:spcBef>
                <a:spcPts val="0"/>
              </a:spcBef>
              <a:spcAft>
                <a:spcPts val="0"/>
              </a:spcAft>
              <a:buSzPts val="3000"/>
              <a:buFont typeface="Squada One"/>
              <a:buNone/>
              <a:defRPr sz="3000">
                <a:latin typeface="Squada One"/>
                <a:ea typeface="Squada One"/>
                <a:cs typeface="Squada One"/>
                <a:sym typeface="Squada One"/>
              </a:defRPr>
            </a:lvl7pPr>
            <a:lvl8pPr lvl="7">
              <a:spcBef>
                <a:spcPts val="0"/>
              </a:spcBef>
              <a:spcAft>
                <a:spcPts val="0"/>
              </a:spcAft>
              <a:buSzPts val="3000"/>
              <a:buFont typeface="Squada One"/>
              <a:buNone/>
              <a:defRPr sz="3000">
                <a:latin typeface="Squada One"/>
                <a:ea typeface="Squada One"/>
                <a:cs typeface="Squada One"/>
                <a:sym typeface="Squada One"/>
              </a:defRPr>
            </a:lvl8pPr>
            <a:lvl9pPr lvl="8">
              <a:spcBef>
                <a:spcPts val="0"/>
              </a:spcBef>
              <a:spcAft>
                <a:spcPts val="0"/>
              </a:spcAft>
              <a:buSzPts val="3000"/>
              <a:buFont typeface="Squada One"/>
              <a:buNone/>
              <a:defRPr sz="3000">
                <a:latin typeface="Squada One"/>
                <a:ea typeface="Squada One"/>
                <a:cs typeface="Squada One"/>
                <a:sym typeface="Squada One"/>
              </a:defRPr>
            </a:lvl9pPr>
          </a:lstStyle>
          <a:p/>
        </p:txBody>
      </p:sp>
      <p:sp>
        <p:nvSpPr>
          <p:cNvPr id="14" name="Google Shape;14;p2"/>
          <p:cNvSpPr txBox="1"/>
          <p:nvPr>
            <p:ph idx="1" type="subTitle"/>
          </p:nvPr>
        </p:nvSpPr>
        <p:spPr>
          <a:xfrm>
            <a:off x="457275" y="3192525"/>
            <a:ext cx="8229600" cy="417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160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17" name="Google Shape;17;p3"/>
          <p:cNvSpPr txBox="1"/>
          <p:nvPr>
            <p:ph type="ctrTitle"/>
          </p:nvPr>
        </p:nvSpPr>
        <p:spPr>
          <a:xfrm>
            <a:off x="4297175" y="2355550"/>
            <a:ext cx="4299000" cy="650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8" name="Google Shape;18;p3"/>
          <p:cNvSpPr txBox="1"/>
          <p:nvPr>
            <p:ph hasCustomPrompt="1" idx="2" type="title"/>
          </p:nvPr>
        </p:nvSpPr>
        <p:spPr>
          <a:xfrm>
            <a:off x="4297175" y="1317160"/>
            <a:ext cx="4299000" cy="109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0000"/>
              <a:buNone/>
              <a:defRPr sz="100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9" name="Google Shape;19;p3"/>
          <p:cNvSpPr txBox="1"/>
          <p:nvPr>
            <p:ph idx="1" type="subTitle"/>
          </p:nvPr>
        </p:nvSpPr>
        <p:spPr>
          <a:xfrm>
            <a:off x="4297175" y="2900355"/>
            <a:ext cx="42990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20" name="Google Shape;20;p3"/>
          <p:cNvPicPr preferRelativeResize="0"/>
          <p:nvPr/>
        </p:nvPicPr>
        <p:blipFill>
          <a:blip r:embed="rId2">
            <a:alphaModFix/>
          </a:blip>
          <a:stretch>
            <a:fillRect/>
          </a:stretch>
        </p:blipFill>
        <p:spPr>
          <a:xfrm>
            <a:off x="16176" y="-501681"/>
            <a:ext cx="3802725" cy="3431200"/>
          </a:xfrm>
          <a:prstGeom prst="rect">
            <a:avLst/>
          </a:prstGeom>
          <a:noFill/>
          <a:ln>
            <a:noFill/>
          </a:ln>
        </p:spPr>
      </p:pic>
      <p:pic>
        <p:nvPicPr>
          <p:cNvPr id="21" name="Google Shape;21;p3"/>
          <p:cNvPicPr preferRelativeResize="0"/>
          <p:nvPr/>
        </p:nvPicPr>
        <p:blipFill>
          <a:blip r:embed="rId2">
            <a:alphaModFix/>
          </a:blip>
          <a:stretch>
            <a:fillRect/>
          </a:stretch>
        </p:blipFill>
        <p:spPr>
          <a:xfrm flipH="1" rot="10800000">
            <a:off x="10" y="2213744"/>
            <a:ext cx="3802725" cy="3431200"/>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 name="Shape 22"/>
        <p:cNvGrpSpPr/>
        <p:nvPr/>
      </p:nvGrpSpPr>
      <p:grpSpPr>
        <a:xfrm>
          <a:off x="0" y="0"/>
          <a:ext cx="0" cy="0"/>
          <a:chOff x="0" y="0"/>
          <a:chExt cx="0" cy="0"/>
        </a:xfrm>
      </p:grpSpPr>
      <p:sp>
        <p:nvSpPr>
          <p:cNvPr id="23" name="Google Shape;23;p4"/>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pic>
        <p:nvPicPr>
          <p:cNvPr id="24" name="Google Shape;24;p4"/>
          <p:cNvPicPr preferRelativeResize="0"/>
          <p:nvPr/>
        </p:nvPicPr>
        <p:blipFill>
          <a:blip r:embed="rId2">
            <a:alphaModFix/>
          </a:blip>
          <a:stretch>
            <a:fillRect/>
          </a:stretch>
        </p:blipFill>
        <p:spPr>
          <a:xfrm>
            <a:off x="-580849" y="-923890"/>
            <a:ext cx="2300675" cy="2075900"/>
          </a:xfrm>
          <a:prstGeom prst="rect">
            <a:avLst/>
          </a:prstGeom>
          <a:noFill/>
          <a:ln>
            <a:noFill/>
          </a:ln>
        </p:spPr>
      </p:pic>
      <p:pic>
        <p:nvPicPr>
          <p:cNvPr id="25" name="Google Shape;25;p4"/>
          <p:cNvPicPr preferRelativeResize="0"/>
          <p:nvPr/>
        </p:nvPicPr>
        <p:blipFill>
          <a:blip r:embed="rId2">
            <a:alphaModFix/>
          </a:blip>
          <a:stretch>
            <a:fillRect/>
          </a:stretch>
        </p:blipFill>
        <p:spPr>
          <a:xfrm rot="10800000">
            <a:off x="7251655" y="3988100"/>
            <a:ext cx="2300675" cy="2075900"/>
          </a:xfrm>
          <a:prstGeom prst="rect">
            <a:avLst/>
          </a:prstGeom>
          <a:noFill/>
          <a:ln>
            <a:noFill/>
          </a:ln>
        </p:spPr>
      </p:pic>
      <p:sp>
        <p:nvSpPr>
          <p:cNvPr id="26" name="Google Shape;26;p4"/>
          <p:cNvSpPr txBox="1"/>
          <p:nvPr>
            <p:ph type="ctrTitle"/>
          </p:nvPr>
        </p:nvSpPr>
        <p:spPr>
          <a:xfrm flipH="1">
            <a:off x="502200" y="445025"/>
            <a:ext cx="8184600" cy="670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7" name="Google Shape;27;p4"/>
          <p:cNvSpPr txBox="1"/>
          <p:nvPr>
            <p:ph idx="1" type="subTitle"/>
          </p:nvPr>
        </p:nvSpPr>
        <p:spPr>
          <a:xfrm>
            <a:off x="1255350" y="1454625"/>
            <a:ext cx="6633300" cy="3243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434343"/>
              </a:buClr>
              <a:buSzPts val="1200"/>
              <a:buFont typeface="Livvic"/>
              <a:buAutoNum type="arabicPeriod"/>
              <a:defRPr sz="1200"/>
            </a:lvl1pPr>
            <a:lvl2pPr lvl="1" rtl="0">
              <a:lnSpc>
                <a:spcPct val="100000"/>
              </a:lnSpc>
              <a:spcBef>
                <a:spcPts val="0"/>
              </a:spcBef>
              <a:spcAft>
                <a:spcPts val="0"/>
              </a:spcAft>
              <a:buSzPts val="1200"/>
              <a:buAutoNum type="alphaLcPeriod"/>
              <a:defRPr sz="1200"/>
            </a:lvl2pPr>
            <a:lvl3pPr lvl="2" rtl="0">
              <a:lnSpc>
                <a:spcPct val="100000"/>
              </a:lnSpc>
              <a:spcBef>
                <a:spcPts val="0"/>
              </a:spcBef>
              <a:spcAft>
                <a:spcPts val="0"/>
              </a:spcAft>
              <a:buSzPts val="1200"/>
              <a:buAutoNum type="romanLcPeriod"/>
              <a:defRPr sz="1200"/>
            </a:lvl3pPr>
            <a:lvl4pPr lvl="3" rtl="0">
              <a:lnSpc>
                <a:spcPct val="100000"/>
              </a:lnSpc>
              <a:spcBef>
                <a:spcPts val="0"/>
              </a:spcBef>
              <a:spcAft>
                <a:spcPts val="0"/>
              </a:spcAft>
              <a:buSzPts val="1200"/>
              <a:buAutoNum type="arabicPeriod"/>
              <a:defRPr sz="1200"/>
            </a:lvl4pPr>
            <a:lvl5pPr lvl="4" rtl="0">
              <a:lnSpc>
                <a:spcPct val="100000"/>
              </a:lnSpc>
              <a:spcBef>
                <a:spcPts val="0"/>
              </a:spcBef>
              <a:spcAft>
                <a:spcPts val="0"/>
              </a:spcAft>
              <a:buSzPts val="1200"/>
              <a:buAutoNum type="alphaLcPeriod"/>
              <a:defRPr sz="1200"/>
            </a:lvl5pPr>
            <a:lvl6pPr lvl="5" rtl="0">
              <a:lnSpc>
                <a:spcPct val="100000"/>
              </a:lnSpc>
              <a:spcBef>
                <a:spcPts val="0"/>
              </a:spcBef>
              <a:spcAft>
                <a:spcPts val="0"/>
              </a:spcAft>
              <a:buSzPts val="1200"/>
              <a:buAutoNum type="romanLcPeriod"/>
              <a:defRPr sz="1200"/>
            </a:lvl6pPr>
            <a:lvl7pPr lvl="6" rtl="0">
              <a:lnSpc>
                <a:spcPct val="100000"/>
              </a:lnSpc>
              <a:spcBef>
                <a:spcPts val="0"/>
              </a:spcBef>
              <a:spcAft>
                <a:spcPts val="0"/>
              </a:spcAft>
              <a:buSzPts val="1200"/>
              <a:buAutoNum type="arabicPeriod"/>
              <a:defRPr sz="1200"/>
            </a:lvl7pPr>
            <a:lvl8pPr lvl="7" rtl="0">
              <a:lnSpc>
                <a:spcPct val="100000"/>
              </a:lnSpc>
              <a:spcBef>
                <a:spcPts val="0"/>
              </a:spcBef>
              <a:spcAft>
                <a:spcPts val="0"/>
              </a:spcAft>
              <a:buSzPts val="1200"/>
              <a:buAutoNum type="alphaLcPeriod"/>
              <a:defRPr sz="1200"/>
            </a:lvl8pPr>
            <a:lvl9pPr lvl="8" rtl="0">
              <a:lnSpc>
                <a:spcPct val="100000"/>
              </a:lnSpc>
              <a:spcBef>
                <a:spcPts val="0"/>
              </a:spcBef>
              <a:spcAft>
                <a:spcPts val="0"/>
              </a:spcAft>
              <a:buSzPts val="1200"/>
              <a:buAutoNum type="romanLcPeriod"/>
              <a:defRPr sz="12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8" name="Shape 28"/>
        <p:cNvGrpSpPr/>
        <p:nvPr/>
      </p:nvGrpSpPr>
      <p:grpSpPr>
        <a:xfrm>
          <a:off x="0" y="0"/>
          <a:ext cx="0" cy="0"/>
          <a:chOff x="0" y="0"/>
          <a:chExt cx="0" cy="0"/>
        </a:xfrm>
      </p:grpSpPr>
      <p:sp>
        <p:nvSpPr>
          <p:cNvPr id="29" name="Google Shape;29;p5"/>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30" name="Google Shape;30;p5"/>
          <p:cNvSpPr txBox="1"/>
          <p:nvPr>
            <p:ph idx="1" type="subTitle"/>
          </p:nvPr>
        </p:nvSpPr>
        <p:spPr>
          <a:xfrm>
            <a:off x="2336850" y="2792565"/>
            <a:ext cx="2085600" cy="119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1" name="Google Shape;31;p5"/>
          <p:cNvSpPr txBox="1"/>
          <p:nvPr>
            <p:ph idx="2" type="subTitle"/>
          </p:nvPr>
        </p:nvSpPr>
        <p:spPr>
          <a:xfrm>
            <a:off x="4721650" y="2781757"/>
            <a:ext cx="2085600" cy="119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2" name="Google Shape;32;p5"/>
          <p:cNvSpPr txBox="1"/>
          <p:nvPr>
            <p:ph type="ctrTitle"/>
          </p:nvPr>
        </p:nvSpPr>
        <p:spPr>
          <a:xfrm flipH="1">
            <a:off x="4721600" y="462755"/>
            <a:ext cx="3673200" cy="13071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33" name="Google Shape;33;p5"/>
          <p:cNvSpPr txBox="1"/>
          <p:nvPr>
            <p:ph idx="3" type="ctrTitle"/>
          </p:nvPr>
        </p:nvSpPr>
        <p:spPr>
          <a:xfrm>
            <a:off x="2229313" y="2629926"/>
            <a:ext cx="2300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4" name="Google Shape;34;p5"/>
          <p:cNvSpPr txBox="1"/>
          <p:nvPr>
            <p:ph idx="4" type="ctrTitle"/>
          </p:nvPr>
        </p:nvSpPr>
        <p:spPr>
          <a:xfrm>
            <a:off x="4572000" y="2629926"/>
            <a:ext cx="2384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35" name="Google Shape;35;p5"/>
          <p:cNvPicPr preferRelativeResize="0"/>
          <p:nvPr/>
        </p:nvPicPr>
        <p:blipFill>
          <a:blip r:embed="rId2">
            <a:alphaModFix/>
          </a:blip>
          <a:stretch>
            <a:fillRect/>
          </a:stretch>
        </p:blipFill>
        <p:spPr>
          <a:xfrm>
            <a:off x="0" y="0"/>
            <a:ext cx="2300675" cy="2075900"/>
          </a:xfrm>
          <a:prstGeom prst="rect">
            <a:avLst/>
          </a:prstGeom>
          <a:noFill/>
          <a:ln>
            <a:noFill/>
          </a:ln>
        </p:spPr>
      </p:pic>
      <p:sp>
        <p:nvSpPr>
          <p:cNvPr id="36" name="Google Shape;36;p5"/>
          <p:cNvSpPr/>
          <p:nvPr/>
        </p:nvSpPr>
        <p:spPr>
          <a:xfrm rot="5400000">
            <a:off x="2050488" y="1999184"/>
            <a:ext cx="2658200" cy="2384800"/>
          </a:xfrm>
          <a:prstGeom prst="flowChartPreparation">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5"/>
          <p:cNvSpPr/>
          <p:nvPr/>
        </p:nvSpPr>
        <p:spPr>
          <a:xfrm rot="5400000">
            <a:off x="4435288" y="1999174"/>
            <a:ext cx="2658200" cy="2384800"/>
          </a:xfrm>
          <a:prstGeom prst="flowChartPreparation">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8" name="Shape 38"/>
        <p:cNvGrpSpPr/>
        <p:nvPr/>
      </p:nvGrpSpPr>
      <p:grpSpPr>
        <a:xfrm>
          <a:off x="0" y="0"/>
          <a:ext cx="0" cy="0"/>
          <a:chOff x="0" y="0"/>
          <a:chExt cx="0" cy="0"/>
        </a:xfrm>
      </p:grpSpPr>
      <p:sp>
        <p:nvSpPr>
          <p:cNvPr id="39" name="Google Shape;39;p6"/>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40" name="Google Shape;40;p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41" name="Google Shape;41;p6"/>
          <p:cNvPicPr preferRelativeResize="0"/>
          <p:nvPr/>
        </p:nvPicPr>
        <p:blipFill>
          <a:blip r:embed="rId2">
            <a:alphaModFix/>
          </a:blip>
          <a:stretch>
            <a:fillRect/>
          </a:stretch>
        </p:blipFill>
        <p:spPr>
          <a:xfrm>
            <a:off x="0" y="0"/>
            <a:ext cx="2300675" cy="207590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2" name="Shape 42"/>
        <p:cNvGrpSpPr/>
        <p:nvPr/>
      </p:nvGrpSpPr>
      <p:grpSpPr>
        <a:xfrm>
          <a:off x="0" y="0"/>
          <a:ext cx="0" cy="0"/>
          <a:chOff x="0" y="0"/>
          <a:chExt cx="0" cy="0"/>
        </a:xfrm>
      </p:grpSpPr>
      <p:sp>
        <p:nvSpPr>
          <p:cNvPr id="43" name="Google Shape;43;p7"/>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pic>
        <p:nvPicPr>
          <p:cNvPr id="44" name="Google Shape;44;p7"/>
          <p:cNvPicPr preferRelativeResize="0"/>
          <p:nvPr/>
        </p:nvPicPr>
        <p:blipFill>
          <a:blip r:embed="rId2">
            <a:alphaModFix/>
          </a:blip>
          <a:stretch>
            <a:fillRect/>
          </a:stretch>
        </p:blipFill>
        <p:spPr>
          <a:xfrm>
            <a:off x="0" y="0"/>
            <a:ext cx="2300675" cy="2075900"/>
          </a:xfrm>
          <a:prstGeom prst="rect">
            <a:avLst/>
          </a:prstGeom>
          <a:noFill/>
          <a:ln>
            <a:noFill/>
          </a:ln>
        </p:spPr>
      </p:pic>
      <p:pic>
        <p:nvPicPr>
          <p:cNvPr id="45" name="Google Shape;45;p7"/>
          <p:cNvPicPr preferRelativeResize="0"/>
          <p:nvPr/>
        </p:nvPicPr>
        <p:blipFill>
          <a:blip r:embed="rId2">
            <a:alphaModFix/>
          </a:blip>
          <a:stretch>
            <a:fillRect/>
          </a:stretch>
        </p:blipFill>
        <p:spPr>
          <a:xfrm rot="10800000">
            <a:off x="6843325" y="3067600"/>
            <a:ext cx="2300675" cy="2075900"/>
          </a:xfrm>
          <a:prstGeom prst="rect">
            <a:avLst/>
          </a:prstGeom>
          <a:noFill/>
          <a:ln>
            <a:noFill/>
          </a:ln>
        </p:spPr>
      </p:pic>
      <p:sp>
        <p:nvSpPr>
          <p:cNvPr id="46" name="Google Shape;46;p7"/>
          <p:cNvSpPr txBox="1"/>
          <p:nvPr>
            <p:ph type="ctrTitle"/>
          </p:nvPr>
        </p:nvSpPr>
        <p:spPr>
          <a:xfrm flipH="1">
            <a:off x="355600" y="2236500"/>
            <a:ext cx="3956100" cy="670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7" name="Google Shape;47;p7"/>
          <p:cNvSpPr txBox="1"/>
          <p:nvPr>
            <p:ph idx="1" type="subTitle"/>
          </p:nvPr>
        </p:nvSpPr>
        <p:spPr>
          <a:xfrm>
            <a:off x="4825200" y="1728900"/>
            <a:ext cx="2490300" cy="1685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FFFFFF"/>
              </a:buClr>
              <a:buSzPts val="1200"/>
              <a:buNone/>
              <a:defRPr sz="14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cxnSp>
        <p:nvCxnSpPr>
          <p:cNvPr id="48" name="Google Shape;48;p7"/>
          <p:cNvCxnSpPr/>
          <p:nvPr/>
        </p:nvCxnSpPr>
        <p:spPr>
          <a:xfrm>
            <a:off x="4572000" y="1228200"/>
            <a:ext cx="0" cy="268710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9" name="Shape 49"/>
        <p:cNvGrpSpPr/>
        <p:nvPr/>
      </p:nvGrpSpPr>
      <p:grpSpPr>
        <a:xfrm>
          <a:off x="0" y="0"/>
          <a:ext cx="0" cy="0"/>
          <a:chOff x="0" y="0"/>
          <a:chExt cx="0" cy="0"/>
        </a:xfrm>
      </p:grpSpPr>
      <p:sp>
        <p:nvSpPr>
          <p:cNvPr id="50" name="Google Shape;50;p8"/>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51" name="Google Shape;51;p8"/>
          <p:cNvSpPr txBox="1"/>
          <p:nvPr>
            <p:ph idx="1" type="subTitle"/>
          </p:nvPr>
        </p:nvSpPr>
        <p:spPr>
          <a:xfrm>
            <a:off x="5427750" y="1819787"/>
            <a:ext cx="2857500" cy="514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600"/>
              <a:buNone/>
              <a:defRPr sz="14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52" name="Google Shape;52;p8"/>
          <p:cNvSpPr txBox="1"/>
          <p:nvPr>
            <p:ph type="ctrTitle"/>
          </p:nvPr>
        </p:nvSpPr>
        <p:spPr>
          <a:xfrm flipH="1">
            <a:off x="5427750" y="981587"/>
            <a:ext cx="2857500" cy="838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4800"/>
              <a:buNone/>
              <a:defRPr sz="5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pic>
        <p:nvPicPr>
          <p:cNvPr id="53" name="Google Shape;53;p8"/>
          <p:cNvPicPr preferRelativeResize="0"/>
          <p:nvPr/>
        </p:nvPicPr>
        <p:blipFill>
          <a:blip r:embed="rId2">
            <a:alphaModFix/>
          </a:blip>
          <a:stretch>
            <a:fillRect/>
          </a:stretch>
        </p:blipFill>
        <p:spPr>
          <a:xfrm rot="5400000">
            <a:off x="-751762" y="3062175"/>
            <a:ext cx="3802725" cy="3431200"/>
          </a:xfrm>
          <a:prstGeom prst="rect">
            <a:avLst/>
          </a:prstGeom>
          <a:noFill/>
          <a:ln>
            <a:noFill/>
          </a:ln>
        </p:spPr>
      </p:pic>
      <p:pic>
        <p:nvPicPr>
          <p:cNvPr id="54" name="Google Shape;54;p8"/>
          <p:cNvPicPr preferRelativeResize="0"/>
          <p:nvPr/>
        </p:nvPicPr>
        <p:blipFill>
          <a:blip r:embed="rId2">
            <a:alphaModFix/>
          </a:blip>
          <a:stretch>
            <a:fillRect/>
          </a:stretch>
        </p:blipFill>
        <p:spPr>
          <a:xfrm>
            <a:off x="-1718562" y="-1160625"/>
            <a:ext cx="3802725" cy="3431200"/>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5" name="Shape 55"/>
        <p:cNvGrpSpPr/>
        <p:nvPr/>
      </p:nvGrpSpPr>
      <p:grpSpPr>
        <a:xfrm>
          <a:off x="0" y="0"/>
          <a:ext cx="0" cy="0"/>
          <a:chOff x="0" y="0"/>
          <a:chExt cx="0" cy="0"/>
        </a:xfrm>
      </p:grpSpPr>
      <p:sp>
        <p:nvSpPr>
          <p:cNvPr id="56" name="Google Shape;56;p9"/>
          <p:cNvSpPr txBox="1"/>
          <p:nvPr>
            <p:ph idx="1" type="subTitle"/>
          </p:nvPr>
        </p:nvSpPr>
        <p:spPr>
          <a:xfrm>
            <a:off x="2101725" y="3712858"/>
            <a:ext cx="2175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7" name="Google Shape;57;p9"/>
          <p:cNvSpPr txBox="1"/>
          <p:nvPr>
            <p:ph idx="2" type="subTitle"/>
          </p:nvPr>
        </p:nvSpPr>
        <p:spPr>
          <a:xfrm>
            <a:off x="4789400" y="3715662"/>
            <a:ext cx="2175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8" name="Google Shape;58;p9"/>
          <p:cNvSpPr txBox="1"/>
          <p:nvPr>
            <p:ph idx="3" type="subTitle"/>
          </p:nvPr>
        </p:nvSpPr>
        <p:spPr>
          <a:xfrm>
            <a:off x="2101725" y="3396845"/>
            <a:ext cx="2175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59" name="Google Shape;59;p9"/>
          <p:cNvSpPr txBox="1"/>
          <p:nvPr>
            <p:ph idx="4" type="subTitle"/>
          </p:nvPr>
        </p:nvSpPr>
        <p:spPr>
          <a:xfrm>
            <a:off x="4789400" y="3395392"/>
            <a:ext cx="2157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pic>
        <p:nvPicPr>
          <p:cNvPr id="60" name="Google Shape;60;p9"/>
          <p:cNvPicPr preferRelativeResize="0"/>
          <p:nvPr/>
        </p:nvPicPr>
        <p:blipFill>
          <a:blip r:embed="rId2">
            <a:alphaModFix/>
          </a:blip>
          <a:stretch>
            <a:fillRect/>
          </a:stretch>
        </p:blipFill>
        <p:spPr>
          <a:xfrm>
            <a:off x="0" y="-228600"/>
            <a:ext cx="2300675" cy="2075900"/>
          </a:xfrm>
          <a:prstGeom prst="rect">
            <a:avLst/>
          </a:prstGeom>
          <a:noFill/>
          <a:ln>
            <a:noFill/>
          </a:ln>
        </p:spPr>
      </p:pic>
      <p:pic>
        <p:nvPicPr>
          <p:cNvPr id="61" name="Google Shape;61;p9"/>
          <p:cNvPicPr preferRelativeResize="0"/>
          <p:nvPr/>
        </p:nvPicPr>
        <p:blipFill>
          <a:blip r:embed="rId2">
            <a:alphaModFix/>
          </a:blip>
          <a:stretch>
            <a:fillRect/>
          </a:stretch>
        </p:blipFill>
        <p:spPr>
          <a:xfrm flipH="1">
            <a:off x="6843325" y="-228600"/>
            <a:ext cx="2300675" cy="2075900"/>
          </a:xfrm>
          <a:prstGeom prst="rect">
            <a:avLst/>
          </a:prstGeom>
          <a:noFill/>
          <a:ln>
            <a:noFill/>
          </a:ln>
        </p:spPr>
      </p:pic>
      <p:pic>
        <p:nvPicPr>
          <p:cNvPr id="62" name="Google Shape;62;p9"/>
          <p:cNvPicPr preferRelativeResize="0"/>
          <p:nvPr/>
        </p:nvPicPr>
        <p:blipFill>
          <a:blip r:embed="rId2">
            <a:alphaModFix/>
          </a:blip>
          <a:stretch>
            <a:fillRect/>
          </a:stretch>
        </p:blipFill>
        <p:spPr>
          <a:xfrm flipH="1" rot="10800000">
            <a:off x="0" y="3997725"/>
            <a:ext cx="2300675" cy="2075900"/>
          </a:xfrm>
          <a:prstGeom prst="rect">
            <a:avLst/>
          </a:prstGeom>
          <a:noFill/>
          <a:ln>
            <a:noFill/>
          </a:ln>
        </p:spPr>
      </p:pic>
      <p:pic>
        <p:nvPicPr>
          <p:cNvPr id="63" name="Google Shape;63;p9"/>
          <p:cNvPicPr preferRelativeResize="0"/>
          <p:nvPr/>
        </p:nvPicPr>
        <p:blipFill>
          <a:blip r:embed="rId2">
            <a:alphaModFix/>
          </a:blip>
          <a:stretch>
            <a:fillRect/>
          </a:stretch>
        </p:blipFill>
        <p:spPr>
          <a:xfrm rot="10800000">
            <a:off x="6843325" y="3997725"/>
            <a:ext cx="2300675" cy="2075900"/>
          </a:xfrm>
          <a:prstGeom prst="rect">
            <a:avLst/>
          </a:prstGeom>
          <a:noFill/>
          <a:ln>
            <a:noFill/>
          </a:ln>
        </p:spPr>
      </p:pic>
      <p:sp>
        <p:nvSpPr>
          <p:cNvPr id="64" name="Google Shape;64;p9"/>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5" name="Shape 65"/>
        <p:cNvGrpSpPr/>
        <p:nvPr/>
      </p:nvGrpSpPr>
      <p:grpSpPr>
        <a:xfrm>
          <a:off x="0" y="0"/>
          <a:ext cx="0" cy="0"/>
          <a:chOff x="0" y="0"/>
          <a:chExt cx="0" cy="0"/>
        </a:xfrm>
      </p:grpSpPr>
      <p:sp>
        <p:nvSpPr>
          <p:cNvPr id="66" name="Google Shape;66;p10"/>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67" name="Google Shape;67;p10"/>
          <p:cNvSpPr txBox="1"/>
          <p:nvPr>
            <p:ph type="ctrTitle"/>
          </p:nvPr>
        </p:nvSpPr>
        <p:spPr>
          <a:xfrm flipH="1">
            <a:off x="1187500" y="445025"/>
            <a:ext cx="6784500" cy="1720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800"/>
              <a:buNone/>
              <a:defRPr sz="5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pic>
        <p:nvPicPr>
          <p:cNvPr id="68" name="Google Shape;68;p10"/>
          <p:cNvPicPr preferRelativeResize="0"/>
          <p:nvPr/>
        </p:nvPicPr>
        <p:blipFill>
          <a:blip r:embed="rId2">
            <a:alphaModFix/>
          </a:blip>
          <a:stretch>
            <a:fillRect/>
          </a:stretch>
        </p:blipFill>
        <p:spPr>
          <a:xfrm rot="5400000">
            <a:off x="-751762" y="3062175"/>
            <a:ext cx="3802725" cy="3431200"/>
          </a:xfrm>
          <a:prstGeom prst="rect">
            <a:avLst/>
          </a:prstGeom>
          <a:noFill/>
          <a:ln>
            <a:noFill/>
          </a:ln>
        </p:spPr>
      </p:pic>
      <p:pic>
        <p:nvPicPr>
          <p:cNvPr id="69" name="Google Shape;69;p10"/>
          <p:cNvPicPr preferRelativeResize="0"/>
          <p:nvPr/>
        </p:nvPicPr>
        <p:blipFill>
          <a:blip r:embed="rId2">
            <a:alphaModFix/>
          </a:blip>
          <a:stretch>
            <a:fillRect/>
          </a:stretch>
        </p:blipFill>
        <p:spPr>
          <a:xfrm>
            <a:off x="-1718562" y="-1160625"/>
            <a:ext cx="3802725" cy="3431200"/>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0" name="Shape 70"/>
        <p:cNvGrpSpPr/>
        <p:nvPr/>
      </p:nvGrpSpPr>
      <p:grpSpPr>
        <a:xfrm>
          <a:off x="0" y="0"/>
          <a:ext cx="0" cy="0"/>
          <a:chOff x="0" y="0"/>
          <a:chExt cx="0" cy="0"/>
        </a:xfrm>
      </p:grpSpPr>
      <p:sp>
        <p:nvSpPr>
          <p:cNvPr id="71" name="Google Shape;71;p11"/>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72" name="Google Shape;72;p11"/>
          <p:cNvSpPr txBox="1"/>
          <p:nvPr>
            <p:ph hasCustomPrompt="1" type="title"/>
          </p:nvPr>
        </p:nvSpPr>
        <p:spPr>
          <a:xfrm>
            <a:off x="539999" y="1400065"/>
            <a:ext cx="8064000" cy="178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5000"/>
              <a:buNone/>
              <a:defRPr sz="11500"/>
            </a:lvl1pPr>
            <a:lvl2pPr lvl="1"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9pPr>
          </a:lstStyle>
          <a:p>
            <a:r>
              <a:t>xx%</a:t>
            </a:r>
          </a:p>
        </p:txBody>
      </p:sp>
      <p:sp>
        <p:nvSpPr>
          <p:cNvPr id="73" name="Google Shape;73;p11"/>
          <p:cNvSpPr txBox="1"/>
          <p:nvPr>
            <p:ph idx="1" type="subTitle"/>
          </p:nvPr>
        </p:nvSpPr>
        <p:spPr>
          <a:xfrm>
            <a:off x="537375" y="3235240"/>
            <a:ext cx="8066700" cy="39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600"/>
              <a:buNone/>
              <a:defRPr sz="1600"/>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p:txBody>
      </p:sp>
      <p:pic>
        <p:nvPicPr>
          <p:cNvPr id="74" name="Google Shape;74;p11"/>
          <p:cNvPicPr preferRelativeResize="0"/>
          <p:nvPr/>
        </p:nvPicPr>
        <p:blipFill>
          <a:blip r:embed="rId2">
            <a:alphaModFix/>
          </a:blip>
          <a:stretch>
            <a:fillRect/>
          </a:stretch>
        </p:blipFill>
        <p:spPr>
          <a:xfrm flipH="1">
            <a:off x="6945663" y="-346987"/>
            <a:ext cx="2300675" cy="2075900"/>
          </a:xfrm>
          <a:prstGeom prst="rect">
            <a:avLst/>
          </a:prstGeom>
          <a:noFill/>
          <a:ln>
            <a:noFill/>
          </a:ln>
        </p:spPr>
      </p:pic>
      <p:pic>
        <p:nvPicPr>
          <p:cNvPr id="75" name="Google Shape;75;p11"/>
          <p:cNvPicPr preferRelativeResize="0"/>
          <p:nvPr/>
        </p:nvPicPr>
        <p:blipFill>
          <a:blip r:embed="rId2">
            <a:alphaModFix/>
          </a:blip>
          <a:stretch>
            <a:fillRect/>
          </a:stretch>
        </p:blipFill>
        <p:spPr>
          <a:xfrm flipH="1" rot="10800000">
            <a:off x="0" y="3414791"/>
            <a:ext cx="2300675" cy="2075900"/>
          </a:xfrm>
          <a:prstGeom prst="rect">
            <a:avLst/>
          </a:prstGeom>
          <a:noFill/>
          <a:ln>
            <a:noFill/>
          </a:ln>
        </p:spPr>
      </p:pic>
      <p:pic>
        <p:nvPicPr>
          <p:cNvPr id="76" name="Google Shape;76;p11"/>
          <p:cNvPicPr preferRelativeResize="0"/>
          <p:nvPr/>
        </p:nvPicPr>
        <p:blipFill>
          <a:blip r:embed="rId2">
            <a:alphaModFix/>
          </a:blip>
          <a:stretch>
            <a:fillRect/>
          </a:stretch>
        </p:blipFill>
        <p:spPr>
          <a:xfrm flipH="1" rot="10800000">
            <a:off x="-104897" y="-695083"/>
            <a:ext cx="2300675" cy="2075900"/>
          </a:xfrm>
          <a:prstGeom prst="rect">
            <a:avLst/>
          </a:prstGeom>
          <a:noFill/>
          <a:ln>
            <a:noFill/>
          </a:ln>
        </p:spPr>
      </p:pic>
      <p:pic>
        <p:nvPicPr>
          <p:cNvPr id="77" name="Google Shape;77;p11"/>
          <p:cNvPicPr preferRelativeResize="0"/>
          <p:nvPr/>
        </p:nvPicPr>
        <p:blipFill>
          <a:blip r:embed="rId2">
            <a:alphaModFix/>
          </a:blip>
          <a:stretch>
            <a:fillRect/>
          </a:stretch>
        </p:blipFill>
        <p:spPr>
          <a:xfrm flipH="1">
            <a:off x="6945663" y="3773854"/>
            <a:ext cx="2300675" cy="20759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8" name="Shape 78"/>
        <p:cNvGrpSpPr/>
        <p:nvPr/>
      </p:nvGrpSpPr>
      <p:grpSpPr>
        <a:xfrm>
          <a:off x="0" y="0"/>
          <a:ext cx="0" cy="0"/>
          <a:chOff x="0" y="0"/>
          <a:chExt cx="0" cy="0"/>
        </a:xfrm>
      </p:grpSpPr>
      <p:sp>
        <p:nvSpPr>
          <p:cNvPr id="79" name="Google Shape;79;p1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6">
    <p:spTree>
      <p:nvGrpSpPr>
        <p:cNvPr id="80" name="Shape 80"/>
        <p:cNvGrpSpPr/>
        <p:nvPr/>
      </p:nvGrpSpPr>
      <p:grpSpPr>
        <a:xfrm>
          <a:off x="0" y="0"/>
          <a:ext cx="0" cy="0"/>
          <a:chOff x="0" y="0"/>
          <a:chExt cx="0" cy="0"/>
        </a:xfrm>
      </p:grpSpPr>
      <p:sp>
        <p:nvSpPr>
          <p:cNvPr id="81" name="Google Shape;81;p13"/>
          <p:cNvSpPr txBox="1"/>
          <p:nvPr>
            <p:ph type="ctrTitle"/>
          </p:nvPr>
        </p:nvSpPr>
        <p:spPr>
          <a:xfrm>
            <a:off x="1690457" y="20524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2" name="Google Shape;82;p13"/>
          <p:cNvSpPr txBox="1"/>
          <p:nvPr>
            <p:ph idx="1" type="subTitle"/>
          </p:nvPr>
        </p:nvSpPr>
        <p:spPr>
          <a:xfrm>
            <a:off x="2051807" y="2538657"/>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3" name="Google Shape;83;p13"/>
          <p:cNvSpPr txBox="1"/>
          <p:nvPr>
            <p:ph idx="2" type="ctrTitle"/>
          </p:nvPr>
        </p:nvSpPr>
        <p:spPr>
          <a:xfrm>
            <a:off x="1690457" y="3599531"/>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4" name="Google Shape;84;p13"/>
          <p:cNvSpPr txBox="1"/>
          <p:nvPr>
            <p:ph idx="3" type="subTitle"/>
          </p:nvPr>
        </p:nvSpPr>
        <p:spPr>
          <a:xfrm>
            <a:off x="2051807" y="4048600"/>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5" name="Google Shape;85;p13"/>
          <p:cNvSpPr txBox="1"/>
          <p:nvPr>
            <p:ph idx="4" type="ctrTitle"/>
          </p:nvPr>
        </p:nvSpPr>
        <p:spPr>
          <a:xfrm>
            <a:off x="4824357" y="20524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6" name="Google Shape;86;p13"/>
          <p:cNvSpPr txBox="1"/>
          <p:nvPr>
            <p:ph idx="5" type="subTitle"/>
          </p:nvPr>
        </p:nvSpPr>
        <p:spPr>
          <a:xfrm>
            <a:off x="5185707" y="2538657"/>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7" name="Google Shape;87;p13"/>
          <p:cNvSpPr txBox="1"/>
          <p:nvPr>
            <p:ph idx="6" type="ctrTitle"/>
          </p:nvPr>
        </p:nvSpPr>
        <p:spPr>
          <a:xfrm>
            <a:off x="4824357" y="3599531"/>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8" name="Google Shape;88;p13"/>
          <p:cNvSpPr txBox="1"/>
          <p:nvPr>
            <p:ph idx="7" type="subTitle"/>
          </p:nvPr>
        </p:nvSpPr>
        <p:spPr>
          <a:xfrm>
            <a:off x="5185707" y="4048600"/>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9" name="Google Shape;89;p13"/>
          <p:cNvSpPr txBox="1"/>
          <p:nvPr>
            <p:ph idx="8" type="ctrTitle"/>
          </p:nvPr>
        </p:nvSpPr>
        <p:spPr>
          <a:xfrm>
            <a:off x="1122278" y="401450"/>
            <a:ext cx="68994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90" name="Google Shape;90;p13"/>
          <p:cNvSpPr txBox="1"/>
          <p:nvPr>
            <p:ph hasCustomPrompt="1" idx="9" type="title"/>
          </p:nvPr>
        </p:nvSpPr>
        <p:spPr>
          <a:xfrm>
            <a:off x="2128157" y="1555631"/>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91" name="Google Shape;91;p13"/>
          <p:cNvSpPr txBox="1"/>
          <p:nvPr>
            <p:ph hasCustomPrompt="1" idx="13" type="title"/>
          </p:nvPr>
        </p:nvSpPr>
        <p:spPr>
          <a:xfrm>
            <a:off x="2128157" y="3074022"/>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92" name="Google Shape;92;p13"/>
          <p:cNvSpPr txBox="1"/>
          <p:nvPr>
            <p:ph hasCustomPrompt="1" idx="14" type="title"/>
          </p:nvPr>
        </p:nvSpPr>
        <p:spPr>
          <a:xfrm>
            <a:off x="5262057" y="1555631"/>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93" name="Google Shape;93;p13"/>
          <p:cNvSpPr txBox="1"/>
          <p:nvPr>
            <p:ph hasCustomPrompt="1" idx="15" type="title"/>
          </p:nvPr>
        </p:nvSpPr>
        <p:spPr>
          <a:xfrm>
            <a:off x="5262057" y="3074022"/>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2">
  <p:cSld name="CUSTOM_36">
    <p:spTree>
      <p:nvGrpSpPr>
        <p:cNvPr id="94" name="Shape 94"/>
        <p:cNvGrpSpPr/>
        <p:nvPr/>
      </p:nvGrpSpPr>
      <p:grpSpPr>
        <a:xfrm>
          <a:off x="0" y="0"/>
          <a:ext cx="0" cy="0"/>
          <a:chOff x="0" y="0"/>
          <a:chExt cx="0" cy="0"/>
        </a:xfrm>
      </p:grpSpPr>
      <p:sp>
        <p:nvSpPr>
          <p:cNvPr id="95" name="Google Shape;95;p14"/>
          <p:cNvSpPr txBox="1"/>
          <p:nvPr>
            <p:ph type="ctrTitle"/>
          </p:nvPr>
        </p:nvSpPr>
        <p:spPr>
          <a:xfrm>
            <a:off x="657228" y="1778585"/>
            <a:ext cx="1959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6" name="Google Shape;96;p14"/>
          <p:cNvSpPr txBox="1"/>
          <p:nvPr>
            <p:ph idx="1" type="subTitle"/>
          </p:nvPr>
        </p:nvSpPr>
        <p:spPr>
          <a:xfrm>
            <a:off x="657228" y="2252441"/>
            <a:ext cx="19593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7" name="Google Shape;97;p14"/>
          <p:cNvSpPr txBox="1"/>
          <p:nvPr>
            <p:ph idx="2" type="ctrTitle"/>
          </p:nvPr>
        </p:nvSpPr>
        <p:spPr>
          <a:xfrm>
            <a:off x="693636" y="3580934"/>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8" name="Google Shape;98;p14"/>
          <p:cNvSpPr txBox="1"/>
          <p:nvPr>
            <p:ph idx="3" type="subTitle"/>
          </p:nvPr>
        </p:nvSpPr>
        <p:spPr>
          <a:xfrm>
            <a:off x="693636" y="4036206"/>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9" name="Google Shape;99;p14"/>
          <p:cNvSpPr txBox="1"/>
          <p:nvPr>
            <p:ph idx="4" type="ctrTitle"/>
          </p:nvPr>
        </p:nvSpPr>
        <p:spPr>
          <a:xfrm>
            <a:off x="3207532" y="1784778"/>
            <a:ext cx="1799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0" name="Google Shape;100;p14"/>
          <p:cNvSpPr txBox="1"/>
          <p:nvPr>
            <p:ph idx="5" type="subTitle"/>
          </p:nvPr>
        </p:nvSpPr>
        <p:spPr>
          <a:xfrm>
            <a:off x="3188332" y="2252437"/>
            <a:ext cx="18381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1" name="Google Shape;101;p14"/>
          <p:cNvSpPr txBox="1"/>
          <p:nvPr>
            <p:ph idx="6" type="ctrTitle"/>
          </p:nvPr>
        </p:nvSpPr>
        <p:spPr>
          <a:xfrm>
            <a:off x="3233530" y="3580934"/>
            <a:ext cx="1753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2" name="Google Shape;102;p14"/>
          <p:cNvSpPr txBox="1"/>
          <p:nvPr>
            <p:ph idx="7" type="subTitle"/>
          </p:nvPr>
        </p:nvSpPr>
        <p:spPr>
          <a:xfrm>
            <a:off x="3157180" y="4036206"/>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3" name="Google Shape;103;p14"/>
          <p:cNvSpPr txBox="1"/>
          <p:nvPr>
            <p:ph idx="8" type="ctrTitle"/>
          </p:nvPr>
        </p:nvSpPr>
        <p:spPr>
          <a:xfrm>
            <a:off x="579450" y="401450"/>
            <a:ext cx="45930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04" name="Google Shape;104;p14"/>
          <p:cNvSpPr txBox="1"/>
          <p:nvPr>
            <p:ph hasCustomPrompt="1" idx="9" type="title"/>
          </p:nvPr>
        </p:nvSpPr>
        <p:spPr>
          <a:xfrm>
            <a:off x="683628" y="1358010"/>
            <a:ext cx="1906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05" name="Google Shape;105;p14"/>
          <p:cNvSpPr txBox="1"/>
          <p:nvPr>
            <p:ph hasCustomPrompt="1" idx="13" type="title"/>
          </p:nvPr>
        </p:nvSpPr>
        <p:spPr>
          <a:xfrm>
            <a:off x="693636" y="3141768"/>
            <a:ext cx="1906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06" name="Google Shape;106;p14"/>
          <p:cNvSpPr txBox="1"/>
          <p:nvPr>
            <p:ph hasCustomPrompt="1" idx="14" type="title"/>
          </p:nvPr>
        </p:nvSpPr>
        <p:spPr>
          <a:xfrm>
            <a:off x="3180682" y="1370400"/>
            <a:ext cx="18534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07" name="Google Shape;107;p14"/>
          <p:cNvSpPr txBox="1"/>
          <p:nvPr>
            <p:ph hasCustomPrompt="1" idx="15" type="title"/>
          </p:nvPr>
        </p:nvSpPr>
        <p:spPr>
          <a:xfrm>
            <a:off x="3233530" y="3141774"/>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pic>
        <p:nvPicPr>
          <p:cNvPr id="108" name="Google Shape;108;p14"/>
          <p:cNvPicPr preferRelativeResize="0"/>
          <p:nvPr/>
        </p:nvPicPr>
        <p:blipFill>
          <a:blip r:embed="rId2">
            <a:alphaModFix/>
          </a:blip>
          <a:stretch>
            <a:fillRect/>
          </a:stretch>
        </p:blipFill>
        <p:spPr>
          <a:xfrm rot="10800000">
            <a:off x="5341276" y="2195283"/>
            <a:ext cx="3802725" cy="3431200"/>
          </a:xfrm>
          <a:prstGeom prst="rect">
            <a:avLst/>
          </a:prstGeom>
          <a:noFill/>
          <a:ln>
            <a:noFill/>
          </a:ln>
        </p:spPr>
      </p:pic>
      <p:pic>
        <p:nvPicPr>
          <p:cNvPr id="109" name="Google Shape;109;p14"/>
          <p:cNvPicPr preferRelativeResize="0"/>
          <p:nvPr/>
        </p:nvPicPr>
        <p:blipFill>
          <a:blip r:embed="rId2">
            <a:alphaModFix/>
          </a:blip>
          <a:stretch>
            <a:fillRect/>
          </a:stretch>
        </p:blipFill>
        <p:spPr>
          <a:xfrm flipH="1">
            <a:off x="5341276" y="-482985"/>
            <a:ext cx="3802725" cy="3431200"/>
          </a:xfrm>
          <a:prstGeom prst="rect">
            <a:avLst/>
          </a:prstGeom>
          <a:noFill/>
          <a:ln>
            <a:noFill/>
          </a:ln>
        </p:spPr>
      </p:pic>
      <p:sp>
        <p:nvSpPr>
          <p:cNvPr id="110" name="Google Shape;110;p14"/>
          <p:cNvSpPr/>
          <p:nvPr/>
        </p:nvSpPr>
        <p:spPr>
          <a:xfrm>
            <a:off x="3042082" y="1263875"/>
            <a:ext cx="2130600" cy="16611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a:off x="581586" y="3037375"/>
            <a:ext cx="2130600" cy="16611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p:nvPr/>
        </p:nvSpPr>
        <p:spPr>
          <a:xfrm>
            <a:off x="579457" y="1263875"/>
            <a:ext cx="2130600" cy="16611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4"/>
          <p:cNvSpPr/>
          <p:nvPr/>
        </p:nvSpPr>
        <p:spPr>
          <a:xfrm>
            <a:off x="3045130" y="3037375"/>
            <a:ext cx="2130600" cy="16611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8">
    <p:spTree>
      <p:nvGrpSpPr>
        <p:cNvPr id="114" name="Shape 114"/>
        <p:cNvGrpSpPr/>
        <p:nvPr/>
      </p:nvGrpSpPr>
      <p:grpSpPr>
        <a:xfrm>
          <a:off x="0" y="0"/>
          <a:ext cx="0" cy="0"/>
          <a:chOff x="0" y="0"/>
          <a:chExt cx="0" cy="0"/>
        </a:xfrm>
      </p:grpSpPr>
      <p:sp>
        <p:nvSpPr>
          <p:cNvPr id="115" name="Google Shape;115;p15"/>
          <p:cNvSpPr txBox="1"/>
          <p:nvPr>
            <p:ph idx="1" type="subTitle"/>
          </p:nvPr>
        </p:nvSpPr>
        <p:spPr>
          <a:xfrm>
            <a:off x="2722955" y="3329200"/>
            <a:ext cx="36981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Font typeface="Arial"/>
              <a:buChar char="-"/>
              <a:defRPr sz="1600"/>
            </a:lvl1pPr>
            <a:lvl2pPr lvl="1" rtl="0" algn="ctr">
              <a:lnSpc>
                <a:spcPct val="100000"/>
              </a:lnSpc>
              <a:spcBef>
                <a:spcPts val="0"/>
              </a:spcBef>
              <a:spcAft>
                <a:spcPts val="0"/>
              </a:spcAft>
              <a:buClr>
                <a:schemeClr val="dk1"/>
              </a:buClr>
              <a:buSzPts val="1400"/>
              <a:buFont typeface="Arial"/>
              <a:buChar char="-"/>
              <a:defRPr sz="1000"/>
            </a:lvl2pPr>
            <a:lvl3pPr lvl="2" rtl="0" algn="ctr">
              <a:lnSpc>
                <a:spcPct val="100000"/>
              </a:lnSpc>
              <a:spcBef>
                <a:spcPts val="0"/>
              </a:spcBef>
              <a:spcAft>
                <a:spcPts val="0"/>
              </a:spcAft>
              <a:buClr>
                <a:schemeClr val="dk1"/>
              </a:buClr>
              <a:buSzPts val="1400"/>
              <a:buFont typeface="Arial"/>
              <a:buChar char="-"/>
              <a:defRPr sz="1000"/>
            </a:lvl3pPr>
            <a:lvl4pPr lvl="3" rtl="0" algn="ctr">
              <a:lnSpc>
                <a:spcPct val="100000"/>
              </a:lnSpc>
              <a:spcBef>
                <a:spcPts val="0"/>
              </a:spcBef>
              <a:spcAft>
                <a:spcPts val="0"/>
              </a:spcAft>
              <a:buClr>
                <a:schemeClr val="dk1"/>
              </a:buClr>
              <a:buSzPts val="1400"/>
              <a:buFont typeface="Arial"/>
              <a:buChar char="-"/>
              <a:defRPr sz="1000"/>
            </a:lvl4pPr>
            <a:lvl5pPr lvl="4" rtl="0" algn="ctr">
              <a:lnSpc>
                <a:spcPct val="100000"/>
              </a:lnSpc>
              <a:spcBef>
                <a:spcPts val="0"/>
              </a:spcBef>
              <a:spcAft>
                <a:spcPts val="0"/>
              </a:spcAft>
              <a:buClr>
                <a:schemeClr val="dk1"/>
              </a:buClr>
              <a:buSzPts val="1400"/>
              <a:buFont typeface="Arial"/>
              <a:buChar char="-"/>
              <a:defRPr sz="1000"/>
            </a:lvl5pPr>
            <a:lvl6pPr lvl="5" rtl="0" algn="ctr">
              <a:lnSpc>
                <a:spcPct val="100000"/>
              </a:lnSpc>
              <a:spcBef>
                <a:spcPts val="0"/>
              </a:spcBef>
              <a:spcAft>
                <a:spcPts val="0"/>
              </a:spcAft>
              <a:buClr>
                <a:schemeClr val="dk1"/>
              </a:buClr>
              <a:buSzPts val="1400"/>
              <a:buFont typeface="Arial"/>
              <a:buChar char="-"/>
              <a:defRPr sz="1000"/>
            </a:lvl6pPr>
            <a:lvl7pPr lvl="6" rtl="0" algn="ctr">
              <a:lnSpc>
                <a:spcPct val="100000"/>
              </a:lnSpc>
              <a:spcBef>
                <a:spcPts val="0"/>
              </a:spcBef>
              <a:spcAft>
                <a:spcPts val="0"/>
              </a:spcAft>
              <a:buClr>
                <a:schemeClr val="dk1"/>
              </a:buClr>
              <a:buSzPts val="1400"/>
              <a:buFont typeface="Arial"/>
              <a:buChar char="-"/>
              <a:defRPr sz="1000"/>
            </a:lvl7pPr>
            <a:lvl8pPr lvl="7" rtl="0" algn="ctr">
              <a:lnSpc>
                <a:spcPct val="100000"/>
              </a:lnSpc>
              <a:spcBef>
                <a:spcPts val="0"/>
              </a:spcBef>
              <a:spcAft>
                <a:spcPts val="0"/>
              </a:spcAft>
              <a:buClr>
                <a:schemeClr val="dk1"/>
              </a:buClr>
              <a:buSzPts val="1400"/>
              <a:buFont typeface="Arial"/>
              <a:buChar char="-"/>
              <a:defRPr sz="1000"/>
            </a:lvl8pPr>
            <a:lvl9pPr lvl="8" rtl="0" algn="ctr">
              <a:lnSpc>
                <a:spcPct val="100000"/>
              </a:lnSpc>
              <a:spcBef>
                <a:spcPts val="0"/>
              </a:spcBef>
              <a:spcAft>
                <a:spcPts val="0"/>
              </a:spcAft>
              <a:buClr>
                <a:schemeClr val="dk1"/>
              </a:buClr>
              <a:buSzPts val="1400"/>
              <a:buFont typeface="Arial"/>
              <a:buChar char="-"/>
              <a:defRPr sz="1000"/>
            </a:lvl9pPr>
          </a:lstStyle>
          <a:p/>
        </p:txBody>
      </p:sp>
      <p:sp>
        <p:nvSpPr>
          <p:cNvPr id="116" name="Google Shape;116;p15"/>
          <p:cNvSpPr txBox="1"/>
          <p:nvPr>
            <p:ph type="ctrTitle"/>
          </p:nvPr>
        </p:nvSpPr>
        <p:spPr>
          <a:xfrm>
            <a:off x="1710150" y="1328125"/>
            <a:ext cx="5723700" cy="1864500"/>
          </a:xfrm>
          <a:prstGeom prst="rect">
            <a:avLst/>
          </a:prstGeom>
        </p:spPr>
        <p:txBody>
          <a:bodyPr anchorCtr="0" anchor="ctr" bIns="91425" lIns="91425" spcFirstLastPara="1" rIns="91425" wrap="square" tIns="91425">
            <a:noAutofit/>
          </a:bodyPr>
          <a:lstStyle>
            <a:lvl1pPr lvl="0" rtl="0" algn="ctr">
              <a:spcBef>
                <a:spcPts val="3400"/>
              </a:spcBef>
              <a:spcAft>
                <a:spcPts val="0"/>
              </a:spcAft>
              <a:buSzPts val="3600"/>
              <a:buNone/>
              <a:defRPr sz="2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pic>
        <p:nvPicPr>
          <p:cNvPr id="117" name="Google Shape;117;p15"/>
          <p:cNvPicPr preferRelativeResize="0"/>
          <p:nvPr/>
        </p:nvPicPr>
        <p:blipFill>
          <a:blip r:embed="rId2">
            <a:alphaModFix/>
          </a:blip>
          <a:stretch>
            <a:fillRect/>
          </a:stretch>
        </p:blipFill>
        <p:spPr>
          <a:xfrm>
            <a:off x="-1079774" y="-405667"/>
            <a:ext cx="3802725" cy="3431200"/>
          </a:xfrm>
          <a:prstGeom prst="rect">
            <a:avLst/>
          </a:prstGeom>
          <a:noFill/>
          <a:ln>
            <a:noFill/>
          </a:ln>
        </p:spPr>
      </p:pic>
      <p:pic>
        <p:nvPicPr>
          <p:cNvPr id="118" name="Google Shape;118;p15"/>
          <p:cNvPicPr preferRelativeResize="0"/>
          <p:nvPr/>
        </p:nvPicPr>
        <p:blipFill>
          <a:blip r:embed="rId2">
            <a:alphaModFix/>
          </a:blip>
          <a:stretch>
            <a:fillRect/>
          </a:stretch>
        </p:blipFill>
        <p:spPr>
          <a:xfrm rot="10800000">
            <a:off x="5988976" y="2112358"/>
            <a:ext cx="3802725" cy="34312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2">
  <p:cSld name="CUSTOM_32">
    <p:spTree>
      <p:nvGrpSpPr>
        <p:cNvPr id="119" name="Shape 119"/>
        <p:cNvGrpSpPr/>
        <p:nvPr/>
      </p:nvGrpSpPr>
      <p:grpSpPr>
        <a:xfrm>
          <a:off x="0" y="0"/>
          <a:ext cx="0" cy="0"/>
          <a:chOff x="0" y="0"/>
          <a:chExt cx="0" cy="0"/>
        </a:xfrm>
      </p:grpSpPr>
      <p:sp>
        <p:nvSpPr>
          <p:cNvPr id="120" name="Google Shape;120;p16"/>
          <p:cNvSpPr txBox="1"/>
          <p:nvPr>
            <p:ph idx="1" type="subTitle"/>
          </p:nvPr>
        </p:nvSpPr>
        <p:spPr>
          <a:xfrm>
            <a:off x="4511650" y="3131900"/>
            <a:ext cx="37179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1400"/>
              <a:buFont typeface="Arial"/>
              <a:buChar char="-"/>
              <a:defRPr sz="1600"/>
            </a:lvl1pPr>
            <a:lvl2pPr lvl="1" rtl="0" algn="ctr">
              <a:lnSpc>
                <a:spcPct val="100000"/>
              </a:lnSpc>
              <a:spcBef>
                <a:spcPts val="0"/>
              </a:spcBef>
              <a:spcAft>
                <a:spcPts val="0"/>
              </a:spcAft>
              <a:buClr>
                <a:schemeClr val="dk1"/>
              </a:buClr>
              <a:buSzPts val="1400"/>
              <a:buFont typeface="Arial"/>
              <a:buChar char="-"/>
              <a:defRPr sz="1000"/>
            </a:lvl2pPr>
            <a:lvl3pPr lvl="2" rtl="0" algn="ctr">
              <a:lnSpc>
                <a:spcPct val="100000"/>
              </a:lnSpc>
              <a:spcBef>
                <a:spcPts val="0"/>
              </a:spcBef>
              <a:spcAft>
                <a:spcPts val="0"/>
              </a:spcAft>
              <a:buClr>
                <a:schemeClr val="dk1"/>
              </a:buClr>
              <a:buSzPts val="1400"/>
              <a:buFont typeface="Arial"/>
              <a:buChar char="-"/>
              <a:defRPr sz="1000"/>
            </a:lvl3pPr>
            <a:lvl4pPr lvl="3" rtl="0" algn="ctr">
              <a:lnSpc>
                <a:spcPct val="100000"/>
              </a:lnSpc>
              <a:spcBef>
                <a:spcPts val="0"/>
              </a:spcBef>
              <a:spcAft>
                <a:spcPts val="0"/>
              </a:spcAft>
              <a:buClr>
                <a:schemeClr val="dk1"/>
              </a:buClr>
              <a:buSzPts val="1400"/>
              <a:buFont typeface="Arial"/>
              <a:buChar char="-"/>
              <a:defRPr sz="1000"/>
            </a:lvl4pPr>
            <a:lvl5pPr lvl="4" rtl="0" algn="ctr">
              <a:lnSpc>
                <a:spcPct val="100000"/>
              </a:lnSpc>
              <a:spcBef>
                <a:spcPts val="0"/>
              </a:spcBef>
              <a:spcAft>
                <a:spcPts val="0"/>
              </a:spcAft>
              <a:buClr>
                <a:schemeClr val="dk1"/>
              </a:buClr>
              <a:buSzPts val="1400"/>
              <a:buFont typeface="Arial"/>
              <a:buChar char="-"/>
              <a:defRPr sz="1000"/>
            </a:lvl5pPr>
            <a:lvl6pPr lvl="5" rtl="0" algn="ctr">
              <a:lnSpc>
                <a:spcPct val="100000"/>
              </a:lnSpc>
              <a:spcBef>
                <a:spcPts val="0"/>
              </a:spcBef>
              <a:spcAft>
                <a:spcPts val="0"/>
              </a:spcAft>
              <a:buClr>
                <a:schemeClr val="dk1"/>
              </a:buClr>
              <a:buSzPts val="1400"/>
              <a:buFont typeface="Arial"/>
              <a:buChar char="-"/>
              <a:defRPr sz="1000"/>
            </a:lvl6pPr>
            <a:lvl7pPr lvl="6" rtl="0" algn="ctr">
              <a:lnSpc>
                <a:spcPct val="100000"/>
              </a:lnSpc>
              <a:spcBef>
                <a:spcPts val="0"/>
              </a:spcBef>
              <a:spcAft>
                <a:spcPts val="0"/>
              </a:spcAft>
              <a:buClr>
                <a:schemeClr val="dk1"/>
              </a:buClr>
              <a:buSzPts val="1400"/>
              <a:buFont typeface="Arial"/>
              <a:buChar char="-"/>
              <a:defRPr sz="1000"/>
            </a:lvl7pPr>
            <a:lvl8pPr lvl="7" rtl="0" algn="ctr">
              <a:lnSpc>
                <a:spcPct val="100000"/>
              </a:lnSpc>
              <a:spcBef>
                <a:spcPts val="0"/>
              </a:spcBef>
              <a:spcAft>
                <a:spcPts val="0"/>
              </a:spcAft>
              <a:buClr>
                <a:schemeClr val="dk1"/>
              </a:buClr>
              <a:buSzPts val="1400"/>
              <a:buFont typeface="Arial"/>
              <a:buChar char="-"/>
              <a:defRPr sz="1000"/>
            </a:lvl8pPr>
            <a:lvl9pPr lvl="8" rtl="0" algn="ctr">
              <a:lnSpc>
                <a:spcPct val="100000"/>
              </a:lnSpc>
              <a:spcBef>
                <a:spcPts val="0"/>
              </a:spcBef>
              <a:spcAft>
                <a:spcPts val="0"/>
              </a:spcAft>
              <a:buClr>
                <a:schemeClr val="dk1"/>
              </a:buClr>
              <a:buSzPts val="1400"/>
              <a:buFont typeface="Arial"/>
              <a:buChar char="-"/>
              <a:defRPr sz="1000"/>
            </a:lvl9pPr>
          </a:lstStyle>
          <a:p/>
        </p:txBody>
      </p:sp>
      <p:sp>
        <p:nvSpPr>
          <p:cNvPr id="121" name="Google Shape;121;p16"/>
          <p:cNvSpPr txBox="1"/>
          <p:nvPr>
            <p:ph type="ctrTitle"/>
          </p:nvPr>
        </p:nvSpPr>
        <p:spPr>
          <a:xfrm>
            <a:off x="4511650" y="1054625"/>
            <a:ext cx="3717900" cy="1864500"/>
          </a:xfrm>
          <a:prstGeom prst="rect">
            <a:avLst/>
          </a:prstGeom>
        </p:spPr>
        <p:txBody>
          <a:bodyPr anchorCtr="0" anchor="ctr" bIns="91425" lIns="91425" spcFirstLastPara="1" rIns="91425" wrap="square" tIns="91425">
            <a:noAutofit/>
          </a:bodyPr>
          <a:lstStyle>
            <a:lvl1pPr lvl="0" rtl="0" algn="r">
              <a:spcBef>
                <a:spcPts val="3400"/>
              </a:spcBef>
              <a:spcAft>
                <a:spcPts val="0"/>
              </a:spcAft>
              <a:buSzPts val="3600"/>
              <a:buNone/>
              <a:defRPr sz="2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pic>
        <p:nvPicPr>
          <p:cNvPr id="122" name="Google Shape;122;p16"/>
          <p:cNvPicPr preferRelativeResize="0"/>
          <p:nvPr/>
        </p:nvPicPr>
        <p:blipFill>
          <a:blip r:embed="rId2">
            <a:alphaModFix/>
          </a:blip>
          <a:stretch>
            <a:fillRect/>
          </a:stretch>
        </p:blipFill>
        <p:spPr>
          <a:xfrm>
            <a:off x="16176" y="-501681"/>
            <a:ext cx="3802725" cy="3431200"/>
          </a:xfrm>
          <a:prstGeom prst="rect">
            <a:avLst/>
          </a:prstGeom>
          <a:noFill/>
          <a:ln>
            <a:noFill/>
          </a:ln>
        </p:spPr>
      </p:pic>
      <p:pic>
        <p:nvPicPr>
          <p:cNvPr id="123" name="Google Shape;123;p16"/>
          <p:cNvPicPr preferRelativeResize="0"/>
          <p:nvPr/>
        </p:nvPicPr>
        <p:blipFill>
          <a:blip r:embed="rId2">
            <a:alphaModFix/>
          </a:blip>
          <a:stretch>
            <a:fillRect/>
          </a:stretch>
        </p:blipFill>
        <p:spPr>
          <a:xfrm flipH="1" rot="10800000">
            <a:off x="10" y="2213744"/>
            <a:ext cx="3802725" cy="34312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
    <p:spTree>
      <p:nvGrpSpPr>
        <p:cNvPr id="124" name="Shape 124"/>
        <p:cNvGrpSpPr/>
        <p:nvPr/>
      </p:nvGrpSpPr>
      <p:grpSpPr>
        <a:xfrm>
          <a:off x="0" y="0"/>
          <a:ext cx="0" cy="0"/>
          <a:chOff x="0" y="0"/>
          <a:chExt cx="0" cy="0"/>
        </a:xfrm>
      </p:grpSpPr>
      <p:pic>
        <p:nvPicPr>
          <p:cNvPr id="125" name="Google Shape;125;p17"/>
          <p:cNvPicPr preferRelativeResize="0"/>
          <p:nvPr/>
        </p:nvPicPr>
        <p:blipFill>
          <a:blip r:embed="rId2">
            <a:alphaModFix/>
          </a:blip>
          <a:stretch>
            <a:fillRect/>
          </a:stretch>
        </p:blipFill>
        <p:spPr>
          <a:xfrm>
            <a:off x="16176" y="-501681"/>
            <a:ext cx="3802725" cy="3431200"/>
          </a:xfrm>
          <a:prstGeom prst="rect">
            <a:avLst/>
          </a:prstGeom>
          <a:noFill/>
          <a:ln>
            <a:noFill/>
          </a:ln>
        </p:spPr>
      </p:pic>
      <p:pic>
        <p:nvPicPr>
          <p:cNvPr id="126" name="Google Shape;126;p17"/>
          <p:cNvPicPr preferRelativeResize="0"/>
          <p:nvPr/>
        </p:nvPicPr>
        <p:blipFill>
          <a:blip r:embed="rId2">
            <a:alphaModFix/>
          </a:blip>
          <a:stretch>
            <a:fillRect/>
          </a:stretch>
        </p:blipFill>
        <p:spPr>
          <a:xfrm flipH="1" rot="10800000">
            <a:off x="10" y="2213744"/>
            <a:ext cx="3802725" cy="3431200"/>
          </a:xfrm>
          <a:prstGeom prst="rect">
            <a:avLst/>
          </a:prstGeom>
          <a:noFill/>
          <a:ln>
            <a:noFill/>
          </a:ln>
        </p:spPr>
      </p:pic>
      <p:pic>
        <p:nvPicPr>
          <p:cNvPr id="127" name="Google Shape;127;p17"/>
          <p:cNvPicPr preferRelativeResize="0"/>
          <p:nvPr/>
        </p:nvPicPr>
        <p:blipFill>
          <a:blip r:embed="rId2">
            <a:alphaModFix/>
          </a:blip>
          <a:stretch>
            <a:fillRect/>
          </a:stretch>
        </p:blipFill>
        <p:spPr>
          <a:xfrm flipH="1">
            <a:off x="5325110" y="-501568"/>
            <a:ext cx="3802725" cy="3431200"/>
          </a:xfrm>
          <a:prstGeom prst="rect">
            <a:avLst/>
          </a:prstGeom>
          <a:noFill/>
          <a:ln>
            <a:noFill/>
          </a:ln>
        </p:spPr>
      </p:pic>
      <p:pic>
        <p:nvPicPr>
          <p:cNvPr id="128" name="Google Shape;128;p17"/>
          <p:cNvPicPr preferRelativeResize="0"/>
          <p:nvPr/>
        </p:nvPicPr>
        <p:blipFill>
          <a:blip r:embed="rId2">
            <a:alphaModFix/>
          </a:blip>
          <a:stretch>
            <a:fillRect/>
          </a:stretch>
        </p:blipFill>
        <p:spPr>
          <a:xfrm rot="10800000">
            <a:off x="5341276" y="2213857"/>
            <a:ext cx="3802725" cy="3431200"/>
          </a:xfrm>
          <a:prstGeom prst="rect">
            <a:avLst/>
          </a:prstGeom>
          <a:noFill/>
          <a:ln>
            <a:noFill/>
          </a:ln>
        </p:spPr>
      </p:pic>
      <p:sp>
        <p:nvSpPr>
          <p:cNvPr id="129" name="Google Shape;129;p17"/>
          <p:cNvSpPr txBox="1"/>
          <p:nvPr>
            <p:ph type="ctrTitle"/>
          </p:nvPr>
        </p:nvSpPr>
        <p:spPr>
          <a:xfrm>
            <a:off x="2422500" y="2348625"/>
            <a:ext cx="4299000" cy="664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30" name="Google Shape;130;p17"/>
          <p:cNvSpPr txBox="1"/>
          <p:nvPr>
            <p:ph hasCustomPrompt="1" idx="2" type="title"/>
          </p:nvPr>
        </p:nvSpPr>
        <p:spPr>
          <a:xfrm>
            <a:off x="2422500" y="1296000"/>
            <a:ext cx="4299000" cy="1098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0000"/>
              <a:buNone/>
              <a:defRPr sz="100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31" name="Google Shape;131;p17"/>
          <p:cNvSpPr txBox="1"/>
          <p:nvPr>
            <p:ph idx="1" type="subTitle"/>
          </p:nvPr>
        </p:nvSpPr>
        <p:spPr>
          <a:xfrm>
            <a:off x="2422500" y="2893425"/>
            <a:ext cx="42990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2">
    <p:spTree>
      <p:nvGrpSpPr>
        <p:cNvPr id="132" name="Shape 132"/>
        <p:cNvGrpSpPr/>
        <p:nvPr/>
      </p:nvGrpSpPr>
      <p:grpSpPr>
        <a:xfrm>
          <a:off x="0" y="0"/>
          <a:ext cx="0" cy="0"/>
          <a:chOff x="0" y="0"/>
          <a:chExt cx="0" cy="0"/>
        </a:xfrm>
      </p:grpSpPr>
      <p:sp>
        <p:nvSpPr>
          <p:cNvPr id="133" name="Google Shape;133;p18"/>
          <p:cNvSpPr txBox="1"/>
          <p:nvPr>
            <p:ph idx="1" type="subTitle"/>
          </p:nvPr>
        </p:nvSpPr>
        <p:spPr>
          <a:xfrm>
            <a:off x="3143300" y="1928850"/>
            <a:ext cx="2857500" cy="514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None/>
              <a:defRPr sz="14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34" name="Google Shape;134;p18"/>
          <p:cNvSpPr txBox="1"/>
          <p:nvPr>
            <p:ph type="ctrTitle"/>
          </p:nvPr>
        </p:nvSpPr>
        <p:spPr>
          <a:xfrm flipH="1">
            <a:off x="2876000" y="709650"/>
            <a:ext cx="3392100" cy="838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800"/>
              <a:buNone/>
              <a:defRPr sz="9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pic>
        <p:nvPicPr>
          <p:cNvPr id="135" name="Google Shape;135;p18"/>
          <p:cNvPicPr preferRelativeResize="0"/>
          <p:nvPr/>
        </p:nvPicPr>
        <p:blipFill>
          <a:blip r:embed="rId2">
            <a:alphaModFix/>
          </a:blip>
          <a:stretch>
            <a:fillRect/>
          </a:stretch>
        </p:blipFill>
        <p:spPr>
          <a:xfrm flipH="1">
            <a:off x="5341288" y="2866980"/>
            <a:ext cx="3802725" cy="3431200"/>
          </a:xfrm>
          <a:prstGeom prst="rect">
            <a:avLst/>
          </a:prstGeom>
          <a:noFill/>
          <a:ln>
            <a:noFill/>
          </a:ln>
        </p:spPr>
      </p:pic>
      <p:pic>
        <p:nvPicPr>
          <p:cNvPr id="136" name="Google Shape;136;p18"/>
          <p:cNvPicPr preferRelativeResize="0"/>
          <p:nvPr/>
        </p:nvPicPr>
        <p:blipFill>
          <a:blip r:embed="rId2">
            <a:alphaModFix/>
          </a:blip>
          <a:stretch>
            <a:fillRect/>
          </a:stretch>
        </p:blipFill>
        <p:spPr>
          <a:xfrm>
            <a:off x="-12" y="2868654"/>
            <a:ext cx="3802725" cy="34312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
    <p:spTree>
      <p:nvGrpSpPr>
        <p:cNvPr id="137" name="Shape 137"/>
        <p:cNvGrpSpPr/>
        <p:nvPr/>
      </p:nvGrpSpPr>
      <p:grpSpPr>
        <a:xfrm>
          <a:off x="0" y="0"/>
          <a:ext cx="0" cy="0"/>
          <a:chOff x="0" y="0"/>
          <a:chExt cx="0" cy="0"/>
        </a:xfrm>
      </p:grpSpPr>
      <p:pic>
        <p:nvPicPr>
          <p:cNvPr id="138" name="Google Shape;138;p19"/>
          <p:cNvPicPr preferRelativeResize="0"/>
          <p:nvPr/>
        </p:nvPicPr>
        <p:blipFill>
          <a:blip r:embed="rId2">
            <a:alphaModFix/>
          </a:blip>
          <a:stretch>
            <a:fillRect/>
          </a:stretch>
        </p:blipFill>
        <p:spPr>
          <a:xfrm rot="10800000">
            <a:off x="3421663" y="3648350"/>
            <a:ext cx="2300675" cy="2075900"/>
          </a:xfrm>
          <a:prstGeom prst="rect">
            <a:avLst/>
          </a:prstGeom>
          <a:noFill/>
          <a:ln>
            <a:noFill/>
          </a:ln>
        </p:spPr>
      </p:pic>
      <p:pic>
        <p:nvPicPr>
          <p:cNvPr id="139" name="Google Shape;139;p19"/>
          <p:cNvPicPr preferRelativeResize="0"/>
          <p:nvPr/>
        </p:nvPicPr>
        <p:blipFill>
          <a:blip r:embed="rId2">
            <a:alphaModFix/>
          </a:blip>
          <a:stretch>
            <a:fillRect/>
          </a:stretch>
        </p:blipFill>
        <p:spPr>
          <a:xfrm>
            <a:off x="3421663" y="-580750"/>
            <a:ext cx="2300675" cy="2075900"/>
          </a:xfrm>
          <a:prstGeom prst="rect">
            <a:avLst/>
          </a:prstGeom>
          <a:noFill/>
          <a:ln>
            <a:noFill/>
          </a:ln>
        </p:spPr>
      </p:pic>
      <p:sp>
        <p:nvSpPr>
          <p:cNvPr id="140" name="Google Shape;140;p19"/>
          <p:cNvSpPr txBox="1"/>
          <p:nvPr>
            <p:ph type="ctrTitle"/>
          </p:nvPr>
        </p:nvSpPr>
        <p:spPr>
          <a:xfrm flipH="1">
            <a:off x="2359650" y="1400650"/>
            <a:ext cx="4424700" cy="93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41" name="Google Shape;141;p19"/>
          <p:cNvSpPr txBox="1"/>
          <p:nvPr>
            <p:ph idx="1" type="subTitle"/>
          </p:nvPr>
        </p:nvSpPr>
        <p:spPr>
          <a:xfrm>
            <a:off x="2378700" y="2530005"/>
            <a:ext cx="4386600" cy="93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300"/>
              <a:buNone/>
              <a:defRPr sz="1400"/>
            </a:lvl1pPr>
            <a:lvl2pPr lvl="1" rtl="0" algn="ctr">
              <a:lnSpc>
                <a:spcPct val="100000"/>
              </a:lnSpc>
              <a:spcBef>
                <a:spcPts val="0"/>
              </a:spcBef>
              <a:spcAft>
                <a:spcPts val="0"/>
              </a:spcAft>
              <a:buSzPts val="1300"/>
              <a:buNone/>
              <a:defRPr sz="1300"/>
            </a:lvl2pPr>
            <a:lvl3pPr lvl="2" rtl="0" algn="ctr">
              <a:lnSpc>
                <a:spcPct val="100000"/>
              </a:lnSpc>
              <a:spcBef>
                <a:spcPts val="0"/>
              </a:spcBef>
              <a:spcAft>
                <a:spcPts val="0"/>
              </a:spcAft>
              <a:buSzPts val="1300"/>
              <a:buNone/>
              <a:defRPr sz="1300"/>
            </a:lvl3pPr>
            <a:lvl4pPr lvl="3" rtl="0" algn="ctr">
              <a:lnSpc>
                <a:spcPct val="100000"/>
              </a:lnSpc>
              <a:spcBef>
                <a:spcPts val="0"/>
              </a:spcBef>
              <a:spcAft>
                <a:spcPts val="0"/>
              </a:spcAft>
              <a:buSzPts val="1300"/>
              <a:buNone/>
              <a:defRPr sz="1300"/>
            </a:lvl4pPr>
            <a:lvl5pPr lvl="4" rtl="0" algn="ctr">
              <a:lnSpc>
                <a:spcPct val="100000"/>
              </a:lnSpc>
              <a:spcBef>
                <a:spcPts val="0"/>
              </a:spcBef>
              <a:spcAft>
                <a:spcPts val="0"/>
              </a:spcAft>
              <a:buSzPts val="1300"/>
              <a:buNone/>
              <a:defRPr sz="1300"/>
            </a:lvl5pPr>
            <a:lvl6pPr lvl="5" rtl="0" algn="ctr">
              <a:lnSpc>
                <a:spcPct val="100000"/>
              </a:lnSpc>
              <a:spcBef>
                <a:spcPts val="0"/>
              </a:spcBef>
              <a:spcAft>
                <a:spcPts val="0"/>
              </a:spcAft>
              <a:buSzPts val="1300"/>
              <a:buNone/>
              <a:defRPr sz="1300"/>
            </a:lvl6pPr>
            <a:lvl7pPr lvl="6" rtl="0" algn="ctr">
              <a:lnSpc>
                <a:spcPct val="100000"/>
              </a:lnSpc>
              <a:spcBef>
                <a:spcPts val="0"/>
              </a:spcBef>
              <a:spcAft>
                <a:spcPts val="0"/>
              </a:spcAft>
              <a:buSzPts val="1300"/>
              <a:buNone/>
              <a:defRPr sz="1300"/>
            </a:lvl7pPr>
            <a:lvl8pPr lvl="7" rtl="0" algn="ctr">
              <a:lnSpc>
                <a:spcPct val="100000"/>
              </a:lnSpc>
              <a:spcBef>
                <a:spcPts val="0"/>
              </a:spcBef>
              <a:spcAft>
                <a:spcPts val="0"/>
              </a:spcAft>
              <a:buSzPts val="1300"/>
              <a:buNone/>
              <a:defRPr sz="1300"/>
            </a:lvl8pPr>
            <a:lvl9pPr lvl="8" rtl="0" algn="ctr">
              <a:lnSpc>
                <a:spcPct val="100000"/>
              </a:lnSpc>
              <a:spcBef>
                <a:spcPts val="0"/>
              </a:spcBef>
              <a:spcAft>
                <a:spcPts val="0"/>
              </a:spcAft>
              <a:buSzPts val="1300"/>
              <a:buNone/>
              <a:defRPr sz="13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39">
    <p:spTree>
      <p:nvGrpSpPr>
        <p:cNvPr id="142" name="Shape 142"/>
        <p:cNvGrpSpPr/>
        <p:nvPr/>
      </p:nvGrpSpPr>
      <p:grpSpPr>
        <a:xfrm>
          <a:off x="0" y="0"/>
          <a:ext cx="0" cy="0"/>
          <a:chOff x="0" y="0"/>
          <a:chExt cx="0" cy="0"/>
        </a:xfrm>
      </p:grpSpPr>
      <p:sp>
        <p:nvSpPr>
          <p:cNvPr id="143" name="Google Shape;143;p20"/>
          <p:cNvSpPr txBox="1"/>
          <p:nvPr>
            <p:ph idx="1" type="subTitle"/>
          </p:nvPr>
        </p:nvSpPr>
        <p:spPr>
          <a:xfrm>
            <a:off x="1398700" y="2910300"/>
            <a:ext cx="3486000" cy="1748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600"/>
              <a:buNone/>
              <a:defRPr sz="14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144" name="Google Shape;144;p20"/>
          <p:cNvSpPr txBox="1"/>
          <p:nvPr>
            <p:ph type="ctrTitle"/>
          </p:nvPr>
        </p:nvSpPr>
        <p:spPr>
          <a:xfrm flipH="1">
            <a:off x="1372450" y="1886100"/>
            <a:ext cx="3486000" cy="670500"/>
          </a:xfrm>
          <a:prstGeom prst="rect">
            <a:avLst/>
          </a:prstGeom>
        </p:spPr>
        <p:txBody>
          <a:bodyPr anchorCtr="0" anchor="b" bIns="91425" lIns="91425" spcFirstLastPara="1" rIns="91425" wrap="square" tIns="91425">
            <a:noAutofit/>
          </a:bodyPr>
          <a:lstStyle>
            <a:lvl1pPr lvl="0" rtl="0" algn="l">
              <a:spcBef>
                <a:spcPts val="0"/>
              </a:spcBef>
              <a:spcAft>
                <a:spcPts val="0"/>
              </a:spcAft>
              <a:buClr>
                <a:srgbClr val="FFFFFF"/>
              </a:buClr>
              <a:buSzPts val="4800"/>
              <a:buNone/>
              <a:defRPr sz="5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145" name="Google Shape;145;p20"/>
          <p:cNvPicPr preferRelativeResize="0"/>
          <p:nvPr/>
        </p:nvPicPr>
        <p:blipFill>
          <a:blip r:embed="rId2">
            <a:alphaModFix/>
          </a:blip>
          <a:stretch>
            <a:fillRect/>
          </a:stretch>
        </p:blipFill>
        <p:spPr>
          <a:xfrm rot="10800000">
            <a:off x="5334325" y="1725475"/>
            <a:ext cx="3802725" cy="3431200"/>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0">
    <p:spTree>
      <p:nvGrpSpPr>
        <p:cNvPr id="146" name="Shape 146"/>
        <p:cNvGrpSpPr/>
        <p:nvPr/>
      </p:nvGrpSpPr>
      <p:grpSpPr>
        <a:xfrm>
          <a:off x="0" y="0"/>
          <a:ext cx="0" cy="0"/>
          <a:chOff x="0" y="0"/>
          <a:chExt cx="0" cy="0"/>
        </a:xfrm>
      </p:grpSpPr>
      <p:sp>
        <p:nvSpPr>
          <p:cNvPr id="147" name="Google Shape;147;p21"/>
          <p:cNvSpPr txBox="1"/>
          <p:nvPr>
            <p:ph type="ctrTitle"/>
          </p:nvPr>
        </p:nvSpPr>
        <p:spPr>
          <a:xfrm>
            <a:off x="5225420" y="1852550"/>
            <a:ext cx="2965200" cy="670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48" name="Google Shape;148;p21"/>
          <p:cNvSpPr txBox="1"/>
          <p:nvPr>
            <p:ph idx="1" type="subTitle"/>
          </p:nvPr>
        </p:nvSpPr>
        <p:spPr>
          <a:xfrm>
            <a:off x="5242550" y="2648825"/>
            <a:ext cx="2930700" cy="1226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149" name="Google Shape;149;p21"/>
          <p:cNvPicPr preferRelativeResize="0"/>
          <p:nvPr/>
        </p:nvPicPr>
        <p:blipFill>
          <a:blip r:embed="rId2">
            <a:alphaModFix/>
          </a:blip>
          <a:stretch>
            <a:fillRect/>
          </a:stretch>
        </p:blipFill>
        <p:spPr>
          <a:xfrm rot="10800000">
            <a:off x="6112650" y="3448750"/>
            <a:ext cx="3802725" cy="3431200"/>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
    <p:spTree>
      <p:nvGrpSpPr>
        <p:cNvPr id="150" name="Shape 150"/>
        <p:cNvGrpSpPr/>
        <p:nvPr/>
      </p:nvGrpSpPr>
      <p:grpSpPr>
        <a:xfrm>
          <a:off x="0" y="0"/>
          <a:ext cx="0" cy="0"/>
          <a:chOff x="0" y="0"/>
          <a:chExt cx="0" cy="0"/>
        </a:xfrm>
      </p:grpSpPr>
      <p:sp>
        <p:nvSpPr>
          <p:cNvPr id="151" name="Google Shape;151;p22"/>
          <p:cNvSpPr txBox="1"/>
          <p:nvPr>
            <p:ph idx="1" type="subTitle"/>
          </p:nvPr>
        </p:nvSpPr>
        <p:spPr>
          <a:xfrm>
            <a:off x="4838200" y="1496605"/>
            <a:ext cx="3242700" cy="79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2" name="Google Shape;152;p22"/>
          <p:cNvSpPr txBox="1"/>
          <p:nvPr>
            <p:ph idx="2" type="subTitle"/>
          </p:nvPr>
        </p:nvSpPr>
        <p:spPr>
          <a:xfrm>
            <a:off x="4838200" y="3792973"/>
            <a:ext cx="3242700" cy="79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3" name="Google Shape;153;p22"/>
          <p:cNvSpPr txBox="1"/>
          <p:nvPr>
            <p:ph type="ctrTitle"/>
          </p:nvPr>
        </p:nvSpPr>
        <p:spPr>
          <a:xfrm flipH="1">
            <a:off x="457275" y="1931475"/>
            <a:ext cx="2875200" cy="129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4" name="Google Shape;154;p22"/>
          <p:cNvSpPr txBox="1"/>
          <p:nvPr>
            <p:ph idx="3" type="ctrTitle"/>
          </p:nvPr>
        </p:nvSpPr>
        <p:spPr>
          <a:xfrm>
            <a:off x="4838200" y="1336535"/>
            <a:ext cx="3242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55" name="Google Shape;155;p22"/>
          <p:cNvSpPr txBox="1"/>
          <p:nvPr>
            <p:ph idx="4" type="ctrTitle"/>
          </p:nvPr>
        </p:nvSpPr>
        <p:spPr>
          <a:xfrm>
            <a:off x="4838200" y="3626911"/>
            <a:ext cx="3242700" cy="26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pic>
        <p:nvPicPr>
          <p:cNvPr id="156" name="Google Shape;156;p22"/>
          <p:cNvPicPr preferRelativeResize="0"/>
          <p:nvPr/>
        </p:nvPicPr>
        <p:blipFill>
          <a:blip r:embed="rId2">
            <a:alphaModFix/>
          </a:blip>
          <a:stretch>
            <a:fillRect/>
          </a:stretch>
        </p:blipFill>
        <p:spPr>
          <a:xfrm>
            <a:off x="-14675" y="-533400"/>
            <a:ext cx="2300675" cy="2075900"/>
          </a:xfrm>
          <a:prstGeom prst="rect">
            <a:avLst/>
          </a:prstGeom>
          <a:noFill/>
          <a:ln>
            <a:noFill/>
          </a:ln>
        </p:spPr>
      </p:pic>
      <p:pic>
        <p:nvPicPr>
          <p:cNvPr id="157" name="Google Shape;157;p22"/>
          <p:cNvPicPr preferRelativeResize="0"/>
          <p:nvPr/>
        </p:nvPicPr>
        <p:blipFill>
          <a:blip r:embed="rId2">
            <a:alphaModFix/>
          </a:blip>
          <a:stretch>
            <a:fillRect/>
          </a:stretch>
        </p:blipFill>
        <p:spPr>
          <a:xfrm flipH="1" rot="10800000">
            <a:off x="-14675" y="3549775"/>
            <a:ext cx="2300675" cy="2075900"/>
          </a:xfrm>
          <a:prstGeom prst="rect">
            <a:avLst/>
          </a:prstGeom>
          <a:noFill/>
          <a:ln>
            <a:noFill/>
          </a:ln>
        </p:spPr>
      </p:pic>
      <p:sp>
        <p:nvSpPr>
          <p:cNvPr id="158" name="Google Shape;158;p22"/>
          <p:cNvSpPr/>
          <p:nvPr/>
        </p:nvSpPr>
        <p:spPr>
          <a:xfrm>
            <a:off x="4226350" y="2752750"/>
            <a:ext cx="4470600" cy="19434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2"/>
          <p:cNvSpPr/>
          <p:nvPr/>
        </p:nvSpPr>
        <p:spPr>
          <a:xfrm>
            <a:off x="4226350" y="441872"/>
            <a:ext cx="4470600" cy="19434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
    <p:spTree>
      <p:nvGrpSpPr>
        <p:cNvPr id="160" name="Shape 160"/>
        <p:cNvGrpSpPr/>
        <p:nvPr/>
      </p:nvGrpSpPr>
      <p:grpSpPr>
        <a:xfrm>
          <a:off x="0" y="0"/>
          <a:ext cx="0" cy="0"/>
          <a:chOff x="0" y="0"/>
          <a:chExt cx="0" cy="0"/>
        </a:xfrm>
      </p:grpSpPr>
      <p:sp>
        <p:nvSpPr>
          <p:cNvPr id="161" name="Google Shape;161;p23"/>
          <p:cNvSpPr txBox="1"/>
          <p:nvPr>
            <p:ph idx="1" type="subTitle"/>
          </p:nvPr>
        </p:nvSpPr>
        <p:spPr>
          <a:xfrm>
            <a:off x="4390050" y="2938200"/>
            <a:ext cx="3405000" cy="174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62" name="Google Shape;162;p23"/>
          <p:cNvSpPr txBox="1"/>
          <p:nvPr>
            <p:ph type="ctrTitle"/>
          </p:nvPr>
        </p:nvSpPr>
        <p:spPr>
          <a:xfrm flipH="1">
            <a:off x="4114500" y="2004895"/>
            <a:ext cx="3956100" cy="780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5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163" name="Google Shape;163;p23"/>
          <p:cNvPicPr preferRelativeResize="0"/>
          <p:nvPr/>
        </p:nvPicPr>
        <p:blipFill>
          <a:blip r:embed="rId2">
            <a:alphaModFix/>
          </a:blip>
          <a:stretch>
            <a:fillRect/>
          </a:stretch>
        </p:blipFill>
        <p:spPr>
          <a:xfrm flipH="1" rot="10800000">
            <a:off x="-823501" y="-1143550"/>
            <a:ext cx="4655626" cy="4200750"/>
          </a:xfrm>
          <a:prstGeom prst="rect">
            <a:avLst/>
          </a:prstGeom>
          <a:noFill/>
          <a:ln>
            <a:noFill/>
          </a:ln>
        </p:spPr>
      </p:pic>
      <p:pic>
        <p:nvPicPr>
          <p:cNvPr id="164" name="Google Shape;164;p23"/>
          <p:cNvPicPr preferRelativeResize="0"/>
          <p:nvPr/>
        </p:nvPicPr>
        <p:blipFill>
          <a:blip r:embed="rId2">
            <a:alphaModFix/>
          </a:blip>
          <a:stretch>
            <a:fillRect/>
          </a:stretch>
        </p:blipFill>
        <p:spPr>
          <a:xfrm>
            <a:off x="-1311459" y="2523800"/>
            <a:ext cx="3802725" cy="3431200"/>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3">
    <p:spTree>
      <p:nvGrpSpPr>
        <p:cNvPr id="165" name="Shape 165"/>
        <p:cNvGrpSpPr/>
        <p:nvPr/>
      </p:nvGrpSpPr>
      <p:grpSpPr>
        <a:xfrm>
          <a:off x="0" y="0"/>
          <a:ext cx="0" cy="0"/>
          <a:chOff x="0" y="0"/>
          <a:chExt cx="0" cy="0"/>
        </a:xfrm>
      </p:grpSpPr>
      <p:sp>
        <p:nvSpPr>
          <p:cNvPr id="166" name="Google Shape;166;p24"/>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lvl1pPr lvl="0" rtl="0" algn="l">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67" name="Google Shape;167;p24"/>
          <p:cNvSpPr txBox="1"/>
          <p:nvPr>
            <p:ph idx="2" type="ctrTitle"/>
          </p:nvPr>
        </p:nvSpPr>
        <p:spPr>
          <a:xfrm>
            <a:off x="2750155" y="1492066"/>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68" name="Google Shape;168;p24"/>
          <p:cNvSpPr txBox="1"/>
          <p:nvPr>
            <p:ph idx="1" type="subTitle"/>
          </p:nvPr>
        </p:nvSpPr>
        <p:spPr>
          <a:xfrm>
            <a:off x="2750119" y="2192634"/>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69" name="Google Shape;169;p24"/>
          <p:cNvSpPr txBox="1"/>
          <p:nvPr>
            <p:ph idx="3" type="ctrTitle"/>
          </p:nvPr>
        </p:nvSpPr>
        <p:spPr>
          <a:xfrm>
            <a:off x="4800201" y="1497325"/>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70" name="Google Shape;170;p24"/>
          <p:cNvSpPr txBox="1"/>
          <p:nvPr>
            <p:ph idx="4" type="subTitle"/>
          </p:nvPr>
        </p:nvSpPr>
        <p:spPr>
          <a:xfrm>
            <a:off x="4800165" y="2192634"/>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71" name="Google Shape;171;p24"/>
          <p:cNvSpPr txBox="1"/>
          <p:nvPr>
            <p:ph idx="5" type="ctrTitle"/>
          </p:nvPr>
        </p:nvSpPr>
        <p:spPr>
          <a:xfrm>
            <a:off x="3794948" y="3219050"/>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72" name="Google Shape;172;p24"/>
          <p:cNvSpPr txBox="1"/>
          <p:nvPr>
            <p:ph idx="6" type="subTitle"/>
          </p:nvPr>
        </p:nvSpPr>
        <p:spPr>
          <a:xfrm>
            <a:off x="3753025" y="3910976"/>
            <a:ext cx="16539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173" name="Google Shape;173;p24"/>
          <p:cNvPicPr preferRelativeResize="0"/>
          <p:nvPr/>
        </p:nvPicPr>
        <p:blipFill>
          <a:blip r:embed="rId2">
            <a:alphaModFix/>
          </a:blip>
          <a:stretch>
            <a:fillRect/>
          </a:stretch>
        </p:blipFill>
        <p:spPr>
          <a:xfrm flipH="1">
            <a:off x="6843225" y="0"/>
            <a:ext cx="2300675" cy="2075900"/>
          </a:xfrm>
          <a:prstGeom prst="rect">
            <a:avLst/>
          </a:prstGeom>
          <a:noFill/>
          <a:ln>
            <a:noFill/>
          </a:ln>
        </p:spPr>
      </p:pic>
      <p:sp>
        <p:nvSpPr>
          <p:cNvPr id="174" name="Google Shape;174;p24"/>
          <p:cNvSpPr/>
          <p:nvPr/>
        </p:nvSpPr>
        <p:spPr>
          <a:xfrm rot="5400000">
            <a:off x="2534502" y="1090938"/>
            <a:ext cx="2001410" cy="1795550"/>
          </a:xfrm>
          <a:prstGeom prst="flowChartPreparation">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4"/>
          <p:cNvSpPr/>
          <p:nvPr/>
        </p:nvSpPr>
        <p:spPr>
          <a:xfrm rot="5400000">
            <a:off x="3566117" y="2781995"/>
            <a:ext cx="2001410" cy="1795550"/>
          </a:xfrm>
          <a:prstGeom prst="flowChartPreparation">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4"/>
          <p:cNvSpPr/>
          <p:nvPr/>
        </p:nvSpPr>
        <p:spPr>
          <a:xfrm rot="5400000">
            <a:off x="4584549" y="1090938"/>
            <a:ext cx="2001410" cy="1795550"/>
          </a:xfrm>
          <a:prstGeom prst="flowChartPreparation">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 name="Google Shape;177;p24"/>
          <p:cNvPicPr preferRelativeResize="0"/>
          <p:nvPr/>
        </p:nvPicPr>
        <p:blipFill>
          <a:blip r:embed="rId2">
            <a:alphaModFix/>
          </a:blip>
          <a:stretch>
            <a:fillRect/>
          </a:stretch>
        </p:blipFill>
        <p:spPr>
          <a:xfrm flipH="1" rot="10800000">
            <a:off x="-262630" y="2659235"/>
            <a:ext cx="2928524" cy="2642399"/>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31">
    <p:spTree>
      <p:nvGrpSpPr>
        <p:cNvPr id="178" name="Shape 178"/>
        <p:cNvGrpSpPr/>
        <p:nvPr/>
      </p:nvGrpSpPr>
      <p:grpSpPr>
        <a:xfrm>
          <a:off x="0" y="0"/>
          <a:ext cx="0" cy="0"/>
          <a:chOff x="0" y="0"/>
          <a:chExt cx="0" cy="0"/>
        </a:xfrm>
      </p:grpSpPr>
      <p:sp>
        <p:nvSpPr>
          <p:cNvPr id="179" name="Google Shape;179;p25"/>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80" name="Google Shape;180;p25"/>
          <p:cNvSpPr txBox="1"/>
          <p:nvPr>
            <p:ph idx="2" type="ctrTitle"/>
          </p:nvPr>
        </p:nvSpPr>
        <p:spPr>
          <a:xfrm>
            <a:off x="3716190" y="2062575"/>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81" name="Google Shape;181;p25"/>
          <p:cNvSpPr txBox="1"/>
          <p:nvPr>
            <p:ph idx="1" type="subTitle"/>
          </p:nvPr>
        </p:nvSpPr>
        <p:spPr>
          <a:xfrm>
            <a:off x="3716190" y="2765019"/>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2" name="Google Shape;182;p25"/>
          <p:cNvSpPr txBox="1"/>
          <p:nvPr>
            <p:ph idx="3" type="ctrTitle"/>
          </p:nvPr>
        </p:nvSpPr>
        <p:spPr>
          <a:xfrm>
            <a:off x="5910940" y="2066326"/>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83" name="Google Shape;183;p25"/>
          <p:cNvSpPr txBox="1"/>
          <p:nvPr>
            <p:ph idx="4" type="subTitle"/>
          </p:nvPr>
        </p:nvSpPr>
        <p:spPr>
          <a:xfrm>
            <a:off x="5910940" y="2866007"/>
            <a:ext cx="15702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 name="Google Shape;184;p25"/>
          <p:cNvSpPr txBox="1"/>
          <p:nvPr>
            <p:ph idx="5" type="ctrTitle"/>
          </p:nvPr>
        </p:nvSpPr>
        <p:spPr>
          <a:xfrm>
            <a:off x="1521440" y="2062585"/>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solidFill>
                  <a:schemeClr val="accent2"/>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85" name="Google Shape;185;p25"/>
          <p:cNvSpPr txBox="1"/>
          <p:nvPr>
            <p:ph idx="6" type="subTitle"/>
          </p:nvPr>
        </p:nvSpPr>
        <p:spPr>
          <a:xfrm>
            <a:off x="1479590" y="2765029"/>
            <a:ext cx="16539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86" name="Google Shape;186;p25"/>
          <p:cNvPicPr preferRelativeResize="0"/>
          <p:nvPr/>
        </p:nvPicPr>
        <p:blipFill>
          <a:blip r:embed="rId2">
            <a:alphaModFix/>
          </a:blip>
          <a:stretch>
            <a:fillRect/>
          </a:stretch>
        </p:blipFill>
        <p:spPr>
          <a:xfrm flipH="1">
            <a:off x="3138825" y="3806025"/>
            <a:ext cx="2957125" cy="2668199"/>
          </a:xfrm>
          <a:prstGeom prst="rect">
            <a:avLst/>
          </a:prstGeom>
          <a:noFill/>
          <a:ln>
            <a:noFill/>
          </a:ln>
        </p:spPr>
      </p:pic>
      <p:pic>
        <p:nvPicPr>
          <p:cNvPr id="187" name="Google Shape;187;p25"/>
          <p:cNvPicPr preferRelativeResize="0"/>
          <p:nvPr/>
        </p:nvPicPr>
        <p:blipFill>
          <a:blip r:embed="rId2">
            <a:alphaModFix/>
          </a:blip>
          <a:stretch>
            <a:fillRect/>
          </a:stretch>
        </p:blipFill>
        <p:spPr>
          <a:xfrm flipH="1">
            <a:off x="-339551" y="-408250"/>
            <a:ext cx="2494901" cy="2251126"/>
          </a:xfrm>
          <a:prstGeom prst="rect">
            <a:avLst/>
          </a:prstGeom>
          <a:noFill/>
          <a:ln>
            <a:noFill/>
          </a:ln>
        </p:spPr>
      </p:pic>
      <p:pic>
        <p:nvPicPr>
          <p:cNvPr id="188" name="Google Shape;188;p25"/>
          <p:cNvPicPr preferRelativeResize="0"/>
          <p:nvPr/>
        </p:nvPicPr>
        <p:blipFill>
          <a:blip r:embed="rId2">
            <a:alphaModFix/>
          </a:blip>
          <a:stretch>
            <a:fillRect/>
          </a:stretch>
        </p:blipFill>
        <p:spPr>
          <a:xfrm flipH="1">
            <a:off x="6944449" y="-571400"/>
            <a:ext cx="2494901" cy="2251126"/>
          </a:xfrm>
          <a:prstGeom prst="rect">
            <a:avLst/>
          </a:prstGeom>
          <a:noFill/>
          <a:ln>
            <a:noFill/>
          </a:ln>
        </p:spPr>
      </p:pic>
      <p:sp>
        <p:nvSpPr>
          <p:cNvPr id="189" name="Google Shape;189;p25"/>
          <p:cNvSpPr/>
          <p:nvPr/>
        </p:nvSpPr>
        <p:spPr>
          <a:xfrm>
            <a:off x="5653690" y="1619951"/>
            <a:ext cx="2084700" cy="19086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5"/>
          <p:cNvSpPr/>
          <p:nvPr/>
        </p:nvSpPr>
        <p:spPr>
          <a:xfrm>
            <a:off x="5843140" y="1793451"/>
            <a:ext cx="1705800" cy="1561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5"/>
          <p:cNvSpPr/>
          <p:nvPr/>
        </p:nvSpPr>
        <p:spPr>
          <a:xfrm>
            <a:off x="3458940" y="1619951"/>
            <a:ext cx="2084700" cy="19086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5"/>
          <p:cNvSpPr/>
          <p:nvPr/>
        </p:nvSpPr>
        <p:spPr>
          <a:xfrm>
            <a:off x="3648390" y="1793451"/>
            <a:ext cx="1705800" cy="1561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5"/>
          <p:cNvSpPr/>
          <p:nvPr/>
        </p:nvSpPr>
        <p:spPr>
          <a:xfrm>
            <a:off x="1264190" y="1619951"/>
            <a:ext cx="2084700" cy="19086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5"/>
          <p:cNvSpPr/>
          <p:nvPr/>
        </p:nvSpPr>
        <p:spPr>
          <a:xfrm>
            <a:off x="1453700" y="1793451"/>
            <a:ext cx="1705800" cy="1561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37">
    <p:spTree>
      <p:nvGrpSpPr>
        <p:cNvPr id="195" name="Shape 195"/>
        <p:cNvGrpSpPr/>
        <p:nvPr/>
      </p:nvGrpSpPr>
      <p:grpSpPr>
        <a:xfrm>
          <a:off x="0" y="0"/>
          <a:ext cx="0" cy="0"/>
          <a:chOff x="0" y="0"/>
          <a:chExt cx="0" cy="0"/>
        </a:xfrm>
      </p:grpSpPr>
      <p:sp>
        <p:nvSpPr>
          <p:cNvPr id="196" name="Google Shape;196;p26"/>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97" name="Google Shape;197;p26"/>
          <p:cNvSpPr txBox="1"/>
          <p:nvPr>
            <p:ph idx="2" type="ctrTitle"/>
          </p:nvPr>
        </p:nvSpPr>
        <p:spPr>
          <a:xfrm>
            <a:off x="3675800" y="1638900"/>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8" name="Google Shape;198;p26"/>
          <p:cNvSpPr txBox="1"/>
          <p:nvPr>
            <p:ph idx="1" type="subTitle"/>
          </p:nvPr>
        </p:nvSpPr>
        <p:spPr>
          <a:xfrm>
            <a:off x="3675813" y="2100350"/>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99" name="Google Shape;199;p26"/>
          <p:cNvSpPr txBox="1"/>
          <p:nvPr>
            <p:ph idx="3" type="ctrTitle"/>
          </p:nvPr>
        </p:nvSpPr>
        <p:spPr>
          <a:xfrm>
            <a:off x="5921301" y="1628801"/>
            <a:ext cx="1818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0" name="Google Shape;200;p26"/>
          <p:cNvSpPr txBox="1"/>
          <p:nvPr>
            <p:ph idx="4" type="subTitle"/>
          </p:nvPr>
        </p:nvSpPr>
        <p:spPr>
          <a:xfrm>
            <a:off x="5898455" y="2074101"/>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1" name="Google Shape;201;p26"/>
          <p:cNvSpPr txBox="1"/>
          <p:nvPr>
            <p:ph idx="5" type="ctrTitle"/>
          </p:nvPr>
        </p:nvSpPr>
        <p:spPr>
          <a:xfrm>
            <a:off x="1413972" y="1638900"/>
            <a:ext cx="1888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2" name="Google Shape;202;p26"/>
          <p:cNvSpPr txBox="1"/>
          <p:nvPr>
            <p:ph idx="6" type="subTitle"/>
          </p:nvPr>
        </p:nvSpPr>
        <p:spPr>
          <a:xfrm>
            <a:off x="1416400" y="2100350"/>
            <a:ext cx="18831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203" name="Google Shape;203;p26"/>
          <p:cNvPicPr preferRelativeResize="0"/>
          <p:nvPr/>
        </p:nvPicPr>
        <p:blipFill>
          <a:blip r:embed="rId2">
            <a:alphaModFix/>
          </a:blip>
          <a:stretch>
            <a:fillRect/>
          </a:stretch>
        </p:blipFill>
        <p:spPr>
          <a:xfrm flipH="1">
            <a:off x="-339551" y="-408250"/>
            <a:ext cx="2494901" cy="2251126"/>
          </a:xfrm>
          <a:prstGeom prst="rect">
            <a:avLst/>
          </a:prstGeom>
          <a:noFill/>
          <a:ln>
            <a:noFill/>
          </a:ln>
        </p:spPr>
      </p:pic>
      <p:pic>
        <p:nvPicPr>
          <p:cNvPr id="204" name="Google Shape;204;p26"/>
          <p:cNvPicPr preferRelativeResize="0"/>
          <p:nvPr/>
        </p:nvPicPr>
        <p:blipFill>
          <a:blip r:embed="rId2">
            <a:alphaModFix/>
          </a:blip>
          <a:stretch>
            <a:fillRect/>
          </a:stretch>
        </p:blipFill>
        <p:spPr>
          <a:xfrm flipH="1">
            <a:off x="6944449" y="-571400"/>
            <a:ext cx="2494901" cy="2251126"/>
          </a:xfrm>
          <a:prstGeom prst="rect">
            <a:avLst/>
          </a:prstGeom>
          <a:noFill/>
          <a:ln>
            <a:noFill/>
          </a:ln>
        </p:spPr>
      </p:pic>
      <p:sp>
        <p:nvSpPr>
          <p:cNvPr id="205" name="Google Shape;205;p26"/>
          <p:cNvSpPr txBox="1"/>
          <p:nvPr>
            <p:ph idx="7" type="ctrTitle"/>
          </p:nvPr>
        </p:nvSpPr>
        <p:spPr>
          <a:xfrm>
            <a:off x="5920295" y="3212913"/>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6" name="Google Shape;206;p26"/>
          <p:cNvSpPr txBox="1"/>
          <p:nvPr>
            <p:ph idx="8" type="subTitle"/>
          </p:nvPr>
        </p:nvSpPr>
        <p:spPr>
          <a:xfrm>
            <a:off x="5920252" y="3658212"/>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7" name="Google Shape;207;p26"/>
          <p:cNvSpPr txBox="1"/>
          <p:nvPr>
            <p:ph idx="9" type="ctrTitle"/>
          </p:nvPr>
        </p:nvSpPr>
        <p:spPr>
          <a:xfrm>
            <a:off x="1413969" y="3212913"/>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8" name="Google Shape;208;p26"/>
          <p:cNvSpPr txBox="1"/>
          <p:nvPr>
            <p:ph idx="13" type="subTitle"/>
          </p:nvPr>
        </p:nvSpPr>
        <p:spPr>
          <a:xfrm>
            <a:off x="1413926" y="3658212"/>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9" name="Google Shape;209;p26"/>
          <p:cNvSpPr txBox="1"/>
          <p:nvPr>
            <p:ph idx="14" type="ctrTitle"/>
          </p:nvPr>
        </p:nvSpPr>
        <p:spPr>
          <a:xfrm>
            <a:off x="3675843" y="3212913"/>
            <a:ext cx="1841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10" name="Google Shape;210;p26"/>
          <p:cNvSpPr txBox="1"/>
          <p:nvPr>
            <p:ph idx="15" type="subTitle"/>
          </p:nvPr>
        </p:nvSpPr>
        <p:spPr>
          <a:xfrm>
            <a:off x="3675800" y="3658212"/>
            <a:ext cx="1841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11" name="Google Shape;211;p26"/>
          <p:cNvSpPr/>
          <p:nvPr/>
        </p:nvSpPr>
        <p:spPr>
          <a:xfrm>
            <a:off x="1366875" y="1705800"/>
            <a:ext cx="1982400" cy="11568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6"/>
          <p:cNvSpPr/>
          <p:nvPr/>
        </p:nvSpPr>
        <p:spPr>
          <a:xfrm>
            <a:off x="3607775" y="1705801"/>
            <a:ext cx="1982400" cy="11568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6"/>
          <p:cNvSpPr/>
          <p:nvPr/>
        </p:nvSpPr>
        <p:spPr>
          <a:xfrm>
            <a:off x="3607775" y="3263701"/>
            <a:ext cx="1982400" cy="11568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6"/>
          <p:cNvSpPr/>
          <p:nvPr/>
        </p:nvSpPr>
        <p:spPr>
          <a:xfrm>
            <a:off x="5848675" y="1705801"/>
            <a:ext cx="1982400" cy="11568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6"/>
          <p:cNvSpPr/>
          <p:nvPr/>
        </p:nvSpPr>
        <p:spPr>
          <a:xfrm>
            <a:off x="5848675" y="3263701"/>
            <a:ext cx="1982400" cy="11568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6"/>
          <p:cNvSpPr/>
          <p:nvPr/>
        </p:nvSpPr>
        <p:spPr>
          <a:xfrm>
            <a:off x="1366875" y="3263700"/>
            <a:ext cx="1982400" cy="11568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40">
    <p:spTree>
      <p:nvGrpSpPr>
        <p:cNvPr id="217" name="Shape 217"/>
        <p:cNvGrpSpPr/>
        <p:nvPr/>
      </p:nvGrpSpPr>
      <p:grpSpPr>
        <a:xfrm>
          <a:off x="0" y="0"/>
          <a:ext cx="0" cy="0"/>
          <a:chOff x="0" y="0"/>
          <a:chExt cx="0" cy="0"/>
        </a:xfrm>
      </p:grpSpPr>
      <p:sp>
        <p:nvSpPr>
          <p:cNvPr id="218" name="Google Shape;218;p27"/>
          <p:cNvSpPr txBox="1"/>
          <p:nvPr>
            <p:ph type="ctrTitle"/>
          </p:nvPr>
        </p:nvSpPr>
        <p:spPr>
          <a:xfrm>
            <a:off x="1242600" y="1830975"/>
            <a:ext cx="66588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19" name="Google Shape;219;p27"/>
          <p:cNvSpPr txBox="1"/>
          <p:nvPr>
            <p:ph idx="1" type="subTitle"/>
          </p:nvPr>
        </p:nvSpPr>
        <p:spPr>
          <a:xfrm>
            <a:off x="3106675" y="2632418"/>
            <a:ext cx="2930700" cy="12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cxnSp>
        <p:nvCxnSpPr>
          <p:cNvPr id="220" name="Google Shape;220;p27"/>
          <p:cNvCxnSpPr/>
          <p:nvPr/>
        </p:nvCxnSpPr>
        <p:spPr>
          <a:xfrm>
            <a:off x="3681150" y="2571750"/>
            <a:ext cx="1797900" cy="0"/>
          </a:xfrm>
          <a:prstGeom prst="straightConnector1">
            <a:avLst/>
          </a:prstGeom>
          <a:noFill/>
          <a:ln cap="flat" cmpd="sng" w="19050">
            <a:solidFill>
              <a:schemeClr val="lt1"/>
            </a:solidFill>
            <a:prstDash val="solid"/>
            <a:round/>
            <a:headEnd len="med" w="med" type="none"/>
            <a:tailEnd len="med" w="med" type="none"/>
          </a:ln>
        </p:spPr>
      </p:cxnSp>
      <p:pic>
        <p:nvPicPr>
          <p:cNvPr id="221" name="Google Shape;221;p27"/>
          <p:cNvPicPr preferRelativeResize="0"/>
          <p:nvPr/>
        </p:nvPicPr>
        <p:blipFill>
          <a:blip r:embed="rId2">
            <a:alphaModFix/>
          </a:blip>
          <a:stretch>
            <a:fillRect/>
          </a:stretch>
        </p:blipFill>
        <p:spPr>
          <a:xfrm>
            <a:off x="100" y="-962131"/>
            <a:ext cx="3802725" cy="3431200"/>
          </a:xfrm>
          <a:prstGeom prst="rect">
            <a:avLst/>
          </a:prstGeom>
          <a:noFill/>
          <a:ln>
            <a:noFill/>
          </a:ln>
        </p:spPr>
      </p:pic>
      <p:pic>
        <p:nvPicPr>
          <p:cNvPr id="222" name="Google Shape;222;p27"/>
          <p:cNvPicPr preferRelativeResize="0"/>
          <p:nvPr/>
        </p:nvPicPr>
        <p:blipFill>
          <a:blip r:embed="rId2">
            <a:alphaModFix/>
          </a:blip>
          <a:stretch>
            <a:fillRect/>
          </a:stretch>
        </p:blipFill>
        <p:spPr>
          <a:xfrm rot="10800000">
            <a:off x="5334325" y="2668625"/>
            <a:ext cx="3802725" cy="3431200"/>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11">
    <p:spTree>
      <p:nvGrpSpPr>
        <p:cNvPr id="223" name="Shape 223"/>
        <p:cNvGrpSpPr/>
        <p:nvPr/>
      </p:nvGrpSpPr>
      <p:grpSpPr>
        <a:xfrm>
          <a:off x="0" y="0"/>
          <a:ext cx="0" cy="0"/>
          <a:chOff x="0" y="0"/>
          <a:chExt cx="0" cy="0"/>
        </a:xfrm>
      </p:grpSpPr>
      <p:sp>
        <p:nvSpPr>
          <p:cNvPr id="224" name="Google Shape;224;p28"/>
          <p:cNvSpPr txBox="1"/>
          <p:nvPr>
            <p:ph type="ctrTitle"/>
          </p:nvPr>
        </p:nvSpPr>
        <p:spPr>
          <a:xfrm>
            <a:off x="1250675" y="1851425"/>
            <a:ext cx="66588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25" name="Google Shape;225;p28"/>
          <p:cNvSpPr txBox="1"/>
          <p:nvPr>
            <p:ph idx="1" type="subTitle"/>
          </p:nvPr>
        </p:nvSpPr>
        <p:spPr>
          <a:xfrm>
            <a:off x="3114750" y="2640476"/>
            <a:ext cx="2930700" cy="65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cxnSp>
        <p:nvCxnSpPr>
          <p:cNvPr id="226" name="Google Shape;226;p28"/>
          <p:cNvCxnSpPr/>
          <p:nvPr/>
        </p:nvCxnSpPr>
        <p:spPr>
          <a:xfrm>
            <a:off x="3681150" y="2571750"/>
            <a:ext cx="1797900" cy="0"/>
          </a:xfrm>
          <a:prstGeom prst="straightConnector1">
            <a:avLst/>
          </a:prstGeom>
          <a:noFill/>
          <a:ln cap="flat" cmpd="sng" w="19050">
            <a:solidFill>
              <a:schemeClr val="lt1"/>
            </a:solidFill>
            <a:prstDash val="solid"/>
            <a:round/>
            <a:headEnd len="med" w="med" type="none"/>
            <a:tailEnd len="med" w="med" type="none"/>
          </a:ln>
        </p:spPr>
      </p:cxnSp>
      <p:pic>
        <p:nvPicPr>
          <p:cNvPr id="227" name="Google Shape;227;p28"/>
          <p:cNvPicPr preferRelativeResize="0"/>
          <p:nvPr/>
        </p:nvPicPr>
        <p:blipFill>
          <a:blip r:embed="rId2">
            <a:alphaModFix/>
          </a:blip>
          <a:stretch>
            <a:fillRect/>
          </a:stretch>
        </p:blipFill>
        <p:spPr>
          <a:xfrm flipH="1" rot="10800000">
            <a:off x="100" y="2134944"/>
            <a:ext cx="3802725" cy="3431200"/>
          </a:xfrm>
          <a:prstGeom prst="rect">
            <a:avLst/>
          </a:prstGeom>
          <a:noFill/>
          <a:ln>
            <a:noFill/>
          </a:ln>
        </p:spPr>
      </p:pic>
      <p:pic>
        <p:nvPicPr>
          <p:cNvPr id="228" name="Google Shape;228;p28"/>
          <p:cNvPicPr preferRelativeResize="0"/>
          <p:nvPr/>
        </p:nvPicPr>
        <p:blipFill>
          <a:blip r:embed="rId2">
            <a:alphaModFix/>
          </a:blip>
          <a:stretch>
            <a:fillRect/>
          </a:stretch>
        </p:blipFill>
        <p:spPr>
          <a:xfrm flipH="1">
            <a:off x="5341285" y="-200131"/>
            <a:ext cx="3802725" cy="3431200"/>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12">
    <p:spTree>
      <p:nvGrpSpPr>
        <p:cNvPr id="229" name="Shape 229"/>
        <p:cNvGrpSpPr/>
        <p:nvPr/>
      </p:nvGrpSpPr>
      <p:grpSpPr>
        <a:xfrm>
          <a:off x="0" y="0"/>
          <a:ext cx="0" cy="0"/>
          <a:chOff x="0" y="0"/>
          <a:chExt cx="0" cy="0"/>
        </a:xfrm>
      </p:grpSpPr>
      <p:sp>
        <p:nvSpPr>
          <p:cNvPr id="230" name="Google Shape;230;p29"/>
          <p:cNvSpPr txBox="1"/>
          <p:nvPr>
            <p:ph type="ctrTitle"/>
          </p:nvPr>
        </p:nvSpPr>
        <p:spPr>
          <a:xfrm>
            <a:off x="1250675" y="2994425"/>
            <a:ext cx="66588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31" name="Google Shape;231;p29"/>
          <p:cNvSpPr txBox="1"/>
          <p:nvPr>
            <p:ph idx="1" type="subTitle"/>
          </p:nvPr>
        </p:nvSpPr>
        <p:spPr>
          <a:xfrm>
            <a:off x="3114750" y="3631076"/>
            <a:ext cx="2930700" cy="65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232" name="Google Shape;232;p29"/>
          <p:cNvPicPr preferRelativeResize="0"/>
          <p:nvPr/>
        </p:nvPicPr>
        <p:blipFill>
          <a:blip r:embed="rId2">
            <a:alphaModFix/>
          </a:blip>
          <a:stretch>
            <a:fillRect/>
          </a:stretch>
        </p:blipFill>
        <p:spPr>
          <a:xfrm flipH="1">
            <a:off x="5341286" y="0"/>
            <a:ext cx="3802725" cy="3431200"/>
          </a:xfrm>
          <a:prstGeom prst="rect">
            <a:avLst/>
          </a:prstGeom>
          <a:noFill/>
          <a:ln>
            <a:noFill/>
          </a:ln>
        </p:spPr>
      </p:pic>
      <p:pic>
        <p:nvPicPr>
          <p:cNvPr id="233" name="Google Shape;233;p29"/>
          <p:cNvPicPr preferRelativeResize="0"/>
          <p:nvPr/>
        </p:nvPicPr>
        <p:blipFill>
          <a:blip r:embed="rId2">
            <a:alphaModFix/>
          </a:blip>
          <a:stretch>
            <a:fillRect/>
          </a:stretch>
        </p:blipFill>
        <p:spPr>
          <a:xfrm>
            <a:off x="8150" y="0"/>
            <a:ext cx="3802725" cy="3431200"/>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44">
    <p:spTree>
      <p:nvGrpSpPr>
        <p:cNvPr id="234" name="Shape 234"/>
        <p:cNvGrpSpPr/>
        <p:nvPr/>
      </p:nvGrpSpPr>
      <p:grpSpPr>
        <a:xfrm>
          <a:off x="0" y="0"/>
          <a:ext cx="0" cy="0"/>
          <a:chOff x="0" y="0"/>
          <a:chExt cx="0" cy="0"/>
        </a:xfrm>
      </p:grpSpPr>
      <p:sp>
        <p:nvSpPr>
          <p:cNvPr id="235" name="Google Shape;235;p30"/>
          <p:cNvSpPr txBox="1"/>
          <p:nvPr>
            <p:ph type="title"/>
          </p:nvPr>
        </p:nvSpPr>
        <p:spPr>
          <a:xfrm>
            <a:off x="457200" y="453668"/>
            <a:ext cx="82296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sz="3600"/>
            </a:lvl1pPr>
            <a:lvl2pPr lvl="1" rtl="0" algn="l">
              <a:spcBef>
                <a:spcPts val="0"/>
              </a:spcBef>
              <a:spcAft>
                <a:spcPts val="0"/>
              </a:spcAft>
              <a:buSzPts val="2800"/>
              <a:buNone/>
              <a:defRPr/>
            </a:lvl2pPr>
            <a:lvl3pPr lvl="2" rtl="0" algn="l">
              <a:spcBef>
                <a:spcPts val="0"/>
              </a:spcBef>
              <a:spcAft>
                <a:spcPts val="0"/>
              </a:spcAft>
              <a:buSzPts val="2800"/>
              <a:buNone/>
              <a:defRPr/>
            </a:lvl3pPr>
            <a:lvl4pPr lvl="3" rtl="0" algn="l">
              <a:spcBef>
                <a:spcPts val="0"/>
              </a:spcBef>
              <a:spcAft>
                <a:spcPts val="0"/>
              </a:spcAft>
              <a:buSzPts val="2800"/>
              <a:buNone/>
              <a:defRPr/>
            </a:lvl4pPr>
            <a:lvl5pPr lvl="4" rtl="0" algn="l">
              <a:spcBef>
                <a:spcPts val="0"/>
              </a:spcBef>
              <a:spcAft>
                <a:spcPts val="0"/>
              </a:spcAft>
              <a:buSzPts val="2800"/>
              <a:buNone/>
              <a:defRPr/>
            </a:lvl5pPr>
            <a:lvl6pPr lvl="5" rtl="0" algn="l">
              <a:spcBef>
                <a:spcPts val="0"/>
              </a:spcBef>
              <a:spcAft>
                <a:spcPts val="0"/>
              </a:spcAft>
              <a:buSzPts val="2800"/>
              <a:buNone/>
              <a:defRPr/>
            </a:lvl6pPr>
            <a:lvl7pPr lvl="6" rtl="0" algn="l">
              <a:spcBef>
                <a:spcPts val="0"/>
              </a:spcBef>
              <a:spcAft>
                <a:spcPts val="0"/>
              </a:spcAft>
              <a:buSzPts val="2800"/>
              <a:buNone/>
              <a:defRPr/>
            </a:lvl7pPr>
            <a:lvl8pPr lvl="7" rtl="0" algn="l">
              <a:spcBef>
                <a:spcPts val="0"/>
              </a:spcBef>
              <a:spcAft>
                <a:spcPts val="0"/>
              </a:spcAft>
              <a:buSzPts val="2800"/>
              <a:buNone/>
              <a:defRPr/>
            </a:lvl8pPr>
            <a:lvl9pPr lvl="8" rtl="0" algn="l">
              <a:spcBef>
                <a:spcPts val="0"/>
              </a:spcBef>
              <a:spcAft>
                <a:spcPts val="0"/>
              </a:spcAft>
              <a:buSzPts val="2800"/>
              <a:buNone/>
              <a:defRPr/>
            </a:lvl9pPr>
          </a:lstStyle>
          <a:p/>
        </p:txBody>
      </p:sp>
      <p:pic>
        <p:nvPicPr>
          <p:cNvPr id="236" name="Google Shape;236;p30"/>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237" name="Google Shape;237;p30"/>
          <p:cNvSpPr txBox="1"/>
          <p:nvPr>
            <p:ph idx="1" type="subTitle"/>
          </p:nvPr>
        </p:nvSpPr>
        <p:spPr>
          <a:xfrm>
            <a:off x="1638300" y="3524733"/>
            <a:ext cx="1381200" cy="83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38" name="Google Shape;238;p30"/>
          <p:cNvSpPr txBox="1"/>
          <p:nvPr>
            <p:ph idx="2" type="subTitle"/>
          </p:nvPr>
        </p:nvSpPr>
        <p:spPr>
          <a:xfrm>
            <a:off x="3104700" y="3514233"/>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39" name="Google Shape;239;p30"/>
          <p:cNvSpPr txBox="1"/>
          <p:nvPr>
            <p:ph idx="3" type="subTitle"/>
          </p:nvPr>
        </p:nvSpPr>
        <p:spPr>
          <a:xfrm>
            <a:off x="4571100" y="3511408"/>
            <a:ext cx="13812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40" name="Google Shape;240;p30"/>
          <p:cNvSpPr txBox="1"/>
          <p:nvPr>
            <p:ph idx="4" type="subTitle"/>
          </p:nvPr>
        </p:nvSpPr>
        <p:spPr>
          <a:xfrm>
            <a:off x="6023400" y="3529870"/>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41" name="Google Shape;241;p30"/>
          <p:cNvSpPr txBox="1"/>
          <p:nvPr>
            <p:ph idx="5" type="subTitle"/>
          </p:nvPr>
        </p:nvSpPr>
        <p:spPr>
          <a:xfrm>
            <a:off x="1638300" y="3196233"/>
            <a:ext cx="13971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42" name="Google Shape;242;p30"/>
          <p:cNvSpPr txBox="1"/>
          <p:nvPr>
            <p:ph idx="6" type="subTitle"/>
          </p:nvPr>
        </p:nvSpPr>
        <p:spPr>
          <a:xfrm>
            <a:off x="3104700" y="3196233"/>
            <a:ext cx="1381200" cy="465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43" name="Google Shape;243;p30"/>
          <p:cNvSpPr txBox="1"/>
          <p:nvPr>
            <p:ph idx="7" type="subTitle"/>
          </p:nvPr>
        </p:nvSpPr>
        <p:spPr>
          <a:xfrm>
            <a:off x="4571999" y="3196233"/>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44" name="Google Shape;244;p30"/>
          <p:cNvSpPr txBox="1"/>
          <p:nvPr>
            <p:ph idx="8" type="subTitle"/>
          </p:nvPr>
        </p:nvSpPr>
        <p:spPr>
          <a:xfrm>
            <a:off x="6037498" y="3196233"/>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45">
    <p:spTree>
      <p:nvGrpSpPr>
        <p:cNvPr id="245" name="Shape 245"/>
        <p:cNvGrpSpPr/>
        <p:nvPr/>
      </p:nvGrpSpPr>
      <p:grpSpPr>
        <a:xfrm>
          <a:off x="0" y="0"/>
          <a:ext cx="0" cy="0"/>
          <a:chOff x="0" y="0"/>
          <a:chExt cx="0" cy="0"/>
        </a:xfrm>
      </p:grpSpPr>
      <p:sp>
        <p:nvSpPr>
          <p:cNvPr id="246" name="Google Shape;246;p31"/>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247" name="Google Shape;247;p31"/>
          <p:cNvPicPr preferRelativeResize="0"/>
          <p:nvPr/>
        </p:nvPicPr>
        <p:blipFill>
          <a:blip r:embed="rId2">
            <a:alphaModFix/>
          </a:blip>
          <a:stretch>
            <a:fillRect/>
          </a:stretch>
        </p:blipFill>
        <p:spPr>
          <a:xfrm rot="10800000">
            <a:off x="6843313" y="-695298"/>
            <a:ext cx="2300675" cy="2075900"/>
          </a:xfrm>
          <a:prstGeom prst="rect">
            <a:avLst/>
          </a:prstGeom>
          <a:noFill/>
          <a:ln>
            <a:noFill/>
          </a:ln>
        </p:spPr>
      </p:pic>
      <p:pic>
        <p:nvPicPr>
          <p:cNvPr id="248" name="Google Shape;248;p31"/>
          <p:cNvPicPr preferRelativeResize="0"/>
          <p:nvPr/>
        </p:nvPicPr>
        <p:blipFill>
          <a:blip r:embed="rId2">
            <a:alphaModFix/>
          </a:blip>
          <a:stretch>
            <a:fillRect/>
          </a:stretch>
        </p:blipFill>
        <p:spPr>
          <a:xfrm flipH="1" rot="10800000">
            <a:off x="-12" y="-695298"/>
            <a:ext cx="2300675" cy="2075900"/>
          </a:xfrm>
          <a:prstGeom prst="rect">
            <a:avLst/>
          </a:prstGeom>
          <a:noFill/>
          <a:ln>
            <a:noFill/>
          </a:ln>
        </p:spPr>
      </p:pic>
      <p:sp>
        <p:nvSpPr>
          <p:cNvPr id="249" name="Google Shape;249;p31"/>
          <p:cNvSpPr txBox="1"/>
          <p:nvPr>
            <p:ph idx="1" type="subTitle"/>
          </p:nvPr>
        </p:nvSpPr>
        <p:spPr>
          <a:xfrm>
            <a:off x="540000" y="3527280"/>
            <a:ext cx="1381200" cy="83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0" name="Google Shape;250;p31"/>
          <p:cNvSpPr txBox="1"/>
          <p:nvPr>
            <p:ph idx="2" type="subTitle"/>
          </p:nvPr>
        </p:nvSpPr>
        <p:spPr>
          <a:xfrm>
            <a:off x="2741438" y="2077288"/>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1" name="Google Shape;251;p31"/>
          <p:cNvSpPr txBox="1"/>
          <p:nvPr>
            <p:ph idx="3" type="subTitle"/>
          </p:nvPr>
        </p:nvSpPr>
        <p:spPr>
          <a:xfrm>
            <a:off x="5033512" y="3516526"/>
            <a:ext cx="13812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2" name="Google Shape;252;p31"/>
          <p:cNvSpPr txBox="1"/>
          <p:nvPr>
            <p:ph idx="4" type="subTitle"/>
          </p:nvPr>
        </p:nvSpPr>
        <p:spPr>
          <a:xfrm>
            <a:off x="7214825" y="2077856"/>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53" name="Google Shape;253;p31"/>
          <p:cNvSpPr txBox="1"/>
          <p:nvPr>
            <p:ph idx="5" type="subTitle"/>
          </p:nvPr>
        </p:nvSpPr>
        <p:spPr>
          <a:xfrm>
            <a:off x="532050" y="3198780"/>
            <a:ext cx="13971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4" name="Google Shape;254;p31"/>
          <p:cNvSpPr txBox="1"/>
          <p:nvPr>
            <p:ph idx="6" type="subTitle"/>
          </p:nvPr>
        </p:nvSpPr>
        <p:spPr>
          <a:xfrm>
            <a:off x="2749388" y="1759288"/>
            <a:ext cx="1381200" cy="465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5" name="Google Shape;255;p31"/>
          <p:cNvSpPr txBox="1"/>
          <p:nvPr>
            <p:ph idx="7" type="subTitle"/>
          </p:nvPr>
        </p:nvSpPr>
        <p:spPr>
          <a:xfrm>
            <a:off x="5033512" y="3201351"/>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6" name="Google Shape;256;p31"/>
          <p:cNvSpPr txBox="1"/>
          <p:nvPr>
            <p:ph idx="8" type="subTitle"/>
          </p:nvPr>
        </p:nvSpPr>
        <p:spPr>
          <a:xfrm>
            <a:off x="7222775" y="1765255"/>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57" name="Google Shape;257;p31"/>
          <p:cNvSpPr/>
          <p:nvPr/>
        </p:nvSpPr>
        <p:spPr>
          <a:xfrm>
            <a:off x="2774288" y="2968200"/>
            <a:ext cx="1331400" cy="12609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1"/>
          <p:cNvSpPr/>
          <p:nvPr/>
        </p:nvSpPr>
        <p:spPr>
          <a:xfrm>
            <a:off x="5058412" y="1896175"/>
            <a:ext cx="1331400" cy="12609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1"/>
          <p:cNvSpPr/>
          <p:nvPr/>
        </p:nvSpPr>
        <p:spPr>
          <a:xfrm>
            <a:off x="7247675" y="2968200"/>
            <a:ext cx="1331400" cy="12609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1"/>
          <p:cNvSpPr/>
          <p:nvPr/>
        </p:nvSpPr>
        <p:spPr>
          <a:xfrm>
            <a:off x="564900" y="1896175"/>
            <a:ext cx="1331400" cy="12609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46">
    <p:spTree>
      <p:nvGrpSpPr>
        <p:cNvPr id="261" name="Shape 261"/>
        <p:cNvGrpSpPr/>
        <p:nvPr/>
      </p:nvGrpSpPr>
      <p:grpSpPr>
        <a:xfrm>
          <a:off x="0" y="0"/>
          <a:ext cx="0" cy="0"/>
          <a:chOff x="0" y="0"/>
          <a:chExt cx="0" cy="0"/>
        </a:xfrm>
      </p:grpSpPr>
      <p:sp>
        <p:nvSpPr>
          <p:cNvPr id="262" name="Google Shape;262;p32"/>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263" name="Google Shape;263;p32"/>
          <p:cNvPicPr preferRelativeResize="0"/>
          <p:nvPr/>
        </p:nvPicPr>
        <p:blipFill>
          <a:blip r:embed="rId2">
            <a:alphaModFix/>
          </a:blip>
          <a:stretch>
            <a:fillRect/>
          </a:stretch>
        </p:blipFill>
        <p:spPr>
          <a:xfrm rot="10800000">
            <a:off x="6843313" y="-695298"/>
            <a:ext cx="2300675" cy="2075900"/>
          </a:xfrm>
          <a:prstGeom prst="rect">
            <a:avLst/>
          </a:prstGeom>
          <a:noFill/>
          <a:ln>
            <a:noFill/>
          </a:ln>
        </p:spPr>
      </p:pic>
      <p:pic>
        <p:nvPicPr>
          <p:cNvPr id="264" name="Google Shape;264;p32"/>
          <p:cNvPicPr preferRelativeResize="0"/>
          <p:nvPr/>
        </p:nvPicPr>
        <p:blipFill>
          <a:blip r:embed="rId2">
            <a:alphaModFix/>
          </a:blip>
          <a:stretch>
            <a:fillRect/>
          </a:stretch>
        </p:blipFill>
        <p:spPr>
          <a:xfrm flipH="1" rot="10800000">
            <a:off x="-12" y="-695298"/>
            <a:ext cx="2300675" cy="2075900"/>
          </a:xfrm>
          <a:prstGeom prst="rect">
            <a:avLst/>
          </a:prstGeom>
          <a:noFill/>
          <a:ln>
            <a:noFill/>
          </a:ln>
        </p:spPr>
      </p:pic>
      <p:sp>
        <p:nvSpPr>
          <p:cNvPr id="265" name="Google Shape;265;p32"/>
          <p:cNvSpPr txBox="1"/>
          <p:nvPr>
            <p:ph idx="1" type="subTitle"/>
          </p:nvPr>
        </p:nvSpPr>
        <p:spPr>
          <a:xfrm>
            <a:off x="871700" y="2932300"/>
            <a:ext cx="1365600" cy="83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6" name="Google Shape;266;p32"/>
          <p:cNvSpPr txBox="1"/>
          <p:nvPr>
            <p:ph idx="2" type="subTitle"/>
          </p:nvPr>
        </p:nvSpPr>
        <p:spPr>
          <a:xfrm>
            <a:off x="2957400" y="2914675"/>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7" name="Google Shape;267;p32"/>
          <p:cNvSpPr txBox="1"/>
          <p:nvPr>
            <p:ph idx="3" type="subTitle"/>
          </p:nvPr>
        </p:nvSpPr>
        <p:spPr>
          <a:xfrm>
            <a:off x="5026550" y="2911563"/>
            <a:ext cx="13812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8" name="Google Shape;268;p32"/>
          <p:cNvSpPr txBox="1"/>
          <p:nvPr>
            <p:ph idx="4" type="subTitle"/>
          </p:nvPr>
        </p:nvSpPr>
        <p:spPr>
          <a:xfrm>
            <a:off x="7080700" y="2906381"/>
            <a:ext cx="1397100" cy="84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69" name="Google Shape;269;p32"/>
          <p:cNvSpPr txBox="1"/>
          <p:nvPr>
            <p:ph idx="5" type="subTitle"/>
          </p:nvPr>
        </p:nvSpPr>
        <p:spPr>
          <a:xfrm>
            <a:off x="871700" y="2603800"/>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0" name="Google Shape;270;p32"/>
          <p:cNvSpPr txBox="1"/>
          <p:nvPr>
            <p:ph idx="6" type="subTitle"/>
          </p:nvPr>
        </p:nvSpPr>
        <p:spPr>
          <a:xfrm>
            <a:off x="2957400" y="2596675"/>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1" name="Google Shape;271;p32"/>
          <p:cNvSpPr txBox="1"/>
          <p:nvPr>
            <p:ph idx="7" type="subTitle"/>
          </p:nvPr>
        </p:nvSpPr>
        <p:spPr>
          <a:xfrm>
            <a:off x="5027449" y="2596388"/>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2" name="Google Shape;272;p32"/>
          <p:cNvSpPr txBox="1"/>
          <p:nvPr>
            <p:ph idx="8" type="subTitle"/>
          </p:nvPr>
        </p:nvSpPr>
        <p:spPr>
          <a:xfrm>
            <a:off x="7094798" y="2593780"/>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73" name="Google Shape;273;p32"/>
          <p:cNvSpPr/>
          <p:nvPr/>
        </p:nvSpPr>
        <p:spPr>
          <a:xfrm>
            <a:off x="4824854" y="1809750"/>
            <a:ext cx="1771800" cy="20004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2"/>
          <p:cNvSpPr/>
          <p:nvPr/>
        </p:nvSpPr>
        <p:spPr>
          <a:xfrm>
            <a:off x="676400" y="1809750"/>
            <a:ext cx="1771800" cy="20004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2"/>
          <p:cNvSpPr/>
          <p:nvPr/>
        </p:nvSpPr>
        <p:spPr>
          <a:xfrm>
            <a:off x="2762097" y="1809750"/>
            <a:ext cx="1771800" cy="20004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6885386" y="1809750"/>
            <a:ext cx="1771800" cy="20004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a:off x="457200" y="1669026"/>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a:off x="2548551" y="1671756"/>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a:off x="4618345" y="1663035"/>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a:off x="6684933" y="1667766"/>
            <a:ext cx="767128" cy="663708"/>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4">
  <p:cSld name="CUSTOM_47">
    <p:spTree>
      <p:nvGrpSpPr>
        <p:cNvPr id="281" name="Shape 281"/>
        <p:cNvGrpSpPr/>
        <p:nvPr/>
      </p:nvGrpSpPr>
      <p:grpSpPr>
        <a:xfrm>
          <a:off x="0" y="0"/>
          <a:ext cx="0" cy="0"/>
          <a:chOff x="0" y="0"/>
          <a:chExt cx="0" cy="0"/>
        </a:xfrm>
      </p:grpSpPr>
      <p:pic>
        <p:nvPicPr>
          <p:cNvPr id="282" name="Google Shape;282;p33"/>
          <p:cNvPicPr preferRelativeResize="0"/>
          <p:nvPr/>
        </p:nvPicPr>
        <p:blipFill>
          <a:blip r:embed="rId2">
            <a:alphaModFix/>
          </a:blip>
          <a:stretch>
            <a:fillRect/>
          </a:stretch>
        </p:blipFill>
        <p:spPr>
          <a:xfrm flipH="1">
            <a:off x="2440291" y="3761485"/>
            <a:ext cx="2300675" cy="2075900"/>
          </a:xfrm>
          <a:prstGeom prst="rect">
            <a:avLst/>
          </a:prstGeom>
          <a:noFill/>
          <a:ln>
            <a:noFill/>
          </a:ln>
        </p:spPr>
      </p:pic>
      <p:pic>
        <p:nvPicPr>
          <p:cNvPr id="283" name="Google Shape;283;p33"/>
          <p:cNvPicPr preferRelativeResize="0"/>
          <p:nvPr/>
        </p:nvPicPr>
        <p:blipFill>
          <a:blip r:embed="rId2">
            <a:alphaModFix/>
          </a:blip>
          <a:stretch>
            <a:fillRect/>
          </a:stretch>
        </p:blipFill>
        <p:spPr>
          <a:xfrm>
            <a:off x="4394051" y="3761485"/>
            <a:ext cx="2300675" cy="2075900"/>
          </a:xfrm>
          <a:prstGeom prst="rect">
            <a:avLst/>
          </a:prstGeom>
          <a:noFill/>
          <a:ln>
            <a:noFill/>
          </a:ln>
        </p:spPr>
      </p:pic>
      <p:sp>
        <p:nvSpPr>
          <p:cNvPr id="284" name="Google Shape;284;p33"/>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85" name="Google Shape;285;p33"/>
          <p:cNvSpPr txBox="1"/>
          <p:nvPr>
            <p:ph idx="1" type="subTitle"/>
          </p:nvPr>
        </p:nvSpPr>
        <p:spPr>
          <a:xfrm>
            <a:off x="905500" y="2764675"/>
            <a:ext cx="14385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6" name="Google Shape;286;p33"/>
          <p:cNvSpPr txBox="1"/>
          <p:nvPr>
            <p:ph idx="2" type="subTitle"/>
          </p:nvPr>
        </p:nvSpPr>
        <p:spPr>
          <a:xfrm>
            <a:off x="2896725" y="2761596"/>
            <a:ext cx="13971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7" name="Google Shape;287;p33"/>
          <p:cNvSpPr txBox="1"/>
          <p:nvPr>
            <p:ph idx="3" type="subTitle"/>
          </p:nvPr>
        </p:nvSpPr>
        <p:spPr>
          <a:xfrm>
            <a:off x="4879150" y="2761049"/>
            <a:ext cx="13812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8" name="Google Shape;288;p33"/>
          <p:cNvSpPr txBox="1"/>
          <p:nvPr>
            <p:ph idx="4" type="subTitle"/>
          </p:nvPr>
        </p:nvSpPr>
        <p:spPr>
          <a:xfrm>
            <a:off x="6833675" y="2760900"/>
            <a:ext cx="13971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9" name="Google Shape;289;p33"/>
          <p:cNvSpPr txBox="1"/>
          <p:nvPr>
            <p:ph idx="5" type="subTitle"/>
          </p:nvPr>
        </p:nvSpPr>
        <p:spPr>
          <a:xfrm>
            <a:off x="926600" y="2449250"/>
            <a:ext cx="1438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90" name="Google Shape;290;p33"/>
          <p:cNvSpPr txBox="1"/>
          <p:nvPr>
            <p:ph idx="6" type="subTitle"/>
          </p:nvPr>
        </p:nvSpPr>
        <p:spPr>
          <a:xfrm>
            <a:off x="2896724" y="2443588"/>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91" name="Google Shape;291;p33"/>
          <p:cNvSpPr txBox="1"/>
          <p:nvPr>
            <p:ph idx="7" type="subTitle"/>
          </p:nvPr>
        </p:nvSpPr>
        <p:spPr>
          <a:xfrm>
            <a:off x="4880055" y="2445872"/>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292" name="Google Shape;292;p33"/>
          <p:cNvSpPr txBox="1"/>
          <p:nvPr>
            <p:ph idx="8" type="subTitle"/>
          </p:nvPr>
        </p:nvSpPr>
        <p:spPr>
          <a:xfrm>
            <a:off x="6847773" y="2448299"/>
            <a:ext cx="13812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48">
    <p:spTree>
      <p:nvGrpSpPr>
        <p:cNvPr id="293" name="Shape 293"/>
        <p:cNvGrpSpPr/>
        <p:nvPr/>
      </p:nvGrpSpPr>
      <p:grpSpPr>
        <a:xfrm>
          <a:off x="0" y="0"/>
          <a:ext cx="0" cy="0"/>
          <a:chOff x="0" y="0"/>
          <a:chExt cx="0" cy="0"/>
        </a:xfrm>
      </p:grpSpPr>
      <p:sp>
        <p:nvSpPr>
          <p:cNvPr id="294" name="Google Shape;294;p34"/>
          <p:cNvSpPr txBox="1"/>
          <p:nvPr>
            <p:ph type="ctrTitle"/>
          </p:nvPr>
        </p:nvSpPr>
        <p:spPr>
          <a:xfrm flipH="1">
            <a:off x="540000" y="448619"/>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295" name="Google Shape;295;p34"/>
          <p:cNvPicPr preferRelativeResize="0"/>
          <p:nvPr/>
        </p:nvPicPr>
        <p:blipFill>
          <a:blip r:embed="rId2">
            <a:alphaModFix/>
          </a:blip>
          <a:stretch>
            <a:fillRect/>
          </a:stretch>
        </p:blipFill>
        <p:spPr>
          <a:xfrm>
            <a:off x="0" y="0"/>
            <a:ext cx="2300675" cy="2075900"/>
          </a:xfrm>
          <a:prstGeom prst="rect">
            <a:avLst/>
          </a:prstGeom>
          <a:noFill/>
          <a:ln>
            <a:noFill/>
          </a:ln>
        </p:spPr>
      </p:pic>
      <p:sp>
        <p:nvSpPr>
          <p:cNvPr id="296" name="Google Shape;296;p34"/>
          <p:cNvSpPr txBox="1"/>
          <p:nvPr>
            <p:ph idx="1" type="subTitle"/>
          </p:nvPr>
        </p:nvSpPr>
        <p:spPr>
          <a:xfrm>
            <a:off x="1526019" y="2570265"/>
            <a:ext cx="1812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97" name="Google Shape;297;p34"/>
          <p:cNvSpPr txBox="1"/>
          <p:nvPr>
            <p:ph idx="2" type="subTitle"/>
          </p:nvPr>
        </p:nvSpPr>
        <p:spPr>
          <a:xfrm>
            <a:off x="3635401" y="2570272"/>
            <a:ext cx="18732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98" name="Google Shape;298;p34"/>
          <p:cNvSpPr txBox="1"/>
          <p:nvPr>
            <p:ph idx="3" type="subTitle"/>
          </p:nvPr>
        </p:nvSpPr>
        <p:spPr>
          <a:xfrm>
            <a:off x="5797968" y="2559605"/>
            <a:ext cx="1850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99" name="Google Shape;299;p34"/>
          <p:cNvSpPr txBox="1"/>
          <p:nvPr>
            <p:ph idx="4" type="subTitle"/>
          </p:nvPr>
        </p:nvSpPr>
        <p:spPr>
          <a:xfrm>
            <a:off x="1526019" y="3166668"/>
            <a:ext cx="1812900" cy="46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00" name="Google Shape;300;p34"/>
          <p:cNvSpPr txBox="1"/>
          <p:nvPr>
            <p:ph idx="5" type="subTitle"/>
          </p:nvPr>
        </p:nvSpPr>
        <p:spPr>
          <a:xfrm>
            <a:off x="3646051" y="3166668"/>
            <a:ext cx="1851900" cy="46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01" name="Google Shape;301;p34"/>
          <p:cNvSpPr txBox="1"/>
          <p:nvPr>
            <p:ph idx="6" type="subTitle"/>
          </p:nvPr>
        </p:nvSpPr>
        <p:spPr>
          <a:xfrm>
            <a:off x="5797968" y="3170098"/>
            <a:ext cx="1850700" cy="46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02" name="Google Shape;302;p34"/>
          <p:cNvSpPr/>
          <p:nvPr/>
        </p:nvSpPr>
        <p:spPr>
          <a:xfrm rot="5400000">
            <a:off x="1077063" y="1815559"/>
            <a:ext cx="2710575" cy="2139650"/>
          </a:xfrm>
          <a:prstGeom prst="flowChartPreparation">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4"/>
          <p:cNvSpPr/>
          <p:nvPr/>
        </p:nvSpPr>
        <p:spPr>
          <a:xfrm rot="5400000">
            <a:off x="3216713" y="1815559"/>
            <a:ext cx="2710575" cy="2139650"/>
          </a:xfrm>
          <a:prstGeom prst="flowChartPreparation">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4"/>
          <p:cNvSpPr/>
          <p:nvPr/>
        </p:nvSpPr>
        <p:spPr>
          <a:xfrm rot="5400000">
            <a:off x="5356363" y="1815559"/>
            <a:ext cx="2710575" cy="2139650"/>
          </a:xfrm>
          <a:prstGeom prst="flowChartPreparation">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49">
    <p:spTree>
      <p:nvGrpSpPr>
        <p:cNvPr id="305" name="Shape 305"/>
        <p:cNvGrpSpPr/>
        <p:nvPr/>
      </p:nvGrpSpPr>
      <p:grpSpPr>
        <a:xfrm>
          <a:off x="0" y="0"/>
          <a:ext cx="0" cy="0"/>
          <a:chOff x="0" y="0"/>
          <a:chExt cx="0" cy="0"/>
        </a:xfrm>
      </p:grpSpPr>
      <p:pic>
        <p:nvPicPr>
          <p:cNvPr id="306" name="Google Shape;306;p35"/>
          <p:cNvPicPr preferRelativeResize="0"/>
          <p:nvPr/>
        </p:nvPicPr>
        <p:blipFill>
          <a:blip r:embed="rId2">
            <a:alphaModFix/>
          </a:blip>
          <a:stretch>
            <a:fillRect/>
          </a:stretch>
        </p:blipFill>
        <p:spPr>
          <a:xfrm>
            <a:off x="-525279" y="-469300"/>
            <a:ext cx="3071650" cy="2771549"/>
          </a:xfrm>
          <a:prstGeom prst="rect">
            <a:avLst/>
          </a:prstGeom>
          <a:noFill/>
          <a:ln>
            <a:noFill/>
          </a:ln>
        </p:spPr>
      </p:pic>
      <p:pic>
        <p:nvPicPr>
          <p:cNvPr id="307" name="Google Shape;307;p35"/>
          <p:cNvPicPr preferRelativeResize="0"/>
          <p:nvPr/>
        </p:nvPicPr>
        <p:blipFill>
          <a:blip r:embed="rId2">
            <a:alphaModFix/>
          </a:blip>
          <a:stretch>
            <a:fillRect/>
          </a:stretch>
        </p:blipFill>
        <p:spPr>
          <a:xfrm flipH="1">
            <a:off x="6605746" y="-468167"/>
            <a:ext cx="3071650" cy="2771549"/>
          </a:xfrm>
          <a:prstGeom prst="rect">
            <a:avLst/>
          </a:prstGeom>
          <a:noFill/>
          <a:ln>
            <a:noFill/>
          </a:ln>
        </p:spPr>
      </p:pic>
      <p:sp>
        <p:nvSpPr>
          <p:cNvPr id="308" name="Google Shape;308;p35"/>
          <p:cNvSpPr txBox="1"/>
          <p:nvPr>
            <p:ph type="ctrTitle"/>
          </p:nvPr>
        </p:nvSpPr>
        <p:spPr>
          <a:xfrm flipH="1">
            <a:off x="457200" y="452225"/>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09" name="Google Shape;309;p35"/>
          <p:cNvSpPr txBox="1"/>
          <p:nvPr>
            <p:ph idx="1" type="subTitle"/>
          </p:nvPr>
        </p:nvSpPr>
        <p:spPr>
          <a:xfrm>
            <a:off x="560206" y="2951258"/>
            <a:ext cx="23865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10" name="Google Shape;310;p35"/>
          <p:cNvSpPr txBox="1"/>
          <p:nvPr>
            <p:ph idx="2" type="subTitle"/>
          </p:nvPr>
        </p:nvSpPr>
        <p:spPr>
          <a:xfrm>
            <a:off x="3390622" y="2951265"/>
            <a:ext cx="23805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11" name="Google Shape;311;p35"/>
          <p:cNvSpPr txBox="1"/>
          <p:nvPr>
            <p:ph idx="3" type="subTitle"/>
          </p:nvPr>
        </p:nvSpPr>
        <p:spPr>
          <a:xfrm>
            <a:off x="6232531" y="2953683"/>
            <a:ext cx="2367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12" name="Google Shape;312;p35"/>
          <p:cNvSpPr txBox="1"/>
          <p:nvPr>
            <p:ph idx="4" type="subTitle"/>
          </p:nvPr>
        </p:nvSpPr>
        <p:spPr>
          <a:xfrm>
            <a:off x="560200" y="3571274"/>
            <a:ext cx="2386500" cy="39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3" name="Google Shape;313;p35"/>
          <p:cNvSpPr txBox="1"/>
          <p:nvPr>
            <p:ph idx="5" type="subTitle"/>
          </p:nvPr>
        </p:nvSpPr>
        <p:spPr>
          <a:xfrm>
            <a:off x="3404151" y="3571274"/>
            <a:ext cx="2353500" cy="39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4" name="Google Shape;314;p35"/>
          <p:cNvSpPr txBox="1"/>
          <p:nvPr>
            <p:ph idx="6" type="subTitle"/>
          </p:nvPr>
        </p:nvSpPr>
        <p:spPr>
          <a:xfrm>
            <a:off x="6232531" y="3561605"/>
            <a:ext cx="2367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5" name="Google Shape;315;p35"/>
          <p:cNvSpPr txBox="1"/>
          <p:nvPr>
            <p:ph idx="7" type="subTitle"/>
          </p:nvPr>
        </p:nvSpPr>
        <p:spPr>
          <a:xfrm>
            <a:off x="540000" y="2580087"/>
            <a:ext cx="2386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6" name="Google Shape;316;p35"/>
          <p:cNvSpPr txBox="1"/>
          <p:nvPr>
            <p:ph idx="8" type="subTitle"/>
          </p:nvPr>
        </p:nvSpPr>
        <p:spPr>
          <a:xfrm>
            <a:off x="3384649" y="2580087"/>
            <a:ext cx="2353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7" name="Google Shape;317;p35"/>
          <p:cNvSpPr txBox="1"/>
          <p:nvPr>
            <p:ph idx="9" type="subTitle"/>
          </p:nvPr>
        </p:nvSpPr>
        <p:spPr>
          <a:xfrm>
            <a:off x="6212900" y="2583512"/>
            <a:ext cx="2367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18" name="Google Shape;318;p35"/>
          <p:cNvSpPr/>
          <p:nvPr/>
        </p:nvSpPr>
        <p:spPr>
          <a:xfrm>
            <a:off x="6120000" y="2551773"/>
            <a:ext cx="2560200" cy="10677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3291900" y="2551782"/>
            <a:ext cx="2560200" cy="10677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a:off x="463800" y="2551773"/>
            <a:ext cx="2560200" cy="10677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txBox="1"/>
          <p:nvPr/>
        </p:nvSpPr>
        <p:spPr>
          <a:xfrm>
            <a:off x="6123563" y="3619448"/>
            <a:ext cx="25533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600">
              <a:solidFill>
                <a:srgbClr val="FFFFFF"/>
              </a:solidFill>
              <a:latin typeface="Squada One"/>
              <a:ea typeface="Squada One"/>
              <a:cs typeface="Squada One"/>
              <a:sym typeface="Squada One"/>
            </a:endParaRPr>
          </a:p>
        </p:txBody>
      </p:sp>
      <p:sp>
        <p:nvSpPr>
          <p:cNvPr id="322" name="Google Shape;322;p35"/>
          <p:cNvSpPr txBox="1"/>
          <p:nvPr/>
        </p:nvSpPr>
        <p:spPr>
          <a:xfrm>
            <a:off x="467363" y="3619448"/>
            <a:ext cx="25533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600">
              <a:solidFill>
                <a:srgbClr val="FFFFFF"/>
              </a:solidFill>
              <a:latin typeface="Squada One"/>
              <a:ea typeface="Squada One"/>
              <a:cs typeface="Squada One"/>
              <a:sym typeface="Squada One"/>
            </a:endParaRPr>
          </a:p>
        </p:txBody>
      </p:sp>
      <p:sp>
        <p:nvSpPr>
          <p:cNvPr id="323" name="Google Shape;323;p35"/>
          <p:cNvSpPr txBox="1"/>
          <p:nvPr/>
        </p:nvSpPr>
        <p:spPr>
          <a:xfrm>
            <a:off x="3295463" y="3619454"/>
            <a:ext cx="2553300" cy="345600"/>
          </a:xfrm>
          <a:prstGeom prst="rect">
            <a:avLst/>
          </a:prstGeom>
          <a:solidFill>
            <a:schemeClr val="lt1"/>
          </a:solid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600">
              <a:solidFill>
                <a:schemeClr val="dk1"/>
              </a:solidFill>
              <a:latin typeface="Squada One"/>
              <a:ea typeface="Squada One"/>
              <a:cs typeface="Squada One"/>
              <a:sym typeface="Squada One"/>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3">
    <p:spTree>
      <p:nvGrpSpPr>
        <p:cNvPr id="324" name="Shape 324"/>
        <p:cNvGrpSpPr/>
        <p:nvPr/>
      </p:nvGrpSpPr>
      <p:grpSpPr>
        <a:xfrm>
          <a:off x="0" y="0"/>
          <a:ext cx="0" cy="0"/>
          <a:chOff x="0" y="0"/>
          <a:chExt cx="0" cy="0"/>
        </a:xfrm>
      </p:grpSpPr>
      <p:sp>
        <p:nvSpPr>
          <p:cNvPr id="325" name="Google Shape;325;p36"/>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326" name="Google Shape;326;p36"/>
          <p:cNvPicPr preferRelativeResize="0"/>
          <p:nvPr/>
        </p:nvPicPr>
        <p:blipFill>
          <a:blip r:embed="rId2">
            <a:alphaModFix/>
          </a:blip>
          <a:stretch>
            <a:fillRect/>
          </a:stretch>
        </p:blipFill>
        <p:spPr>
          <a:xfrm rot="10800000">
            <a:off x="6843313" y="-695298"/>
            <a:ext cx="2300675" cy="2075900"/>
          </a:xfrm>
          <a:prstGeom prst="rect">
            <a:avLst/>
          </a:prstGeom>
          <a:noFill/>
          <a:ln>
            <a:noFill/>
          </a:ln>
        </p:spPr>
      </p:pic>
      <p:pic>
        <p:nvPicPr>
          <p:cNvPr id="327" name="Google Shape;327;p36"/>
          <p:cNvPicPr preferRelativeResize="0"/>
          <p:nvPr/>
        </p:nvPicPr>
        <p:blipFill>
          <a:blip r:embed="rId2">
            <a:alphaModFix/>
          </a:blip>
          <a:stretch>
            <a:fillRect/>
          </a:stretch>
        </p:blipFill>
        <p:spPr>
          <a:xfrm flipH="1" rot="10800000">
            <a:off x="-12" y="-695298"/>
            <a:ext cx="2300675" cy="2075900"/>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4">
    <p:spTree>
      <p:nvGrpSpPr>
        <p:cNvPr id="328" name="Shape 328"/>
        <p:cNvGrpSpPr/>
        <p:nvPr/>
      </p:nvGrpSpPr>
      <p:grpSpPr>
        <a:xfrm>
          <a:off x="0" y="0"/>
          <a:ext cx="0" cy="0"/>
          <a:chOff x="0" y="0"/>
          <a:chExt cx="0" cy="0"/>
        </a:xfrm>
      </p:grpSpPr>
      <p:sp>
        <p:nvSpPr>
          <p:cNvPr id="329" name="Google Shape;329;p37"/>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330" name="Google Shape;330;p37"/>
          <p:cNvPicPr preferRelativeResize="0"/>
          <p:nvPr/>
        </p:nvPicPr>
        <p:blipFill>
          <a:blip r:embed="rId2">
            <a:alphaModFix/>
          </a:blip>
          <a:stretch>
            <a:fillRect/>
          </a:stretch>
        </p:blipFill>
        <p:spPr>
          <a:xfrm>
            <a:off x="0" y="0"/>
            <a:ext cx="2300675" cy="2075900"/>
          </a:xfrm>
          <a:prstGeom prst="rect">
            <a:avLst/>
          </a:prstGeom>
          <a:noFill/>
          <a:ln>
            <a:noFill/>
          </a:ln>
        </p:spPr>
      </p:pic>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6">
    <p:spTree>
      <p:nvGrpSpPr>
        <p:cNvPr id="331" name="Shape 331"/>
        <p:cNvGrpSpPr/>
        <p:nvPr/>
      </p:nvGrpSpPr>
      <p:grpSpPr>
        <a:xfrm>
          <a:off x="0" y="0"/>
          <a:ext cx="0" cy="0"/>
          <a:chOff x="0" y="0"/>
          <a:chExt cx="0" cy="0"/>
        </a:xfrm>
      </p:grpSpPr>
      <p:pic>
        <p:nvPicPr>
          <p:cNvPr id="332" name="Google Shape;332;p38"/>
          <p:cNvPicPr preferRelativeResize="0"/>
          <p:nvPr/>
        </p:nvPicPr>
        <p:blipFill>
          <a:blip r:embed="rId2">
            <a:alphaModFix/>
          </a:blip>
          <a:stretch>
            <a:fillRect/>
          </a:stretch>
        </p:blipFill>
        <p:spPr>
          <a:xfrm>
            <a:off x="-525279" y="-316900"/>
            <a:ext cx="3071650" cy="2771549"/>
          </a:xfrm>
          <a:prstGeom prst="rect">
            <a:avLst/>
          </a:prstGeom>
          <a:noFill/>
          <a:ln>
            <a:noFill/>
          </a:ln>
        </p:spPr>
      </p:pic>
      <p:pic>
        <p:nvPicPr>
          <p:cNvPr id="333" name="Google Shape;333;p38"/>
          <p:cNvPicPr preferRelativeResize="0"/>
          <p:nvPr/>
        </p:nvPicPr>
        <p:blipFill>
          <a:blip r:embed="rId2">
            <a:alphaModFix/>
          </a:blip>
          <a:stretch>
            <a:fillRect/>
          </a:stretch>
        </p:blipFill>
        <p:spPr>
          <a:xfrm flipH="1">
            <a:off x="6605746" y="-315767"/>
            <a:ext cx="3071650" cy="2771549"/>
          </a:xfrm>
          <a:prstGeom prst="rect">
            <a:avLst/>
          </a:prstGeom>
          <a:noFill/>
          <a:ln>
            <a:noFill/>
          </a:ln>
        </p:spPr>
      </p:pic>
      <p:sp>
        <p:nvSpPr>
          <p:cNvPr id="334" name="Google Shape;334;p38"/>
          <p:cNvSpPr txBox="1"/>
          <p:nvPr>
            <p:ph type="ctrTitle"/>
          </p:nvPr>
        </p:nvSpPr>
        <p:spPr>
          <a:xfrm flipH="1">
            <a:off x="540000" y="441718"/>
            <a:ext cx="80640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50">
    <p:spTree>
      <p:nvGrpSpPr>
        <p:cNvPr id="335" name="Shape 335"/>
        <p:cNvGrpSpPr/>
        <p:nvPr/>
      </p:nvGrpSpPr>
      <p:grpSpPr>
        <a:xfrm>
          <a:off x="0" y="0"/>
          <a:ext cx="0" cy="0"/>
          <a:chOff x="0" y="0"/>
          <a:chExt cx="0" cy="0"/>
        </a:xfrm>
      </p:grpSpPr>
      <p:pic>
        <p:nvPicPr>
          <p:cNvPr id="336" name="Google Shape;336;p39"/>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337" name="Google Shape;337;p39"/>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lgn="l">
              <a:spcBef>
                <a:spcPts val="0"/>
              </a:spcBef>
              <a:spcAft>
                <a:spcPts val="0"/>
              </a:spcAft>
              <a:buClr>
                <a:srgbClr val="FFFFFF"/>
              </a:buClr>
              <a:buSzPts val="3600"/>
              <a:buNone/>
              <a:defRPr sz="36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338" name="Google Shape;338;p39"/>
          <p:cNvSpPr txBox="1"/>
          <p:nvPr>
            <p:ph idx="1" type="subTitle"/>
          </p:nvPr>
        </p:nvSpPr>
        <p:spPr>
          <a:xfrm>
            <a:off x="1203833" y="2719326"/>
            <a:ext cx="2240100" cy="60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39" name="Google Shape;339;p39"/>
          <p:cNvSpPr txBox="1"/>
          <p:nvPr>
            <p:ph idx="2" type="subTitle"/>
          </p:nvPr>
        </p:nvSpPr>
        <p:spPr>
          <a:xfrm>
            <a:off x="4766489" y="3583682"/>
            <a:ext cx="2299200" cy="60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spcBef>
                <a:spcPts val="1600"/>
              </a:spcBef>
              <a:spcAft>
                <a:spcPts val="0"/>
              </a:spcAft>
              <a:buSzPts val="1400"/>
              <a:buNone/>
              <a:defRPr/>
            </a:lvl2pPr>
            <a:lvl3pPr lvl="2" rtl="0" algn="r">
              <a:spcBef>
                <a:spcPts val="1600"/>
              </a:spcBef>
              <a:spcAft>
                <a:spcPts val="0"/>
              </a:spcAft>
              <a:buSzPts val="1400"/>
              <a:buNone/>
              <a:defRPr/>
            </a:lvl3pPr>
            <a:lvl4pPr lvl="3" rtl="0" algn="r">
              <a:spcBef>
                <a:spcPts val="1600"/>
              </a:spcBef>
              <a:spcAft>
                <a:spcPts val="0"/>
              </a:spcAft>
              <a:buSzPts val="1400"/>
              <a:buNone/>
              <a:defRPr/>
            </a:lvl4pPr>
            <a:lvl5pPr lvl="4" rtl="0" algn="r">
              <a:spcBef>
                <a:spcPts val="1600"/>
              </a:spcBef>
              <a:spcAft>
                <a:spcPts val="0"/>
              </a:spcAft>
              <a:buSzPts val="1400"/>
              <a:buNone/>
              <a:defRPr/>
            </a:lvl5pPr>
            <a:lvl6pPr lvl="5" rtl="0" algn="r">
              <a:spcBef>
                <a:spcPts val="1600"/>
              </a:spcBef>
              <a:spcAft>
                <a:spcPts val="0"/>
              </a:spcAft>
              <a:buSzPts val="1400"/>
              <a:buNone/>
              <a:defRPr/>
            </a:lvl6pPr>
            <a:lvl7pPr lvl="6" rtl="0" algn="r">
              <a:spcBef>
                <a:spcPts val="1600"/>
              </a:spcBef>
              <a:spcAft>
                <a:spcPts val="0"/>
              </a:spcAft>
              <a:buSzPts val="1400"/>
              <a:buNone/>
              <a:defRPr/>
            </a:lvl7pPr>
            <a:lvl8pPr lvl="7" rtl="0" algn="r">
              <a:spcBef>
                <a:spcPts val="1600"/>
              </a:spcBef>
              <a:spcAft>
                <a:spcPts val="0"/>
              </a:spcAft>
              <a:buSzPts val="1400"/>
              <a:buNone/>
              <a:defRPr/>
            </a:lvl8pPr>
            <a:lvl9pPr lvl="8" rtl="0" algn="r">
              <a:spcBef>
                <a:spcPts val="1600"/>
              </a:spcBef>
              <a:spcAft>
                <a:spcPts val="1600"/>
              </a:spcAft>
              <a:buSzPts val="1400"/>
              <a:buNone/>
              <a:defRPr/>
            </a:lvl9pPr>
          </a:lstStyle>
          <a:p/>
        </p:txBody>
      </p:sp>
      <p:sp>
        <p:nvSpPr>
          <p:cNvPr id="340" name="Google Shape;340;p39"/>
          <p:cNvSpPr txBox="1"/>
          <p:nvPr>
            <p:ph idx="3" type="subTitle"/>
          </p:nvPr>
        </p:nvSpPr>
        <p:spPr>
          <a:xfrm>
            <a:off x="4772499" y="1802770"/>
            <a:ext cx="2299200" cy="60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spcBef>
                <a:spcPts val="1600"/>
              </a:spcBef>
              <a:spcAft>
                <a:spcPts val="0"/>
              </a:spcAft>
              <a:buSzPts val="1400"/>
              <a:buNone/>
              <a:defRPr/>
            </a:lvl2pPr>
            <a:lvl3pPr lvl="2" rtl="0" algn="r">
              <a:spcBef>
                <a:spcPts val="1600"/>
              </a:spcBef>
              <a:spcAft>
                <a:spcPts val="0"/>
              </a:spcAft>
              <a:buSzPts val="1400"/>
              <a:buNone/>
              <a:defRPr/>
            </a:lvl3pPr>
            <a:lvl4pPr lvl="3" rtl="0" algn="r">
              <a:spcBef>
                <a:spcPts val="1600"/>
              </a:spcBef>
              <a:spcAft>
                <a:spcPts val="0"/>
              </a:spcAft>
              <a:buSzPts val="1400"/>
              <a:buNone/>
              <a:defRPr/>
            </a:lvl4pPr>
            <a:lvl5pPr lvl="4" rtl="0" algn="r">
              <a:spcBef>
                <a:spcPts val="1600"/>
              </a:spcBef>
              <a:spcAft>
                <a:spcPts val="0"/>
              </a:spcAft>
              <a:buSzPts val="1400"/>
              <a:buNone/>
              <a:defRPr/>
            </a:lvl5pPr>
            <a:lvl6pPr lvl="5" rtl="0" algn="r">
              <a:spcBef>
                <a:spcPts val="1600"/>
              </a:spcBef>
              <a:spcAft>
                <a:spcPts val="0"/>
              </a:spcAft>
              <a:buSzPts val="1400"/>
              <a:buNone/>
              <a:defRPr/>
            </a:lvl6pPr>
            <a:lvl7pPr lvl="6" rtl="0" algn="r">
              <a:spcBef>
                <a:spcPts val="1600"/>
              </a:spcBef>
              <a:spcAft>
                <a:spcPts val="0"/>
              </a:spcAft>
              <a:buSzPts val="1400"/>
              <a:buNone/>
              <a:defRPr/>
            </a:lvl7pPr>
            <a:lvl8pPr lvl="7" rtl="0" algn="r">
              <a:spcBef>
                <a:spcPts val="1600"/>
              </a:spcBef>
              <a:spcAft>
                <a:spcPts val="0"/>
              </a:spcAft>
              <a:buSzPts val="1400"/>
              <a:buNone/>
              <a:defRPr/>
            </a:lvl8pPr>
            <a:lvl9pPr lvl="8" rtl="0" algn="r">
              <a:spcBef>
                <a:spcPts val="1600"/>
              </a:spcBef>
              <a:spcAft>
                <a:spcPts val="1600"/>
              </a:spcAft>
              <a:buSzPts val="1400"/>
              <a:buNone/>
              <a:defRPr/>
            </a:lvl9pPr>
          </a:lstStyle>
          <a:p/>
        </p:txBody>
      </p:sp>
      <p:sp>
        <p:nvSpPr>
          <p:cNvPr id="341" name="Google Shape;341;p39"/>
          <p:cNvSpPr txBox="1"/>
          <p:nvPr>
            <p:ph idx="4" type="subTitle"/>
          </p:nvPr>
        </p:nvSpPr>
        <p:spPr>
          <a:xfrm>
            <a:off x="1203833" y="2196338"/>
            <a:ext cx="2240100" cy="46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42" name="Google Shape;342;p39"/>
          <p:cNvSpPr txBox="1"/>
          <p:nvPr>
            <p:ph idx="5" type="subTitle"/>
          </p:nvPr>
        </p:nvSpPr>
        <p:spPr>
          <a:xfrm>
            <a:off x="4798042" y="3079150"/>
            <a:ext cx="2273100" cy="46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43" name="Google Shape;343;p39"/>
          <p:cNvSpPr txBox="1"/>
          <p:nvPr>
            <p:ph idx="6" type="subTitle"/>
          </p:nvPr>
        </p:nvSpPr>
        <p:spPr>
          <a:xfrm>
            <a:off x="4772499" y="1272083"/>
            <a:ext cx="2299200" cy="46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6">
  <p:cSld name="CUSTOM_51">
    <p:spTree>
      <p:nvGrpSpPr>
        <p:cNvPr id="344" name="Shape 344"/>
        <p:cNvGrpSpPr/>
        <p:nvPr/>
      </p:nvGrpSpPr>
      <p:grpSpPr>
        <a:xfrm>
          <a:off x="0" y="0"/>
          <a:ext cx="0" cy="0"/>
          <a:chOff x="0" y="0"/>
          <a:chExt cx="0" cy="0"/>
        </a:xfrm>
      </p:grpSpPr>
      <p:sp>
        <p:nvSpPr>
          <p:cNvPr id="345" name="Google Shape;345;p40"/>
          <p:cNvSpPr txBox="1"/>
          <p:nvPr>
            <p:ph type="ctrTitle"/>
          </p:nvPr>
        </p:nvSpPr>
        <p:spPr>
          <a:xfrm flipH="1">
            <a:off x="457200" y="437047"/>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346" name="Google Shape;346;p40"/>
          <p:cNvPicPr preferRelativeResize="0"/>
          <p:nvPr/>
        </p:nvPicPr>
        <p:blipFill>
          <a:blip r:embed="rId2">
            <a:alphaModFix/>
          </a:blip>
          <a:stretch>
            <a:fillRect/>
          </a:stretch>
        </p:blipFill>
        <p:spPr>
          <a:xfrm flipH="1">
            <a:off x="2440291" y="3913885"/>
            <a:ext cx="2300675" cy="2075900"/>
          </a:xfrm>
          <a:prstGeom prst="rect">
            <a:avLst/>
          </a:prstGeom>
          <a:noFill/>
          <a:ln>
            <a:noFill/>
          </a:ln>
        </p:spPr>
      </p:pic>
      <p:pic>
        <p:nvPicPr>
          <p:cNvPr id="347" name="Google Shape;347;p40"/>
          <p:cNvPicPr preferRelativeResize="0"/>
          <p:nvPr/>
        </p:nvPicPr>
        <p:blipFill>
          <a:blip r:embed="rId2">
            <a:alphaModFix/>
          </a:blip>
          <a:stretch>
            <a:fillRect/>
          </a:stretch>
        </p:blipFill>
        <p:spPr>
          <a:xfrm>
            <a:off x="4394051" y="3913885"/>
            <a:ext cx="2300675" cy="2075900"/>
          </a:xfrm>
          <a:prstGeom prst="rect">
            <a:avLst/>
          </a:prstGeom>
          <a:noFill/>
          <a:ln>
            <a:noFill/>
          </a:ln>
        </p:spPr>
      </p:pic>
      <p:pic>
        <p:nvPicPr>
          <p:cNvPr id="348" name="Google Shape;348;p40"/>
          <p:cNvPicPr preferRelativeResize="0"/>
          <p:nvPr/>
        </p:nvPicPr>
        <p:blipFill>
          <a:blip r:embed="rId2">
            <a:alphaModFix/>
          </a:blip>
          <a:stretch>
            <a:fillRect/>
          </a:stretch>
        </p:blipFill>
        <p:spPr>
          <a:xfrm flipH="1">
            <a:off x="-540059" y="-586073"/>
            <a:ext cx="2300675" cy="2075900"/>
          </a:xfrm>
          <a:prstGeom prst="rect">
            <a:avLst/>
          </a:prstGeom>
          <a:noFill/>
          <a:ln>
            <a:noFill/>
          </a:ln>
        </p:spPr>
      </p:pic>
      <p:pic>
        <p:nvPicPr>
          <p:cNvPr id="349" name="Google Shape;349;p40"/>
          <p:cNvPicPr preferRelativeResize="0"/>
          <p:nvPr/>
        </p:nvPicPr>
        <p:blipFill>
          <a:blip r:embed="rId2">
            <a:alphaModFix/>
          </a:blip>
          <a:stretch>
            <a:fillRect/>
          </a:stretch>
        </p:blipFill>
        <p:spPr>
          <a:xfrm>
            <a:off x="7396724" y="-590242"/>
            <a:ext cx="2300675" cy="2075900"/>
          </a:xfrm>
          <a:prstGeom prst="rect">
            <a:avLst/>
          </a:prstGeom>
          <a:noFill/>
          <a:ln>
            <a:noFill/>
          </a:ln>
        </p:spPr>
      </p:pic>
      <p:sp>
        <p:nvSpPr>
          <p:cNvPr id="350" name="Google Shape;350;p40"/>
          <p:cNvSpPr txBox="1"/>
          <p:nvPr>
            <p:ph idx="1" type="subTitle"/>
          </p:nvPr>
        </p:nvSpPr>
        <p:spPr>
          <a:xfrm>
            <a:off x="672350" y="1887930"/>
            <a:ext cx="19566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51" name="Google Shape;351;p40"/>
          <p:cNvSpPr txBox="1"/>
          <p:nvPr>
            <p:ph idx="2" type="subTitle"/>
          </p:nvPr>
        </p:nvSpPr>
        <p:spPr>
          <a:xfrm>
            <a:off x="3580500" y="3409864"/>
            <a:ext cx="19566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52" name="Google Shape;352;p40"/>
          <p:cNvSpPr txBox="1"/>
          <p:nvPr>
            <p:ph idx="3" type="subTitle"/>
          </p:nvPr>
        </p:nvSpPr>
        <p:spPr>
          <a:xfrm>
            <a:off x="6515100" y="1895625"/>
            <a:ext cx="19344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53" name="Google Shape;353;p40"/>
          <p:cNvSpPr txBox="1"/>
          <p:nvPr>
            <p:ph idx="4" type="subTitle"/>
          </p:nvPr>
        </p:nvSpPr>
        <p:spPr>
          <a:xfrm>
            <a:off x="683450" y="1561974"/>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54" name="Google Shape;354;p40"/>
          <p:cNvSpPr txBox="1"/>
          <p:nvPr>
            <p:ph idx="5" type="subTitle"/>
          </p:nvPr>
        </p:nvSpPr>
        <p:spPr>
          <a:xfrm>
            <a:off x="3591600" y="3070826"/>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55" name="Google Shape;355;p40"/>
          <p:cNvSpPr txBox="1"/>
          <p:nvPr>
            <p:ph idx="6" type="subTitle"/>
          </p:nvPr>
        </p:nvSpPr>
        <p:spPr>
          <a:xfrm>
            <a:off x="6515100" y="1561974"/>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7">
  <p:cSld name="CUSTOM_52">
    <p:spTree>
      <p:nvGrpSpPr>
        <p:cNvPr id="356" name="Shape 356"/>
        <p:cNvGrpSpPr/>
        <p:nvPr/>
      </p:nvGrpSpPr>
      <p:grpSpPr>
        <a:xfrm>
          <a:off x="0" y="0"/>
          <a:ext cx="0" cy="0"/>
          <a:chOff x="0" y="0"/>
          <a:chExt cx="0" cy="0"/>
        </a:xfrm>
      </p:grpSpPr>
      <p:sp>
        <p:nvSpPr>
          <p:cNvPr id="357" name="Google Shape;357;p41"/>
          <p:cNvSpPr txBox="1"/>
          <p:nvPr>
            <p:ph type="ctrTitle"/>
          </p:nvPr>
        </p:nvSpPr>
        <p:spPr>
          <a:xfrm flipH="1">
            <a:off x="457200" y="437050"/>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358" name="Google Shape;358;p41"/>
          <p:cNvPicPr preferRelativeResize="0"/>
          <p:nvPr/>
        </p:nvPicPr>
        <p:blipFill>
          <a:blip r:embed="rId2">
            <a:alphaModFix/>
          </a:blip>
          <a:stretch>
            <a:fillRect/>
          </a:stretch>
        </p:blipFill>
        <p:spPr>
          <a:xfrm>
            <a:off x="0" y="0"/>
            <a:ext cx="2300675" cy="2075900"/>
          </a:xfrm>
          <a:prstGeom prst="rect">
            <a:avLst/>
          </a:prstGeom>
          <a:noFill/>
          <a:ln>
            <a:noFill/>
          </a:ln>
        </p:spPr>
      </p:pic>
      <p:sp>
        <p:nvSpPr>
          <p:cNvPr id="359" name="Google Shape;359;p41"/>
          <p:cNvSpPr txBox="1"/>
          <p:nvPr>
            <p:ph idx="1" type="subTitle"/>
          </p:nvPr>
        </p:nvSpPr>
        <p:spPr>
          <a:xfrm>
            <a:off x="1700600" y="2921393"/>
            <a:ext cx="13953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60" name="Google Shape;360;p41"/>
          <p:cNvSpPr txBox="1"/>
          <p:nvPr>
            <p:ph idx="2" type="subTitle"/>
          </p:nvPr>
        </p:nvSpPr>
        <p:spPr>
          <a:xfrm>
            <a:off x="1553500" y="2529762"/>
            <a:ext cx="16431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1" name="Google Shape;361;p41"/>
          <p:cNvSpPr txBox="1"/>
          <p:nvPr>
            <p:ph idx="3" type="subTitle"/>
          </p:nvPr>
        </p:nvSpPr>
        <p:spPr>
          <a:xfrm>
            <a:off x="1691000" y="2027255"/>
            <a:ext cx="13953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2" name="Google Shape;362;p41"/>
          <p:cNvSpPr txBox="1"/>
          <p:nvPr>
            <p:ph idx="4" type="subTitle"/>
          </p:nvPr>
        </p:nvSpPr>
        <p:spPr>
          <a:xfrm>
            <a:off x="5929000" y="2926550"/>
            <a:ext cx="16431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63" name="Google Shape;363;p41"/>
          <p:cNvSpPr txBox="1"/>
          <p:nvPr>
            <p:ph idx="5" type="subTitle"/>
          </p:nvPr>
        </p:nvSpPr>
        <p:spPr>
          <a:xfrm>
            <a:off x="5905750" y="2518950"/>
            <a:ext cx="16896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4" name="Google Shape;364;p41"/>
          <p:cNvSpPr txBox="1"/>
          <p:nvPr>
            <p:ph idx="6" type="subTitle"/>
          </p:nvPr>
        </p:nvSpPr>
        <p:spPr>
          <a:xfrm>
            <a:off x="6001300" y="2032688"/>
            <a:ext cx="14985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5" name="Google Shape;365;p41"/>
          <p:cNvSpPr txBox="1"/>
          <p:nvPr>
            <p:ph idx="7" type="subTitle"/>
          </p:nvPr>
        </p:nvSpPr>
        <p:spPr>
          <a:xfrm>
            <a:off x="3768500" y="3407943"/>
            <a:ext cx="1606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366" name="Google Shape;366;p41"/>
          <p:cNvSpPr txBox="1"/>
          <p:nvPr>
            <p:ph idx="8" type="subTitle"/>
          </p:nvPr>
        </p:nvSpPr>
        <p:spPr>
          <a:xfrm>
            <a:off x="3604790" y="3039918"/>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7" name="Google Shape;367;p41"/>
          <p:cNvSpPr txBox="1"/>
          <p:nvPr>
            <p:ph idx="9" type="subTitle"/>
          </p:nvPr>
        </p:nvSpPr>
        <p:spPr>
          <a:xfrm>
            <a:off x="3604790" y="2529480"/>
            <a:ext cx="1934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solidFill>
                  <a:schemeClr val="accent2"/>
                </a:solidFill>
                <a:latin typeface="Squada One"/>
                <a:ea typeface="Squada One"/>
                <a:cs typeface="Squada One"/>
                <a:sym typeface="Squada One"/>
              </a:defRPr>
            </a:lvl1pPr>
            <a:lvl2pPr lvl="1" rtl="0" algn="ctr">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lgn="ctr">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lgn="ctr">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368" name="Google Shape;368;p41"/>
          <p:cNvSpPr/>
          <p:nvPr/>
        </p:nvSpPr>
        <p:spPr>
          <a:xfrm>
            <a:off x="3577850" y="1722475"/>
            <a:ext cx="1988100" cy="2905200"/>
          </a:xfrm>
          <a:prstGeom prst="rect">
            <a:avLst/>
          </a:prstGeom>
          <a:solidFill>
            <a:srgbClr val="FFFFFF">
              <a:alpha val="11920"/>
            </a:srgb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369" name="Google Shape;369;p41"/>
          <p:cNvSpPr/>
          <p:nvPr/>
        </p:nvSpPr>
        <p:spPr>
          <a:xfrm>
            <a:off x="5756500" y="1177900"/>
            <a:ext cx="1988100" cy="2905200"/>
          </a:xfrm>
          <a:prstGeom prst="rect">
            <a:avLst/>
          </a:prstGeom>
          <a:solidFill>
            <a:srgbClr val="FFFFFF">
              <a:alpha val="11920"/>
            </a:srgb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370" name="Google Shape;370;p41"/>
          <p:cNvSpPr/>
          <p:nvPr/>
        </p:nvSpPr>
        <p:spPr>
          <a:xfrm>
            <a:off x="1399400" y="1177900"/>
            <a:ext cx="1988100" cy="2905200"/>
          </a:xfrm>
          <a:prstGeom prst="rect">
            <a:avLst/>
          </a:prstGeom>
          <a:solidFill>
            <a:srgbClr val="FFFFFF">
              <a:alpha val="11920"/>
            </a:srgb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pic>
        <p:nvPicPr>
          <p:cNvPr id="371" name="Google Shape;371;p41"/>
          <p:cNvPicPr preferRelativeResize="0"/>
          <p:nvPr/>
        </p:nvPicPr>
        <p:blipFill>
          <a:blip r:embed="rId2">
            <a:alphaModFix/>
          </a:blip>
          <a:stretch>
            <a:fillRect/>
          </a:stretch>
        </p:blipFill>
        <p:spPr>
          <a:xfrm flipH="1">
            <a:off x="6843125" y="0"/>
            <a:ext cx="2300675" cy="2075900"/>
          </a:xfrm>
          <a:prstGeom prst="rect">
            <a:avLst/>
          </a:prstGeom>
          <a:noFill/>
          <a:ln>
            <a:noFill/>
          </a:ln>
        </p:spPr>
      </p:pic>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8">
  <p:cSld name="CUSTOM_54">
    <p:spTree>
      <p:nvGrpSpPr>
        <p:cNvPr id="372" name="Shape 372"/>
        <p:cNvGrpSpPr/>
        <p:nvPr/>
      </p:nvGrpSpPr>
      <p:grpSpPr>
        <a:xfrm>
          <a:off x="0" y="0"/>
          <a:ext cx="0" cy="0"/>
          <a:chOff x="0" y="0"/>
          <a:chExt cx="0" cy="0"/>
        </a:xfrm>
      </p:grpSpPr>
      <p:sp>
        <p:nvSpPr>
          <p:cNvPr id="373" name="Google Shape;373;p42"/>
          <p:cNvSpPr txBox="1"/>
          <p:nvPr>
            <p:ph idx="1" type="subTitle"/>
          </p:nvPr>
        </p:nvSpPr>
        <p:spPr>
          <a:xfrm>
            <a:off x="974900" y="3744804"/>
            <a:ext cx="21570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74" name="Google Shape;374;p42"/>
          <p:cNvSpPr txBox="1"/>
          <p:nvPr>
            <p:ph idx="2" type="subTitle"/>
          </p:nvPr>
        </p:nvSpPr>
        <p:spPr>
          <a:xfrm>
            <a:off x="3554325" y="3744826"/>
            <a:ext cx="2144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75" name="Google Shape;375;p42"/>
          <p:cNvSpPr txBox="1"/>
          <p:nvPr>
            <p:ph idx="3" type="subTitle"/>
          </p:nvPr>
        </p:nvSpPr>
        <p:spPr>
          <a:xfrm>
            <a:off x="6002400" y="3747226"/>
            <a:ext cx="2144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376" name="Google Shape;376;p42"/>
          <p:cNvSpPr txBox="1"/>
          <p:nvPr>
            <p:ph idx="4" type="subTitle"/>
          </p:nvPr>
        </p:nvSpPr>
        <p:spPr>
          <a:xfrm>
            <a:off x="965900" y="3428412"/>
            <a:ext cx="2175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377" name="Google Shape;377;p42"/>
          <p:cNvSpPr txBox="1"/>
          <p:nvPr>
            <p:ph idx="5" type="subTitle"/>
          </p:nvPr>
        </p:nvSpPr>
        <p:spPr>
          <a:xfrm>
            <a:off x="3566479" y="3439312"/>
            <a:ext cx="21447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378" name="Google Shape;378;p42"/>
          <p:cNvSpPr txBox="1"/>
          <p:nvPr>
            <p:ph idx="6" type="subTitle"/>
          </p:nvPr>
        </p:nvSpPr>
        <p:spPr>
          <a:xfrm>
            <a:off x="5987250" y="3439300"/>
            <a:ext cx="21750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pic>
        <p:nvPicPr>
          <p:cNvPr id="379" name="Google Shape;379;p42"/>
          <p:cNvPicPr preferRelativeResize="0"/>
          <p:nvPr/>
        </p:nvPicPr>
        <p:blipFill>
          <a:blip r:embed="rId2">
            <a:alphaModFix/>
          </a:blip>
          <a:stretch>
            <a:fillRect/>
          </a:stretch>
        </p:blipFill>
        <p:spPr>
          <a:xfrm>
            <a:off x="0" y="-228600"/>
            <a:ext cx="2300675" cy="2075900"/>
          </a:xfrm>
          <a:prstGeom prst="rect">
            <a:avLst/>
          </a:prstGeom>
          <a:noFill/>
          <a:ln>
            <a:noFill/>
          </a:ln>
        </p:spPr>
      </p:pic>
      <p:pic>
        <p:nvPicPr>
          <p:cNvPr id="380" name="Google Shape;380;p42"/>
          <p:cNvPicPr preferRelativeResize="0"/>
          <p:nvPr/>
        </p:nvPicPr>
        <p:blipFill>
          <a:blip r:embed="rId2">
            <a:alphaModFix/>
          </a:blip>
          <a:stretch>
            <a:fillRect/>
          </a:stretch>
        </p:blipFill>
        <p:spPr>
          <a:xfrm flipH="1">
            <a:off x="6843325" y="-228600"/>
            <a:ext cx="2300675" cy="2075900"/>
          </a:xfrm>
          <a:prstGeom prst="rect">
            <a:avLst/>
          </a:prstGeom>
          <a:noFill/>
          <a:ln>
            <a:noFill/>
          </a:ln>
        </p:spPr>
      </p:pic>
      <p:pic>
        <p:nvPicPr>
          <p:cNvPr id="381" name="Google Shape;381;p42"/>
          <p:cNvPicPr preferRelativeResize="0"/>
          <p:nvPr/>
        </p:nvPicPr>
        <p:blipFill>
          <a:blip r:embed="rId2">
            <a:alphaModFix/>
          </a:blip>
          <a:stretch>
            <a:fillRect/>
          </a:stretch>
        </p:blipFill>
        <p:spPr>
          <a:xfrm flipH="1" rot="10800000">
            <a:off x="0" y="3997725"/>
            <a:ext cx="2300675" cy="2075900"/>
          </a:xfrm>
          <a:prstGeom prst="rect">
            <a:avLst/>
          </a:prstGeom>
          <a:noFill/>
          <a:ln>
            <a:noFill/>
          </a:ln>
        </p:spPr>
      </p:pic>
      <p:pic>
        <p:nvPicPr>
          <p:cNvPr id="382" name="Google Shape;382;p42"/>
          <p:cNvPicPr preferRelativeResize="0"/>
          <p:nvPr/>
        </p:nvPicPr>
        <p:blipFill>
          <a:blip r:embed="rId2">
            <a:alphaModFix/>
          </a:blip>
          <a:stretch>
            <a:fillRect/>
          </a:stretch>
        </p:blipFill>
        <p:spPr>
          <a:xfrm rot="10800000">
            <a:off x="6843325" y="3997725"/>
            <a:ext cx="2300675" cy="2075900"/>
          </a:xfrm>
          <a:prstGeom prst="rect">
            <a:avLst/>
          </a:prstGeom>
          <a:noFill/>
          <a:ln>
            <a:noFill/>
          </a:ln>
        </p:spPr>
      </p:pic>
      <p:sp>
        <p:nvSpPr>
          <p:cNvPr id="383" name="Google Shape;383;p42"/>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7">
    <p:spTree>
      <p:nvGrpSpPr>
        <p:cNvPr id="384" name="Shape 384"/>
        <p:cNvGrpSpPr/>
        <p:nvPr/>
      </p:nvGrpSpPr>
      <p:grpSpPr>
        <a:xfrm>
          <a:off x="0" y="0"/>
          <a:ext cx="0" cy="0"/>
          <a:chOff x="0" y="0"/>
          <a:chExt cx="0" cy="0"/>
        </a:xfrm>
      </p:grpSpPr>
      <p:pic>
        <p:nvPicPr>
          <p:cNvPr id="385" name="Google Shape;385;p43"/>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386" name="Google Shape;386;p43"/>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pic>
        <p:nvPicPr>
          <p:cNvPr id="387" name="Google Shape;387;p43"/>
          <p:cNvPicPr preferRelativeResize="0"/>
          <p:nvPr/>
        </p:nvPicPr>
        <p:blipFill>
          <a:blip r:embed="rId2">
            <a:alphaModFix/>
          </a:blip>
          <a:stretch>
            <a:fillRect/>
          </a:stretch>
        </p:blipFill>
        <p:spPr>
          <a:xfrm>
            <a:off x="-258926" y="4150897"/>
            <a:ext cx="1414025" cy="1275850"/>
          </a:xfrm>
          <a:prstGeom prst="rect">
            <a:avLst/>
          </a:prstGeom>
          <a:noFill/>
          <a:ln>
            <a:noFill/>
          </a:ln>
        </p:spPr>
      </p:pic>
      <p:pic>
        <p:nvPicPr>
          <p:cNvPr id="388" name="Google Shape;388;p43"/>
          <p:cNvPicPr preferRelativeResize="0"/>
          <p:nvPr/>
        </p:nvPicPr>
        <p:blipFill>
          <a:blip r:embed="rId2">
            <a:alphaModFix/>
          </a:blip>
          <a:stretch>
            <a:fillRect/>
          </a:stretch>
        </p:blipFill>
        <p:spPr>
          <a:xfrm>
            <a:off x="0" y="6"/>
            <a:ext cx="2300675" cy="2075900"/>
          </a:xfrm>
          <a:prstGeom prst="rect">
            <a:avLst/>
          </a:prstGeom>
          <a:noFill/>
          <a:ln>
            <a:noFill/>
          </a:ln>
        </p:spPr>
      </p:pic>
      <p:pic>
        <p:nvPicPr>
          <p:cNvPr id="389" name="Google Shape;389;p43"/>
          <p:cNvPicPr preferRelativeResize="0"/>
          <p:nvPr/>
        </p:nvPicPr>
        <p:blipFill>
          <a:blip r:embed="rId2">
            <a:alphaModFix/>
          </a:blip>
          <a:stretch>
            <a:fillRect/>
          </a:stretch>
        </p:blipFill>
        <p:spPr>
          <a:xfrm flipH="1">
            <a:off x="7967964" y="4293802"/>
            <a:ext cx="1414025" cy="1275850"/>
          </a:xfrm>
          <a:prstGeom prst="rect">
            <a:avLst/>
          </a:prstGeom>
          <a:noFill/>
          <a:ln>
            <a:noFill/>
          </a:ln>
        </p:spPr>
      </p:pic>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8">
    <p:spTree>
      <p:nvGrpSpPr>
        <p:cNvPr id="390" name="Shape 390"/>
        <p:cNvGrpSpPr/>
        <p:nvPr/>
      </p:nvGrpSpPr>
      <p:grpSpPr>
        <a:xfrm>
          <a:off x="0" y="0"/>
          <a:ext cx="0" cy="0"/>
          <a:chOff x="0" y="0"/>
          <a:chExt cx="0" cy="0"/>
        </a:xfrm>
      </p:grpSpPr>
      <p:pic>
        <p:nvPicPr>
          <p:cNvPr id="391" name="Google Shape;391;p44"/>
          <p:cNvPicPr preferRelativeResize="0"/>
          <p:nvPr/>
        </p:nvPicPr>
        <p:blipFill>
          <a:blip r:embed="rId2">
            <a:alphaModFix/>
          </a:blip>
          <a:stretch>
            <a:fillRect/>
          </a:stretch>
        </p:blipFill>
        <p:spPr>
          <a:xfrm>
            <a:off x="0" y="3762551"/>
            <a:ext cx="2300675" cy="2075900"/>
          </a:xfrm>
          <a:prstGeom prst="rect">
            <a:avLst/>
          </a:prstGeom>
          <a:noFill/>
          <a:ln>
            <a:noFill/>
          </a:ln>
        </p:spPr>
      </p:pic>
      <p:pic>
        <p:nvPicPr>
          <p:cNvPr id="392" name="Google Shape;392;p44"/>
          <p:cNvPicPr preferRelativeResize="0"/>
          <p:nvPr/>
        </p:nvPicPr>
        <p:blipFill>
          <a:blip r:embed="rId2">
            <a:alphaModFix/>
          </a:blip>
          <a:stretch>
            <a:fillRect/>
          </a:stretch>
        </p:blipFill>
        <p:spPr>
          <a:xfrm flipH="1">
            <a:off x="6843325" y="3762551"/>
            <a:ext cx="2300675" cy="2075900"/>
          </a:xfrm>
          <a:prstGeom prst="rect">
            <a:avLst/>
          </a:prstGeom>
          <a:noFill/>
          <a:ln>
            <a:noFill/>
          </a:ln>
        </p:spPr>
      </p:pic>
      <p:pic>
        <p:nvPicPr>
          <p:cNvPr id="393" name="Google Shape;393;p44"/>
          <p:cNvPicPr preferRelativeResize="0"/>
          <p:nvPr/>
        </p:nvPicPr>
        <p:blipFill>
          <a:blip r:embed="rId2">
            <a:alphaModFix/>
          </a:blip>
          <a:stretch>
            <a:fillRect/>
          </a:stretch>
        </p:blipFill>
        <p:spPr>
          <a:xfrm flipH="1" rot="10800000">
            <a:off x="0" y="-38650"/>
            <a:ext cx="3300524" cy="2978075"/>
          </a:xfrm>
          <a:prstGeom prst="rect">
            <a:avLst/>
          </a:prstGeom>
          <a:noFill/>
          <a:ln>
            <a:noFill/>
          </a:ln>
        </p:spPr>
      </p:pic>
      <p:pic>
        <p:nvPicPr>
          <p:cNvPr id="394" name="Google Shape;394;p44"/>
          <p:cNvPicPr preferRelativeResize="0"/>
          <p:nvPr/>
        </p:nvPicPr>
        <p:blipFill>
          <a:blip r:embed="rId2">
            <a:alphaModFix/>
          </a:blip>
          <a:stretch>
            <a:fillRect/>
          </a:stretch>
        </p:blipFill>
        <p:spPr>
          <a:xfrm rot="10800000">
            <a:off x="5843475" y="0"/>
            <a:ext cx="3300524" cy="2978075"/>
          </a:xfrm>
          <a:prstGeom prst="rect">
            <a:avLst/>
          </a:prstGeom>
          <a:noFill/>
          <a:ln>
            <a:noFill/>
          </a:ln>
        </p:spPr>
      </p:pic>
      <p:sp>
        <p:nvSpPr>
          <p:cNvPr id="395" name="Google Shape;395;p44"/>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9">
    <p:spTree>
      <p:nvGrpSpPr>
        <p:cNvPr id="396" name="Shape 396"/>
        <p:cNvGrpSpPr/>
        <p:nvPr/>
      </p:nvGrpSpPr>
      <p:grpSpPr>
        <a:xfrm>
          <a:off x="0" y="0"/>
          <a:ext cx="0" cy="0"/>
          <a:chOff x="0" y="0"/>
          <a:chExt cx="0" cy="0"/>
        </a:xfrm>
      </p:grpSpPr>
      <p:pic>
        <p:nvPicPr>
          <p:cNvPr id="397" name="Google Shape;397;p45"/>
          <p:cNvPicPr preferRelativeResize="0"/>
          <p:nvPr/>
        </p:nvPicPr>
        <p:blipFill>
          <a:blip r:embed="rId2">
            <a:alphaModFix/>
          </a:blip>
          <a:stretch>
            <a:fillRect/>
          </a:stretch>
        </p:blipFill>
        <p:spPr>
          <a:xfrm>
            <a:off x="-771524" y="-514075"/>
            <a:ext cx="2933449" cy="2646850"/>
          </a:xfrm>
          <a:prstGeom prst="rect">
            <a:avLst/>
          </a:prstGeom>
          <a:noFill/>
          <a:ln>
            <a:noFill/>
          </a:ln>
        </p:spPr>
      </p:pic>
      <p:pic>
        <p:nvPicPr>
          <p:cNvPr id="398" name="Google Shape;398;p45"/>
          <p:cNvPicPr preferRelativeResize="0"/>
          <p:nvPr/>
        </p:nvPicPr>
        <p:blipFill>
          <a:blip r:embed="rId2">
            <a:alphaModFix/>
          </a:blip>
          <a:stretch>
            <a:fillRect/>
          </a:stretch>
        </p:blipFill>
        <p:spPr>
          <a:xfrm flipH="1">
            <a:off x="6972867" y="-514075"/>
            <a:ext cx="2933449" cy="2646850"/>
          </a:xfrm>
          <a:prstGeom prst="rect">
            <a:avLst/>
          </a:prstGeom>
          <a:noFill/>
          <a:ln>
            <a:noFill/>
          </a:ln>
        </p:spPr>
      </p:pic>
      <p:pic>
        <p:nvPicPr>
          <p:cNvPr id="399" name="Google Shape;399;p45"/>
          <p:cNvPicPr preferRelativeResize="0"/>
          <p:nvPr/>
        </p:nvPicPr>
        <p:blipFill>
          <a:blip r:embed="rId2">
            <a:alphaModFix/>
          </a:blip>
          <a:stretch>
            <a:fillRect/>
          </a:stretch>
        </p:blipFill>
        <p:spPr>
          <a:xfrm flipH="1" rot="10800000">
            <a:off x="0" y="3997725"/>
            <a:ext cx="2300675" cy="2075900"/>
          </a:xfrm>
          <a:prstGeom prst="rect">
            <a:avLst/>
          </a:prstGeom>
          <a:noFill/>
          <a:ln>
            <a:noFill/>
          </a:ln>
        </p:spPr>
      </p:pic>
      <p:pic>
        <p:nvPicPr>
          <p:cNvPr id="400" name="Google Shape;400;p45"/>
          <p:cNvPicPr preferRelativeResize="0"/>
          <p:nvPr/>
        </p:nvPicPr>
        <p:blipFill>
          <a:blip r:embed="rId2">
            <a:alphaModFix/>
          </a:blip>
          <a:stretch>
            <a:fillRect/>
          </a:stretch>
        </p:blipFill>
        <p:spPr>
          <a:xfrm rot="10800000">
            <a:off x="6843325" y="3997725"/>
            <a:ext cx="2300675" cy="2075900"/>
          </a:xfrm>
          <a:prstGeom prst="rect">
            <a:avLst/>
          </a:prstGeom>
          <a:noFill/>
          <a:ln>
            <a:noFill/>
          </a:ln>
        </p:spPr>
      </p:pic>
      <p:sp>
        <p:nvSpPr>
          <p:cNvPr id="401" name="Google Shape;401;p45"/>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5">
  <p:cSld name="CUSTOM_23">
    <p:spTree>
      <p:nvGrpSpPr>
        <p:cNvPr id="402" name="Shape 402"/>
        <p:cNvGrpSpPr/>
        <p:nvPr/>
      </p:nvGrpSpPr>
      <p:grpSpPr>
        <a:xfrm>
          <a:off x="0" y="0"/>
          <a:ext cx="0" cy="0"/>
          <a:chOff x="0" y="0"/>
          <a:chExt cx="0" cy="0"/>
        </a:xfrm>
      </p:grpSpPr>
      <p:sp>
        <p:nvSpPr>
          <p:cNvPr id="403" name="Google Shape;403;p46"/>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04" name="Google Shape;404;p46"/>
          <p:cNvSpPr txBox="1"/>
          <p:nvPr>
            <p:ph idx="2" type="ctrTitle"/>
          </p:nvPr>
        </p:nvSpPr>
        <p:spPr>
          <a:xfrm>
            <a:off x="1690457" y="1900424"/>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5" name="Google Shape;405;p46"/>
          <p:cNvSpPr txBox="1"/>
          <p:nvPr>
            <p:ph idx="1" type="subTitle"/>
          </p:nvPr>
        </p:nvSpPr>
        <p:spPr>
          <a:xfrm>
            <a:off x="2051807" y="236977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06" name="Google Shape;406;p46"/>
          <p:cNvSpPr txBox="1"/>
          <p:nvPr>
            <p:ph idx="3" type="ctrTitle"/>
          </p:nvPr>
        </p:nvSpPr>
        <p:spPr>
          <a:xfrm>
            <a:off x="1690457" y="3405003"/>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7" name="Google Shape;407;p46"/>
          <p:cNvSpPr txBox="1"/>
          <p:nvPr>
            <p:ph idx="4" type="subTitle"/>
          </p:nvPr>
        </p:nvSpPr>
        <p:spPr>
          <a:xfrm>
            <a:off x="2051807" y="387172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08" name="Google Shape;408;p46"/>
          <p:cNvSpPr txBox="1"/>
          <p:nvPr>
            <p:ph idx="5" type="ctrTitle"/>
          </p:nvPr>
        </p:nvSpPr>
        <p:spPr>
          <a:xfrm>
            <a:off x="4824357" y="1900424"/>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9" name="Google Shape;409;p46"/>
          <p:cNvSpPr txBox="1"/>
          <p:nvPr>
            <p:ph idx="6" type="subTitle"/>
          </p:nvPr>
        </p:nvSpPr>
        <p:spPr>
          <a:xfrm>
            <a:off x="5185707" y="236977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10" name="Google Shape;410;p46"/>
          <p:cNvSpPr txBox="1"/>
          <p:nvPr>
            <p:ph idx="7" type="ctrTitle"/>
          </p:nvPr>
        </p:nvSpPr>
        <p:spPr>
          <a:xfrm>
            <a:off x="4824357" y="3405003"/>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11" name="Google Shape;411;p46"/>
          <p:cNvSpPr txBox="1"/>
          <p:nvPr>
            <p:ph idx="8" type="subTitle"/>
          </p:nvPr>
        </p:nvSpPr>
        <p:spPr>
          <a:xfrm>
            <a:off x="5185707" y="3871725"/>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cxnSp>
        <p:nvCxnSpPr>
          <p:cNvPr id="412" name="Google Shape;412;p46"/>
          <p:cNvCxnSpPr/>
          <p:nvPr/>
        </p:nvCxnSpPr>
        <p:spPr>
          <a:xfrm>
            <a:off x="2273400" y="2110663"/>
            <a:ext cx="4597200" cy="0"/>
          </a:xfrm>
          <a:prstGeom prst="straightConnector1">
            <a:avLst/>
          </a:prstGeom>
          <a:noFill/>
          <a:ln cap="flat" cmpd="sng" w="19050">
            <a:solidFill>
              <a:schemeClr val="lt1"/>
            </a:solidFill>
            <a:prstDash val="solid"/>
            <a:round/>
            <a:headEnd len="med" w="med" type="none"/>
            <a:tailEnd len="med" w="med" type="none"/>
          </a:ln>
        </p:spPr>
      </p:cxnSp>
      <p:cxnSp>
        <p:nvCxnSpPr>
          <p:cNvPr id="413" name="Google Shape;413;p46"/>
          <p:cNvCxnSpPr/>
          <p:nvPr/>
        </p:nvCxnSpPr>
        <p:spPr>
          <a:xfrm>
            <a:off x="2273400" y="3627438"/>
            <a:ext cx="4597200" cy="0"/>
          </a:xfrm>
          <a:prstGeom prst="straightConnector1">
            <a:avLst/>
          </a:prstGeom>
          <a:noFill/>
          <a:ln cap="flat" cmpd="sng" w="19050">
            <a:solidFill>
              <a:schemeClr val="lt1"/>
            </a:solidFill>
            <a:prstDash val="solid"/>
            <a:round/>
            <a:headEnd len="med" w="med" type="none"/>
            <a:tailEnd len="med" w="med" type="none"/>
          </a:ln>
        </p:spPr>
      </p:cxnSp>
      <p:pic>
        <p:nvPicPr>
          <p:cNvPr id="414" name="Google Shape;414;p46"/>
          <p:cNvPicPr preferRelativeResize="0"/>
          <p:nvPr/>
        </p:nvPicPr>
        <p:blipFill>
          <a:blip r:embed="rId2">
            <a:alphaModFix/>
          </a:blip>
          <a:stretch>
            <a:fillRect/>
          </a:stretch>
        </p:blipFill>
        <p:spPr>
          <a:xfrm flipH="1" rot="-5400000">
            <a:off x="6941050" y="-576048"/>
            <a:ext cx="2754276" cy="2485175"/>
          </a:xfrm>
          <a:prstGeom prst="rect">
            <a:avLst/>
          </a:prstGeom>
          <a:noFill/>
          <a:ln>
            <a:noFill/>
          </a:ln>
        </p:spPr>
      </p:pic>
      <p:pic>
        <p:nvPicPr>
          <p:cNvPr id="415" name="Google Shape;415;p46"/>
          <p:cNvPicPr preferRelativeResize="0"/>
          <p:nvPr/>
        </p:nvPicPr>
        <p:blipFill>
          <a:blip r:embed="rId2">
            <a:alphaModFix/>
          </a:blip>
          <a:stretch>
            <a:fillRect/>
          </a:stretch>
        </p:blipFill>
        <p:spPr>
          <a:xfrm rot="5400000">
            <a:off x="-134550" y="-576388"/>
            <a:ext cx="2754276" cy="2485175"/>
          </a:xfrm>
          <a:prstGeom prst="rect">
            <a:avLst/>
          </a:prstGeom>
          <a:noFill/>
          <a:ln>
            <a:noFill/>
          </a:ln>
        </p:spPr>
      </p:pic>
      <p:pic>
        <p:nvPicPr>
          <p:cNvPr id="416" name="Google Shape;416;p46"/>
          <p:cNvPicPr preferRelativeResize="0"/>
          <p:nvPr/>
        </p:nvPicPr>
        <p:blipFill>
          <a:blip r:embed="rId2">
            <a:alphaModFix/>
          </a:blip>
          <a:stretch>
            <a:fillRect/>
          </a:stretch>
        </p:blipFill>
        <p:spPr>
          <a:xfrm rot="5400000">
            <a:off x="-144075" y="3612343"/>
            <a:ext cx="2754276" cy="2485175"/>
          </a:xfrm>
          <a:prstGeom prst="rect">
            <a:avLst/>
          </a:prstGeom>
          <a:noFill/>
          <a:ln>
            <a:noFill/>
          </a:ln>
        </p:spPr>
      </p:pic>
      <p:pic>
        <p:nvPicPr>
          <p:cNvPr id="417" name="Google Shape;417;p46"/>
          <p:cNvPicPr preferRelativeResize="0"/>
          <p:nvPr/>
        </p:nvPicPr>
        <p:blipFill>
          <a:blip r:embed="rId2">
            <a:alphaModFix/>
          </a:blip>
          <a:stretch>
            <a:fillRect/>
          </a:stretch>
        </p:blipFill>
        <p:spPr>
          <a:xfrm flipH="1" rot="-5400000">
            <a:off x="6931525" y="3621493"/>
            <a:ext cx="2754276" cy="2485175"/>
          </a:xfrm>
          <a:prstGeom prst="rect">
            <a:avLst/>
          </a:prstGeom>
          <a:noFill/>
          <a:ln>
            <a:noFill/>
          </a:ln>
        </p:spPr>
      </p:pic>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6">
  <p:cSld name="CUSTOM_24">
    <p:spTree>
      <p:nvGrpSpPr>
        <p:cNvPr id="418" name="Shape 418"/>
        <p:cNvGrpSpPr/>
        <p:nvPr/>
      </p:nvGrpSpPr>
      <p:grpSpPr>
        <a:xfrm>
          <a:off x="0" y="0"/>
          <a:ext cx="0" cy="0"/>
          <a:chOff x="0" y="0"/>
          <a:chExt cx="0" cy="0"/>
        </a:xfrm>
      </p:grpSpPr>
      <p:sp>
        <p:nvSpPr>
          <p:cNvPr id="419" name="Google Shape;419;p47"/>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20" name="Google Shape;420;p47"/>
          <p:cNvSpPr txBox="1"/>
          <p:nvPr>
            <p:ph idx="2" type="ctrTitle"/>
          </p:nvPr>
        </p:nvSpPr>
        <p:spPr>
          <a:xfrm>
            <a:off x="229439" y="2376009"/>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1" name="Google Shape;421;p47"/>
          <p:cNvSpPr txBox="1"/>
          <p:nvPr>
            <p:ph idx="1" type="subTitle"/>
          </p:nvPr>
        </p:nvSpPr>
        <p:spPr>
          <a:xfrm>
            <a:off x="590789" y="2837472"/>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22" name="Google Shape;422;p47"/>
          <p:cNvSpPr txBox="1"/>
          <p:nvPr>
            <p:ph idx="3" type="ctrTitle"/>
          </p:nvPr>
        </p:nvSpPr>
        <p:spPr>
          <a:xfrm>
            <a:off x="2243273" y="2381109"/>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3" name="Google Shape;423;p47"/>
          <p:cNvSpPr txBox="1"/>
          <p:nvPr>
            <p:ph idx="4" type="subTitle"/>
          </p:nvPr>
        </p:nvSpPr>
        <p:spPr>
          <a:xfrm>
            <a:off x="2604623" y="2842572"/>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24" name="Google Shape;424;p47"/>
          <p:cNvSpPr txBox="1"/>
          <p:nvPr>
            <p:ph idx="5" type="ctrTitle"/>
          </p:nvPr>
        </p:nvSpPr>
        <p:spPr>
          <a:xfrm>
            <a:off x="4285903" y="23865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5" name="Google Shape;425;p47"/>
          <p:cNvSpPr txBox="1"/>
          <p:nvPr>
            <p:ph idx="6" type="subTitle"/>
          </p:nvPr>
        </p:nvSpPr>
        <p:spPr>
          <a:xfrm>
            <a:off x="4647253" y="2847969"/>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26" name="Google Shape;426;p47"/>
          <p:cNvSpPr txBox="1"/>
          <p:nvPr>
            <p:ph idx="7" type="ctrTitle"/>
          </p:nvPr>
        </p:nvSpPr>
        <p:spPr>
          <a:xfrm>
            <a:off x="6290426" y="2391606"/>
            <a:ext cx="262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600">
                <a:solidFill>
                  <a:schemeClr val="accen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7" name="Google Shape;427;p47"/>
          <p:cNvSpPr txBox="1"/>
          <p:nvPr>
            <p:ph idx="8" type="subTitle"/>
          </p:nvPr>
        </p:nvSpPr>
        <p:spPr>
          <a:xfrm>
            <a:off x="6651776" y="2853069"/>
            <a:ext cx="19065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428" name="Google Shape;428;p47"/>
          <p:cNvPicPr preferRelativeResize="0"/>
          <p:nvPr/>
        </p:nvPicPr>
        <p:blipFill>
          <a:blip r:embed="rId2">
            <a:alphaModFix/>
          </a:blip>
          <a:stretch>
            <a:fillRect/>
          </a:stretch>
        </p:blipFill>
        <p:spPr>
          <a:xfrm flipH="1">
            <a:off x="7071825" y="-581130"/>
            <a:ext cx="2300675" cy="2075900"/>
          </a:xfrm>
          <a:prstGeom prst="rect">
            <a:avLst/>
          </a:prstGeom>
          <a:noFill/>
          <a:ln>
            <a:noFill/>
          </a:ln>
        </p:spPr>
      </p:pic>
      <p:pic>
        <p:nvPicPr>
          <p:cNvPr id="429" name="Google Shape;429;p47"/>
          <p:cNvPicPr preferRelativeResize="0"/>
          <p:nvPr/>
        </p:nvPicPr>
        <p:blipFill>
          <a:blip r:embed="rId2">
            <a:alphaModFix/>
          </a:blip>
          <a:stretch>
            <a:fillRect/>
          </a:stretch>
        </p:blipFill>
        <p:spPr>
          <a:xfrm flipH="1" rot="10800000">
            <a:off x="-208780" y="3638875"/>
            <a:ext cx="2300675" cy="2075900"/>
          </a:xfrm>
          <a:prstGeom prst="rect">
            <a:avLst/>
          </a:prstGeom>
          <a:noFill/>
          <a:ln>
            <a:noFill/>
          </a:ln>
        </p:spPr>
      </p:pic>
      <p:pic>
        <p:nvPicPr>
          <p:cNvPr id="430" name="Google Shape;430;p47"/>
          <p:cNvPicPr preferRelativeResize="0"/>
          <p:nvPr/>
        </p:nvPicPr>
        <p:blipFill>
          <a:blip r:embed="rId2">
            <a:alphaModFix/>
          </a:blip>
          <a:stretch>
            <a:fillRect/>
          </a:stretch>
        </p:blipFill>
        <p:spPr>
          <a:xfrm rot="10800000">
            <a:off x="6852804" y="3644024"/>
            <a:ext cx="2300675" cy="2075900"/>
          </a:xfrm>
          <a:prstGeom prst="rect">
            <a:avLst/>
          </a:prstGeom>
          <a:noFill/>
          <a:ln>
            <a:noFill/>
          </a:ln>
        </p:spPr>
      </p:pic>
      <p:pic>
        <p:nvPicPr>
          <p:cNvPr id="431" name="Google Shape;431;p47"/>
          <p:cNvPicPr preferRelativeResize="0"/>
          <p:nvPr/>
        </p:nvPicPr>
        <p:blipFill>
          <a:blip r:embed="rId2">
            <a:alphaModFix/>
          </a:blip>
          <a:stretch>
            <a:fillRect/>
          </a:stretch>
        </p:blipFill>
        <p:spPr>
          <a:xfrm>
            <a:off x="-5" y="-581412"/>
            <a:ext cx="2300675" cy="2075900"/>
          </a:xfrm>
          <a:prstGeom prst="rect">
            <a:avLst/>
          </a:prstGeom>
          <a:noFill/>
          <a:ln>
            <a:noFill/>
          </a:ln>
        </p:spPr>
      </p:pic>
      <p:sp>
        <p:nvSpPr>
          <p:cNvPr id="432" name="Google Shape;432;p47"/>
          <p:cNvSpPr/>
          <p:nvPr/>
        </p:nvSpPr>
        <p:spPr>
          <a:xfrm>
            <a:off x="5173671" y="1733509"/>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7"/>
          <p:cNvSpPr/>
          <p:nvPr/>
        </p:nvSpPr>
        <p:spPr>
          <a:xfrm>
            <a:off x="3131041" y="1723025"/>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7"/>
          <p:cNvSpPr/>
          <p:nvPr/>
        </p:nvSpPr>
        <p:spPr>
          <a:xfrm>
            <a:off x="7178193" y="1733522"/>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7"/>
          <p:cNvSpPr/>
          <p:nvPr/>
        </p:nvSpPr>
        <p:spPr>
          <a:xfrm>
            <a:off x="1117206" y="1723013"/>
            <a:ext cx="853640" cy="7387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55">
    <p:spTree>
      <p:nvGrpSpPr>
        <p:cNvPr id="436" name="Shape 436"/>
        <p:cNvGrpSpPr/>
        <p:nvPr/>
      </p:nvGrpSpPr>
      <p:grpSpPr>
        <a:xfrm>
          <a:off x="0" y="0"/>
          <a:ext cx="0" cy="0"/>
          <a:chOff x="0" y="0"/>
          <a:chExt cx="0" cy="0"/>
        </a:xfrm>
      </p:grpSpPr>
      <p:sp>
        <p:nvSpPr>
          <p:cNvPr id="437" name="Google Shape;437;p48"/>
          <p:cNvSpPr txBox="1"/>
          <p:nvPr>
            <p:ph type="ctrTitle"/>
          </p:nvPr>
        </p:nvSpPr>
        <p:spPr>
          <a:xfrm flipH="1">
            <a:off x="540000" y="452026"/>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38" name="Google Shape;438;p48"/>
          <p:cNvSpPr txBox="1"/>
          <p:nvPr>
            <p:ph idx="1" type="subTitle"/>
          </p:nvPr>
        </p:nvSpPr>
        <p:spPr>
          <a:xfrm>
            <a:off x="772100" y="1791299"/>
            <a:ext cx="20136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439" name="Google Shape;439;p48"/>
          <p:cNvPicPr preferRelativeResize="0"/>
          <p:nvPr/>
        </p:nvPicPr>
        <p:blipFill>
          <a:blip r:embed="rId2">
            <a:alphaModFix/>
          </a:blip>
          <a:stretch>
            <a:fillRect/>
          </a:stretch>
        </p:blipFill>
        <p:spPr>
          <a:xfrm flipH="1">
            <a:off x="7071825" y="-581130"/>
            <a:ext cx="2300675" cy="2075900"/>
          </a:xfrm>
          <a:prstGeom prst="rect">
            <a:avLst/>
          </a:prstGeom>
          <a:noFill/>
          <a:ln>
            <a:noFill/>
          </a:ln>
        </p:spPr>
      </p:pic>
      <p:pic>
        <p:nvPicPr>
          <p:cNvPr id="440" name="Google Shape;440;p48"/>
          <p:cNvPicPr preferRelativeResize="0"/>
          <p:nvPr/>
        </p:nvPicPr>
        <p:blipFill>
          <a:blip r:embed="rId2">
            <a:alphaModFix/>
          </a:blip>
          <a:stretch>
            <a:fillRect/>
          </a:stretch>
        </p:blipFill>
        <p:spPr>
          <a:xfrm flipH="1" rot="10800000">
            <a:off x="-208780" y="3638875"/>
            <a:ext cx="2300675" cy="2075900"/>
          </a:xfrm>
          <a:prstGeom prst="rect">
            <a:avLst/>
          </a:prstGeom>
          <a:noFill/>
          <a:ln>
            <a:noFill/>
          </a:ln>
        </p:spPr>
      </p:pic>
      <p:pic>
        <p:nvPicPr>
          <p:cNvPr id="441" name="Google Shape;441;p48"/>
          <p:cNvPicPr preferRelativeResize="0"/>
          <p:nvPr/>
        </p:nvPicPr>
        <p:blipFill>
          <a:blip r:embed="rId2">
            <a:alphaModFix/>
          </a:blip>
          <a:stretch>
            <a:fillRect/>
          </a:stretch>
        </p:blipFill>
        <p:spPr>
          <a:xfrm rot="10800000">
            <a:off x="6852804" y="3644024"/>
            <a:ext cx="2300675" cy="2075900"/>
          </a:xfrm>
          <a:prstGeom prst="rect">
            <a:avLst/>
          </a:prstGeom>
          <a:noFill/>
          <a:ln>
            <a:noFill/>
          </a:ln>
        </p:spPr>
      </p:pic>
      <p:pic>
        <p:nvPicPr>
          <p:cNvPr id="442" name="Google Shape;442;p48"/>
          <p:cNvPicPr preferRelativeResize="0"/>
          <p:nvPr/>
        </p:nvPicPr>
        <p:blipFill>
          <a:blip r:embed="rId2">
            <a:alphaModFix/>
          </a:blip>
          <a:stretch>
            <a:fillRect/>
          </a:stretch>
        </p:blipFill>
        <p:spPr>
          <a:xfrm>
            <a:off x="-5" y="-581412"/>
            <a:ext cx="2300675" cy="2075900"/>
          </a:xfrm>
          <a:prstGeom prst="rect">
            <a:avLst/>
          </a:prstGeom>
          <a:noFill/>
          <a:ln>
            <a:noFill/>
          </a:ln>
        </p:spPr>
      </p:pic>
      <p:sp>
        <p:nvSpPr>
          <p:cNvPr id="443" name="Google Shape;443;p48"/>
          <p:cNvSpPr txBox="1"/>
          <p:nvPr>
            <p:ph hasCustomPrompt="1" idx="2" type="title"/>
          </p:nvPr>
        </p:nvSpPr>
        <p:spPr>
          <a:xfrm>
            <a:off x="772100" y="1481125"/>
            <a:ext cx="2013600" cy="4539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44" name="Google Shape;444;p48"/>
          <p:cNvSpPr txBox="1"/>
          <p:nvPr>
            <p:ph idx="3" type="subTitle"/>
          </p:nvPr>
        </p:nvSpPr>
        <p:spPr>
          <a:xfrm>
            <a:off x="763375" y="2854584"/>
            <a:ext cx="20136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45" name="Google Shape;445;p48"/>
          <p:cNvSpPr txBox="1"/>
          <p:nvPr>
            <p:ph hasCustomPrompt="1" idx="4" type="title"/>
          </p:nvPr>
        </p:nvSpPr>
        <p:spPr>
          <a:xfrm>
            <a:off x="763375" y="2549389"/>
            <a:ext cx="2013600" cy="4539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46" name="Google Shape;446;p48"/>
          <p:cNvSpPr txBox="1"/>
          <p:nvPr>
            <p:ph idx="5" type="subTitle"/>
          </p:nvPr>
        </p:nvSpPr>
        <p:spPr>
          <a:xfrm>
            <a:off x="6369350" y="1791299"/>
            <a:ext cx="20136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47" name="Google Shape;447;p48"/>
          <p:cNvSpPr txBox="1"/>
          <p:nvPr>
            <p:ph hasCustomPrompt="1" idx="6" type="title"/>
          </p:nvPr>
        </p:nvSpPr>
        <p:spPr>
          <a:xfrm>
            <a:off x="6369300" y="1481125"/>
            <a:ext cx="2013600" cy="453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48" name="Google Shape;448;p48"/>
          <p:cNvSpPr txBox="1"/>
          <p:nvPr>
            <p:ph idx="7" type="subTitle"/>
          </p:nvPr>
        </p:nvSpPr>
        <p:spPr>
          <a:xfrm>
            <a:off x="6369300" y="2849652"/>
            <a:ext cx="20136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49" name="Google Shape;449;p48"/>
          <p:cNvSpPr txBox="1"/>
          <p:nvPr>
            <p:ph hasCustomPrompt="1" idx="8" type="title"/>
          </p:nvPr>
        </p:nvSpPr>
        <p:spPr>
          <a:xfrm>
            <a:off x="6369300" y="2549402"/>
            <a:ext cx="2013600" cy="453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1600">
                <a:solidFill>
                  <a:schemeClr val="accent2"/>
                </a:solidFill>
              </a:defRPr>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56">
    <p:spTree>
      <p:nvGrpSpPr>
        <p:cNvPr id="450" name="Shape 450"/>
        <p:cNvGrpSpPr/>
        <p:nvPr/>
      </p:nvGrpSpPr>
      <p:grpSpPr>
        <a:xfrm>
          <a:off x="0" y="0"/>
          <a:ext cx="0" cy="0"/>
          <a:chOff x="0" y="0"/>
          <a:chExt cx="0" cy="0"/>
        </a:xfrm>
      </p:grpSpPr>
      <p:sp>
        <p:nvSpPr>
          <p:cNvPr id="451" name="Google Shape;451;p49"/>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52" name="Google Shape;452;p49"/>
          <p:cNvSpPr txBox="1"/>
          <p:nvPr>
            <p:ph idx="1" type="subTitle"/>
          </p:nvPr>
        </p:nvSpPr>
        <p:spPr>
          <a:xfrm>
            <a:off x="1132000" y="3432862"/>
            <a:ext cx="1874100" cy="367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600">
                <a:latin typeface="Squada One"/>
                <a:ea typeface="Squada One"/>
                <a:cs typeface="Squada One"/>
                <a:sym typeface="Squada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pic>
        <p:nvPicPr>
          <p:cNvPr id="453" name="Google Shape;453;p49"/>
          <p:cNvPicPr preferRelativeResize="0"/>
          <p:nvPr/>
        </p:nvPicPr>
        <p:blipFill>
          <a:blip r:embed="rId2">
            <a:alphaModFix/>
          </a:blip>
          <a:stretch>
            <a:fillRect/>
          </a:stretch>
        </p:blipFill>
        <p:spPr>
          <a:xfrm>
            <a:off x="-5" y="-581412"/>
            <a:ext cx="2300675" cy="2075900"/>
          </a:xfrm>
          <a:prstGeom prst="rect">
            <a:avLst/>
          </a:prstGeom>
          <a:noFill/>
          <a:ln>
            <a:noFill/>
          </a:ln>
        </p:spPr>
      </p:pic>
      <p:sp>
        <p:nvSpPr>
          <p:cNvPr id="454" name="Google Shape;454;p49"/>
          <p:cNvSpPr txBox="1"/>
          <p:nvPr>
            <p:ph hasCustomPrompt="1" idx="2" type="title"/>
          </p:nvPr>
        </p:nvSpPr>
        <p:spPr>
          <a:xfrm>
            <a:off x="3725850" y="2029263"/>
            <a:ext cx="1515900" cy="453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55" name="Google Shape;455;p49"/>
          <p:cNvSpPr txBox="1"/>
          <p:nvPr>
            <p:ph hasCustomPrompt="1" idx="3" type="title"/>
          </p:nvPr>
        </p:nvSpPr>
        <p:spPr>
          <a:xfrm>
            <a:off x="3022450" y="3601675"/>
            <a:ext cx="1407300" cy="453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56" name="Google Shape;456;p49"/>
          <p:cNvSpPr txBox="1"/>
          <p:nvPr>
            <p:ph hasCustomPrompt="1" idx="4" type="title"/>
          </p:nvPr>
        </p:nvSpPr>
        <p:spPr>
          <a:xfrm>
            <a:off x="4565843" y="3408687"/>
            <a:ext cx="685800" cy="453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457" name="Google Shape;457;p49"/>
          <p:cNvSpPr txBox="1"/>
          <p:nvPr>
            <p:ph idx="5" type="subTitle"/>
          </p:nvPr>
        </p:nvSpPr>
        <p:spPr>
          <a:xfrm>
            <a:off x="5445069" y="1751762"/>
            <a:ext cx="1868700" cy="367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200"/>
              <a:buNone/>
              <a:defRPr sz="1600">
                <a:latin typeface="Squada One"/>
                <a:ea typeface="Squada One"/>
                <a:cs typeface="Squada One"/>
                <a:sym typeface="Squada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58" name="Google Shape;458;p49"/>
          <p:cNvSpPr txBox="1"/>
          <p:nvPr>
            <p:ph idx="6" type="subTitle"/>
          </p:nvPr>
        </p:nvSpPr>
        <p:spPr>
          <a:xfrm>
            <a:off x="5326225" y="3441195"/>
            <a:ext cx="1874100" cy="367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200"/>
              <a:buNone/>
              <a:defRPr sz="1600">
                <a:latin typeface="Squada One"/>
                <a:ea typeface="Squada One"/>
                <a:cs typeface="Squada One"/>
                <a:sym typeface="Squada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59" name="Google Shape;459;p49"/>
          <p:cNvSpPr txBox="1"/>
          <p:nvPr>
            <p:ph idx="7" type="subTitle"/>
          </p:nvPr>
        </p:nvSpPr>
        <p:spPr>
          <a:xfrm>
            <a:off x="5439558" y="1986687"/>
            <a:ext cx="1868700" cy="670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60" name="Google Shape;460;p49"/>
          <p:cNvSpPr txBox="1"/>
          <p:nvPr>
            <p:ph idx="8" type="subTitle"/>
          </p:nvPr>
        </p:nvSpPr>
        <p:spPr>
          <a:xfrm>
            <a:off x="5328925" y="3808995"/>
            <a:ext cx="1868700" cy="569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61" name="Google Shape;461;p49"/>
          <p:cNvSpPr txBox="1"/>
          <p:nvPr>
            <p:ph idx="9" type="subTitle"/>
          </p:nvPr>
        </p:nvSpPr>
        <p:spPr>
          <a:xfrm>
            <a:off x="1132000" y="3592190"/>
            <a:ext cx="1874100" cy="778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25">
    <p:spTree>
      <p:nvGrpSpPr>
        <p:cNvPr id="462" name="Shape 462"/>
        <p:cNvGrpSpPr/>
        <p:nvPr/>
      </p:nvGrpSpPr>
      <p:grpSpPr>
        <a:xfrm>
          <a:off x="0" y="0"/>
          <a:ext cx="0" cy="0"/>
          <a:chOff x="0" y="0"/>
          <a:chExt cx="0" cy="0"/>
        </a:xfrm>
      </p:grpSpPr>
      <p:pic>
        <p:nvPicPr>
          <p:cNvPr id="463" name="Google Shape;463;p50"/>
          <p:cNvPicPr preferRelativeResize="0"/>
          <p:nvPr/>
        </p:nvPicPr>
        <p:blipFill>
          <a:blip r:embed="rId2">
            <a:alphaModFix/>
          </a:blip>
          <a:stretch>
            <a:fillRect/>
          </a:stretch>
        </p:blipFill>
        <p:spPr>
          <a:xfrm>
            <a:off x="-551926" y="-847134"/>
            <a:ext cx="3136825" cy="2830350"/>
          </a:xfrm>
          <a:prstGeom prst="rect">
            <a:avLst/>
          </a:prstGeom>
          <a:noFill/>
          <a:ln>
            <a:noFill/>
          </a:ln>
        </p:spPr>
      </p:pic>
      <p:pic>
        <p:nvPicPr>
          <p:cNvPr id="464" name="Google Shape;464;p50"/>
          <p:cNvPicPr preferRelativeResize="0"/>
          <p:nvPr/>
        </p:nvPicPr>
        <p:blipFill>
          <a:blip r:embed="rId2">
            <a:alphaModFix/>
          </a:blip>
          <a:stretch>
            <a:fillRect/>
          </a:stretch>
        </p:blipFill>
        <p:spPr>
          <a:xfrm flipH="1">
            <a:off x="6559554" y="-846583"/>
            <a:ext cx="3136825" cy="2830350"/>
          </a:xfrm>
          <a:prstGeom prst="rect">
            <a:avLst/>
          </a:prstGeom>
          <a:noFill/>
          <a:ln>
            <a:noFill/>
          </a:ln>
        </p:spPr>
      </p:pic>
      <p:pic>
        <p:nvPicPr>
          <p:cNvPr id="465" name="Google Shape;465;p50"/>
          <p:cNvPicPr preferRelativeResize="0"/>
          <p:nvPr/>
        </p:nvPicPr>
        <p:blipFill>
          <a:blip r:embed="rId2">
            <a:alphaModFix/>
          </a:blip>
          <a:stretch>
            <a:fillRect/>
          </a:stretch>
        </p:blipFill>
        <p:spPr>
          <a:xfrm flipH="1" rot="10800000">
            <a:off x="-552472" y="2791087"/>
            <a:ext cx="3136825" cy="2830350"/>
          </a:xfrm>
          <a:prstGeom prst="rect">
            <a:avLst/>
          </a:prstGeom>
          <a:noFill/>
          <a:ln>
            <a:noFill/>
          </a:ln>
        </p:spPr>
      </p:pic>
      <p:pic>
        <p:nvPicPr>
          <p:cNvPr id="466" name="Google Shape;466;p50"/>
          <p:cNvPicPr preferRelativeResize="0"/>
          <p:nvPr/>
        </p:nvPicPr>
        <p:blipFill>
          <a:blip r:embed="rId2">
            <a:alphaModFix/>
          </a:blip>
          <a:stretch>
            <a:fillRect/>
          </a:stretch>
        </p:blipFill>
        <p:spPr>
          <a:xfrm rot="10800000">
            <a:off x="6549518" y="2790536"/>
            <a:ext cx="3136825" cy="2830350"/>
          </a:xfrm>
          <a:prstGeom prst="rect">
            <a:avLst/>
          </a:prstGeom>
          <a:noFill/>
          <a:ln>
            <a:noFill/>
          </a:ln>
        </p:spPr>
      </p:pic>
      <p:sp>
        <p:nvSpPr>
          <p:cNvPr id="467" name="Google Shape;467;p50"/>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26">
    <p:spTree>
      <p:nvGrpSpPr>
        <p:cNvPr id="468" name="Shape 468"/>
        <p:cNvGrpSpPr/>
        <p:nvPr/>
      </p:nvGrpSpPr>
      <p:grpSpPr>
        <a:xfrm>
          <a:off x="0" y="0"/>
          <a:ext cx="0" cy="0"/>
          <a:chOff x="0" y="0"/>
          <a:chExt cx="0" cy="0"/>
        </a:xfrm>
      </p:grpSpPr>
      <p:pic>
        <p:nvPicPr>
          <p:cNvPr id="469" name="Google Shape;469;p51"/>
          <p:cNvPicPr preferRelativeResize="0"/>
          <p:nvPr/>
        </p:nvPicPr>
        <p:blipFill>
          <a:blip r:embed="rId2">
            <a:alphaModFix/>
          </a:blip>
          <a:stretch>
            <a:fillRect/>
          </a:stretch>
        </p:blipFill>
        <p:spPr>
          <a:xfrm flipH="1">
            <a:off x="6843225" y="-914119"/>
            <a:ext cx="2300675" cy="2075900"/>
          </a:xfrm>
          <a:prstGeom prst="rect">
            <a:avLst/>
          </a:prstGeom>
          <a:noFill/>
          <a:ln>
            <a:noFill/>
          </a:ln>
        </p:spPr>
      </p:pic>
      <p:pic>
        <p:nvPicPr>
          <p:cNvPr id="470" name="Google Shape;470;p51"/>
          <p:cNvPicPr preferRelativeResize="0"/>
          <p:nvPr/>
        </p:nvPicPr>
        <p:blipFill>
          <a:blip r:embed="rId2">
            <a:alphaModFix/>
          </a:blip>
          <a:stretch>
            <a:fillRect/>
          </a:stretch>
        </p:blipFill>
        <p:spPr>
          <a:xfrm flipH="1" rot="10800000">
            <a:off x="0" y="3991490"/>
            <a:ext cx="2300675" cy="2075900"/>
          </a:xfrm>
          <a:prstGeom prst="rect">
            <a:avLst/>
          </a:prstGeom>
          <a:noFill/>
          <a:ln>
            <a:noFill/>
          </a:ln>
        </p:spPr>
      </p:pic>
      <p:sp>
        <p:nvSpPr>
          <p:cNvPr id="471" name="Google Shape;471;p51"/>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57">
    <p:spTree>
      <p:nvGrpSpPr>
        <p:cNvPr id="472" name="Shape 472"/>
        <p:cNvGrpSpPr/>
        <p:nvPr/>
      </p:nvGrpSpPr>
      <p:grpSpPr>
        <a:xfrm>
          <a:off x="0" y="0"/>
          <a:ext cx="0" cy="0"/>
          <a:chOff x="0" y="0"/>
          <a:chExt cx="0" cy="0"/>
        </a:xfrm>
      </p:grpSpPr>
      <p:sp>
        <p:nvSpPr>
          <p:cNvPr id="473" name="Google Shape;473;p52"/>
          <p:cNvSpPr txBox="1"/>
          <p:nvPr>
            <p:ph hasCustomPrompt="1" type="title"/>
          </p:nvPr>
        </p:nvSpPr>
        <p:spPr>
          <a:xfrm>
            <a:off x="416676" y="1400075"/>
            <a:ext cx="6014400" cy="178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5000"/>
              <a:buNone/>
              <a:defRPr sz="11500"/>
            </a:lvl1pPr>
            <a:lvl2pPr lvl="1"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400"/>
              <a:buFont typeface="Fira Sans Extra Condensed Medium"/>
              <a:buNone/>
              <a:defRPr sz="5400">
                <a:latin typeface="Fira Sans Extra Condensed Medium"/>
                <a:ea typeface="Fira Sans Extra Condensed Medium"/>
                <a:cs typeface="Fira Sans Extra Condensed Medium"/>
                <a:sym typeface="Fira Sans Extra Condensed Medium"/>
              </a:defRPr>
            </a:lvl9pPr>
          </a:lstStyle>
          <a:p>
            <a:r>
              <a:t>xx%</a:t>
            </a:r>
          </a:p>
        </p:txBody>
      </p:sp>
      <p:sp>
        <p:nvSpPr>
          <p:cNvPr id="474" name="Google Shape;474;p52"/>
          <p:cNvSpPr txBox="1"/>
          <p:nvPr>
            <p:ph idx="1" type="subTitle"/>
          </p:nvPr>
        </p:nvSpPr>
        <p:spPr>
          <a:xfrm>
            <a:off x="540000" y="3159050"/>
            <a:ext cx="6016500" cy="39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600"/>
              <a:buNone/>
              <a:defRPr sz="16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pic>
        <p:nvPicPr>
          <p:cNvPr id="475" name="Google Shape;475;p52"/>
          <p:cNvPicPr preferRelativeResize="0"/>
          <p:nvPr/>
        </p:nvPicPr>
        <p:blipFill>
          <a:blip r:embed="rId2">
            <a:alphaModFix/>
          </a:blip>
          <a:stretch>
            <a:fillRect/>
          </a:stretch>
        </p:blipFill>
        <p:spPr>
          <a:xfrm>
            <a:off x="6843325" y="-12"/>
            <a:ext cx="2300675" cy="2075900"/>
          </a:xfrm>
          <a:prstGeom prst="rect">
            <a:avLst/>
          </a:prstGeom>
          <a:noFill/>
          <a:ln>
            <a:noFill/>
          </a:ln>
        </p:spPr>
      </p:pic>
      <p:pic>
        <p:nvPicPr>
          <p:cNvPr id="476" name="Google Shape;476;p52"/>
          <p:cNvPicPr preferRelativeResize="0"/>
          <p:nvPr/>
        </p:nvPicPr>
        <p:blipFill>
          <a:blip r:embed="rId2">
            <a:alphaModFix/>
          </a:blip>
          <a:stretch>
            <a:fillRect/>
          </a:stretch>
        </p:blipFill>
        <p:spPr>
          <a:xfrm flipH="1" rot="10800000">
            <a:off x="6843315" y="3067592"/>
            <a:ext cx="2300675" cy="2075900"/>
          </a:xfrm>
          <a:prstGeom prst="rect">
            <a:avLst/>
          </a:prstGeom>
          <a:noFill/>
          <a:ln>
            <a:noFill/>
          </a:ln>
        </p:spPr>
      </p:pic>
      <p:sp>
        <p:nvSpPr>
          <p:cNvPr id="477" name="Google Shape;477;p52"/>
          <p:cNvSpPr/>
          <p:nvPr/>
        </p:nvSpPr>
        <p:spPr>
          <a:xfrm rot="5400000">
            <a:off x="1688625" y="-740500"/>
            <a:ext cx="3179100" cy="6556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9">
  <p:cSld name="CUSTOM_58">
    <p:spTree>
      <p:nvGrpSpPr>
        <p:cNvPr id="478" name="Shape 478"/>
        <p:cNvGrpSpPr/>
        <p:nvPr/>
      </p:nvGrpSpPr>
      <p:grpSpPr>
        <a:xfrm>
          <a:off x="0" y="0"/>
          <a:ext cx="0" cy="0"/>
          <a:chOff x="0" y="0"/>
          <a:chExt cx="0" cy="0"/>
        </a:xfrm>
      </p:grpSpPr>
      <p:sp>
        <p:nvSpPr>
          <p:cNvPr id="479" name="Google Shape;479;p53"/>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480" name="Google Shape;480;p53"/>
          <p:cNvPicPr preferRelativeResize="0"/>
          <p:nvPr/>
        </p:nvPicPr>
        <p:blipFill>
          <a:blip r:embed="rId2">
            <a:alphaModFix/>
          </a:blip>
          <a:stretch>
            <a:fillRect/>
          </a:stretch>
        </p:blipFill>
        <p:spPr>
          <a:xfrm>
            <a:off x="0" y="0"/>
            <a:ext cx="2300675" cy="2075900"/>
          </a:xfrm>
          <a:prstGeom prst="rect">
            <a:avLst/>
          </a:prstGeom>
          <a:noFill/>
          <a:ln>
            <a:noFill/>
          </a:ln>
        </p:spPr>
      </p:pic>
      <p:sp>
        <p:nvSpPr>
          <p:cNvPr id="481" name="Google Shape;481;p53"/>
          <p:cNvSpPr txBox="1"/>
          <p:nvPr>
            <p:ph idx="1" type="subTitle"/>
          </p:nvPr>
        </p:nvSpPr>
        <p:spPr>
          <a:xfrm>
            <a:off x="1758182" y="4055692"/>
            <a:ext cx="12177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82" name="Google Shape;482;p53"/>
          <p:cNvSpPr txBox="1"/>
          <p:nvPr>
            <p:ph idx="2" type="subTitle"/>
          </p:nvPr>
        </p:nvSpPr>
        <p:spPr>
          <a:xfrm>
            <a:off x="3939062" y="4070880"/>
            <a:ext cx="12624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83" name="Google Shape;483;p53"/>
          <p:cNvSpPr txBox="1"/>
          <p:nvPr>
            <p:ph idx="3" type="subTitle"/>
          </p:nvPr>
        </p:nvSpPr>
        <p:spPr>
          <a:xfrm>
            <a:off x="6187500" y="4069687"/>
            <a:ext cx="12624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84" name="Google Shape;484;p53"/>
          <p:cNvSpPr txBox="1"/>
          <p:nvPr>
            <p:ph idx="4" type="subTitle"/>
          </p:nvPr>
        </p:nvSpPr>
        <p:spPr>
          <a:xfrm>
            <a:off x="1743882" y="3729155"/>
            <a:ext cx="12177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485" name="Google Shape;485;p53"/>
          <p:cNvSpPr txBox="1"/>
          <p:nvPr>
            <p:ph idx="5" type="subTitle"/>
          </p:nvPr>
        </p:nvSpPr>
        <p:spPr>
          <a:xfrm>
            <a:off x="3939062" y="3733800"/>
            <a:ext cx="1262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
        <p:nvSpPr>
          <p:cNvPr id="486" name="Google Shape;486;p53"/>
          <p:cNvSpPr txBox="1"/>
          <p:nvPr>
            <p:ph idx="6" type="subTitle"/>
          </p:nvPr>
        </p:nvSpPr>
        <p:spPr>
          <a:xfrm>
            <a:off x="6187600" y="3733632"/>
            <a:ext cx="12624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Squada One"/>
              <a:buNone/>
              <a:defRPr sz="1600">
                <a:latin typeface="Squada One"/>
                <a:ea typeface="Squada One"/>
                <a:cs typeface="Squada One"/>
                <a:sym typeface="Squada One"/>
              </a:defRPr>
            </a:lvl1pPr>
            <a:lvl2pPr lvl="1" rtl="0">
              <a:spcBef>
                <a:spcPts val="0"/>
              </a:spcBef>
              <a:spcAft>
                <a:spcPts val="0"/>
              </a:spcAft>
              <a:buSzPts val="1600"/>
              <a:buFont typeface="Squada One"/>
              <a:buNone/>
              <a:defRPr sz="1600">
                <a:latin typeface="Squada One"/>
                <a:ea typeface="Squada One"/>
                <a:cs typeface="Squada One"/>
                <a:sym typeface="Squada One"/>
              </a:defRPr>
            </a:lvl2pPr>
            <a:lvl3pPr lvl="2" rtl="0">
              <a:spcBef>
                <a:spcPts val="1600"/>
              </a:spcBef>
              <a:spcAft>
                <a:spcPts val="0"/>
              </a:spcAft>
              <a:buSzPts val="1600"/>
              <a:buFont typeface="Squada One"/>
              <a:buNone/>
              <a:defRPr sz="1600">
                <a:latin typeface="Squada One"/>
                <a:ea typeface="Squada One"/>
                <a:cs typeface="Squada One"/>
                <a:sym typeface="Squada One"/>
              </a:defRPr>
            </a:lvl3pPr>
            <a:lvl4pPr lvl="3" rtl="0">
              <a:spcBef>
                <a:spcPts val="1600"/>
              </a:spcBef>
              <a:spcAft>
                <a:spcPts val="0"/>
              </a:spcAft>
              <a:buSzPts val="1600"/>
              <a:buFont typeface="Squada One"/>
              <a:buNone/>
              <a:defRPr sz="1600">
                <a:latin typeface="Squada One"/>
                <a:ea typeface="Squada One"/>
                <a:cs typeface="Squada One"/>
                <a:sym typeface="Squada One"/>
              </a:defRPr>
            </a:lvl4pPr>
            <a:lvl5pPr lvl="4" rtl="0">
              <a:spcBef>
                <a:spcPts val="1600"/>
              </a:spcBef>
              <a:spcAft>
                <a:spcPts val="0"/>
              </a:spcAft>
              <a:buSzPts val="1600"/>
              <a:buFont typeface="Squada One"/>
              <a:buNone/>
              <a:defRPr sz="1600">
                <a:latin typeface="Squada One"/>
                <a:ea typeface="Squada One"/>
                <a:cs typeface="Squada One"/>
                <a:sym typeface="Squada One"/>
              </a:defRPr>
            </a:lvl5pPr>
            <a:lvl6pPr lvl="5" rtl="0">
              <a:spcBef>
                <a:spcPts val="1600"/>
              </a:spcBef>
              <a:spcAft>
                <a:spcPts val="0"/>
              </a:spcAft>
              <a:buSzPts val="1600"/>
              <a:buFont typeface="Squada One"/>
              <a:buNone/>
              <a:defRPr sz="1600">
                <a:latin typeface="Squada One"/>
                <a:ea typeface="Squada One"/>
                <a:cs typeface="Squada One"/>
                <a:sym typeface="Squada One"/>
              </a:defRPr>
            </a:lvl6pPr>
            <a:lvl7pPr lvl="6" rtl="0">
              <a:spcBef>
                <a:spcPts val="1600"/>
              </a:spcBef>
              <a:spcAft>
                <a:spcPts val="0"/>
              </a:spcAft>
              <a:buSzPts val="1600"/>
              <a:buFont typeface="Squada One"/>
              <a:buNone/>
              <a:defRPr sz="1600">
                <a:latin typeface="Squada One"/>
                <a:ea typeface="Squada One"/>
                <a:cs typeface="Squada One"/>
                <a:sym typeface="Squada One"/>
              </a:defRPr>
            </a:lvl7pPr>
            <a:lvl8pPr lvl="7" rtl="0">
              <a:spcBef>
                <a:spcPts val="1600"/>
              </a:spcBef>
              <a:spcAft>
                <a:spcPts val="0"/>
              </a:spcAft>
              <a:buSzPts val="1600"/>
              <a:buFont typeface="Squada One"/>
              <a:buNone/>
              <a:defRPr sz="1600">
                <a:latin typeface="Squada One"/>
                <a:ea typeface="Squada One"/>
                <a:cs typeface="Squada One"/>
                <a:sym typeface="Squada One"/>
              </a:defRPr>
            </a:lvl8pPr>
            <a:lvl9pPr lvl="8" rtl="0">
              <a:spcBef>
                <a:spcPts val="1600"/>
              </a:spcBef>
              <a:spcAft>
                <a:spcPts val="1600"/>
              </a:spcAft>
              <a:buSzPts val="1600"/>
              <a:buFont typeface="Squada One"/>
              <a:buNone/>
              <a:defRPr sz="1600">
                <a:latin typeface="Squada One"/>
                <a:ea typeface="Squada One"/>
                <a:cs typeface="Squada One"/>
                <a:sym typeface="Squada 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0">
  <p:cSld name="CUSTOM_59">
    <p:spTree>
      <p:nvGrpSpPr>
        <p:cNvPr id="487" name="Shape 487"/>
        <p:cNvGrpSpPr/>
        <p:nvPr/>
      </p:nvGrpSpPr>
      <p:grpSpPr>
        <a:xfrm>
          <a:off x="0" y="0"/>
          <a:ext cx="0" cy="0"/>
          <a:chOff x="0" y="0"/>
          <a:chExt cx="0" cy="0"/>
        </a:xfrm>
      </p:grpSpPr>
      <p:pic>
        <p:nvPicPr>
          <p:cNvPr id="488" name="Google Shape;488;p54"/>
          <p:cNvPicPr preferRelativeResize="0"/>
          <p:nvPr/>
        </p:nvPicPr>
        <p:blipFill>
          <a:blip r:embed="rId2">
            <a:alphaModFix/>
          </a:blip>
          <a:stretch>
            <a:fillRect/>
          </a:stretch>
        </p:blipFill>
        <p:spPr>
          <a:xfrm flipH="1">
            <a:off x="2440291" y="3761485"/>
            <a:ext cx="2300675" cy="2075900"/>
          </a:xfrm>
          <a:prstGeom prst="rect">
            <a:avLst/>
          </a:prstGeom>
          <a:noFill/>
          <a:ln>
            <a:noFill/>
          </a:ln>
        </p:spPr>
      </p:pic>
      <p:pic>
        <p:nvPicPr>
          <p:cNvPr id="489" name="Google Shape;489;p54"/>
          <p:cNvPicPr preferRelativeResize="0"/>
          <p:nvPr/>
        </p:nvPicPr>
        <p:blipFill>
          <a:blip r:embed="rId2">
            <a:alphaModFix/>
          </a:blip>
          <a:stretch>
            <a:fillRect/>
          </a:stretch>
        </p:blipFill>
        <p:spPr>
          <a:xfrm>
            <a:off x="4394051" y="3761485"/>
            <a:ext cx="2300675" cy="2075900"/>
          </a:xfrm>
          <a:prstGeom prst="rect">
            <a:avLst/>
          </a:prstGeom>
          <a:noFill/>
          <a:ln>
            <a:noFill/>
          </a:ln>
        </p:spPr>
      </p:pic>
      <p:sp>
        <p:nvSpPr>
          <p:cNvPr id="490" name="Google Shape;490;p54"/>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91" name="Google Shape;491;p54"/>
          <p:cNvSpPr txBox="1"/>
          <p:nvPr>
            <p:ph idx="1" type="subTitle"/>
          </p:nvPr>
        </p:nvSpPr>
        <p:spPr>
          <a:xfrm>
            <a:off x="768200" y="2833363"/>
            <a:ext cx="1431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92" name="Google Shape;492;p54"/>
          <p:cNvSpPr txBox="1"/>
          <p:nvPr>
            <p:ph idx="2" type="subTitle"/>
          </p:nvPr>
        </p:nvSpPr>
        <p:spPr>
          <a:xfrm>
            <a:off x="3833745" y="2843907"/>
            <a:ext cx="1431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93" name="Google Shape;493;p54"/>
          <p:cNvSpPr txBox="1"/>
          <p:nvPr>
            <p:ph idx="3" type="subTitle"/>
          </p:nvPr>
        </p:nvSpPr>
        <p:spPr>
          <a:xfrm>
            <a:off x="6910975" y="2835788"/>
            <a:ext cx="14319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94" name="Google Shape;494;p54"/>
          <p:cNvSpPr txBox="1"/>
          <p:nvPr>
            <p:ph idx="4" type="subTitle"/>
          </p:nvPr>
        </p:nvSpPr>
        <p:spPr>
          <a:xfrm>
            <a:off x="768200" y="2472707"/>
            <a:ext cx="1431900" cy="3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495" name="Google Shape;495;p54"/>
          <p:cNvSpPr txBox="1"/>
          <p:nvPr>
            <p:ph idx="5" type="subTitle"/>
          </p:nvPr>
        </p:nvSpPr>
        <p:spPr>
          <a:xfrm>
            <a:off x="3833875" y="2472725"/>
            <a:ext cx="14319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496" name="Google Shape;496;p54"/>
          <p:cNvSpPr txBox="1"/>
          <p:nvPr>
            <p:ph idx="6" type="subTitle"/>
          </p:nvPr>
        </p:nvSpPr>
        <p:spPr>
          <a:xfrm>
            <a:off x="6911111" y="2476132"/>
            <a:ext cx="14319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497" name="Google Shape;497;p54"/>
          <p:cNvSpPr/>
          <p:nvPr/>
        </p:nvSpPr>
        <p:spPr>
          <a:xfrm rot="5400000">
            <a:off x="287567" y="1686614"/>
            <a:ext cx="2394897" cy="207586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4"/>
          <p:cNvSpPr/>
          <p:nvPr/>
        </p:nvSpPr>
        <p:spPr>
          <a:xfrm rot="5400000">
            <a:off x="1194834" y="1350189"/>
            <a:ext cx="578916" cy="50179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4"/>
          <p:cNvSpPr/>
          <p:nvPr/>
        </p:nvSpPr>
        <p:spPr>
          <a:xfrm rot="5400000">
            <a:off x="3385220" y="1686614"/>
            <a:ext cx="2394897" cy="207586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4"/>
          <p:cNvSpPr/>
          <p:nvPr/>
        </p:nvSpPr>
        <p:spPr>
          <a:xfrm rot="5400000">
            <a:off x="6415442" y="1686614"/>
            <a:ext cx="2394897" cy="207586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4"/>
          <p:cNvSpPr/>
          <p:nvPr/>
        </p:nvSpPr>
        <p:spPr>
          <a:xfrm rot="5400000">
            <a:off x="7328448" y="1350201"/>
            <a:ext cx="578916" cy="50179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4"/>
          <p:cNvSpPr/>
          <p:nvPr/>
        </p:nvSpPr>
        <p:spPr>
          <a:xfrm rot="5400000">
            <a:off x="4290136" y="1350201"/>
            <a:ext cx="578916" cy="501797"/>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3" name="Google Shape;503;p54"/>
          <p:cNvPicPr preferRelativeResize="0"/>
          <p:nvPr/>
        </p:nvPicPr>
        <p:blipFill>
          <a:blip r:embed="rId2">
            <a:alphaModFix/>
          </a:blip>
          <a:stretch>
            <a:fillRect/>
          </a:stretch>
        </p:blipFill>
        <p:spPr>
          <a:xfrm flipH="1">
            <a:off x="-1810644" y="-1661952"/>
            <a:ext cx="3711324" cy="3348725"/>
          </a:xfrm>
          <a:prstGeom prst="rect">
            <a:avLst/>
          </a:prstGeom>
          <a:noFill/>
          <a:ln>
            <a:noFill/>
          </a:ln>
        </p:spPr>
      </p:pic>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7">
  <p:cSld name="CUSTOM_60">
    <p:spTree>
      <p:nvGrpSpPr>
        <p:cNvPr id="504" name="Shape 504"/>
        <p:cNvGrpSpPr/>
        <p:nvPr/>
      </p:nvGrpSpPr>
      <p:grpSpPr>
        <a:xfrm>
          <a:off x="0" y="0"/>
          <a:ext cx="0" cy="0"/>
          <a:chOff x="0" y="0"/>
          <a:chExt cx="0" cy="0"/>
        </a:xfrm>
      </p:grpSpPr>
      <p:pic>
        <p:nvPicPr>
          <p:cNvPr id="505" name="Google Shape;505;p55"/>
          <p:cNvPicPr preferRelativeResize="0"/>
          <p:nvPr/>
        </p:nvPicPr>
        <p:blipFill>
          <a:blip r:embed="rId2">
            <a:alphaModFix/>
          </a:blip>
          <a:stretch>
            <a:fillRect/>
          </a:stretch>
        </p:blipFill>
        <p:spPr>
          <a:xfrm flipH="1">
            <a:off x="6843225" y="6"/>
            <a:ext cx="2300675" cy="2075900"/>
          </a:xfrm>
          <a:prstGeom prst="rect">
            <a:avLst/>
          </a:prstGeom>
          <a:noFill/>
          <a:ln>
            <a:noFill/>
          </a:ln>
        </p:spPr>
      </p:pic>
      <p:sp>
        <p:nvSpPr>
          <p:cNvPr id="506" name="Google Shape;506;p5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3600"/>
              <a:buNone/>
              <a:defRPr sz="3600"/>
            </a:lvl1pPr>
            <a:lvl2pPr lvl="1" rtl="0" algn="l">
              <a:spcBef>
                <a:spcPts val="0"/>
              </a:spcBef>
              <a:spcAft>
                <a:spcPts val="0"/>
              </a:spcAft>
              <a:buSzPts val="2400"/>
              <a:buNone/>
              <a:defRPr sz="2400"/>
            </a:lvl2pPr>
            <a:lvl3pPr lvl="2" rtl="0" algn="l">
              <a:spcBef>
                <a:spcPts val="0"/>
              </a:spcBef>
              <a:spcAft>
                <a:spcPts val="0"/>
              </a:spcAft>
              <a:buSzPts val="2400"/>
              <a:buNone/>
              <a:defRPr sz="2400"/>
            </a:lvl3pPr>
            <a:lvl4pPr lvl="3" rtl="0" algn="l">
              <a:spcBef>
                <a:spcPts val="0"/>
              </a:spcBef>
              <a:spcAft>
                <a:spcPts val="0"/>
              </a:spcAft>
              <a:buSzPts val="2400"/>
              <a:buNone/>
              <a:defRPr sz="2400"/>
            </a:lvl4pPr>
            <a:lvl5pPr lvl="4" rtl="0" algn="l">
              <a:spcBef>
                <a:spcPts val="0"/>
              </a:spcBef>
              <a:spcAft>
                <a:spcPts val="0"/>
              </a:spcAft>
              <a:buSzPts val="2400"/>
              <a:buNone/>
              <a:defRPr sz="2400"/>
            </a:lvl5pPr>
            <a:lvl6pPr lvl="5" rtl="0" algn="l">
              <a:spcBef>
                <a:spcPts val="0"/>
              </a:spcBef>
              <a:spcAft>
                <a:spcPts val="0"/>
              </a:spcAft>
              <a:buSzPts val="2400"/>
              <a:buNone/>
              <a:defRPr sz="2400"/>
            </a:lvl6pPr>
            <a:lvl7pPr lvl="6" rtl="0" algn="l">
              <a:spcBef>
                <a:spcPts val="0"/>
              </a:spcBef>
              <a:spcAft>
                <a:spcPts val="0"/>
              </a:spcAft>
              <a:buSzPts val="2400"/>
              <a:buNone/>
              <a:defRPr sz="2400"/>
            </a:lvl7pPr>
            <a:lvl8pPr lvl="7" rtl="0" algn="l">
              <a:spcBef>
                <a:spcPts val="0"/>
              </a:spcBef>
              <a:spcAft>
                <a:spcPts val="0"/>
              </a:spcAft>
              <a:buSzPts val="2400"/>
              <a:buNone/>
              <a:defRPr sz="2400"/>
            </a:lvl8pPr>
            <a:lvl9pPr lvl="8" rtl="0" algn="l">
              <a:spcBef>
                <a:spcPts val="0"/>
              </a:spcBef>
              <a:spcAft>
                <a:spcPts val="0"/>
              </a:spcAft>
              <a:buSzPts val="2400"/>
              <a:buNone/>
              <a:defRPr sz="2400"/>
            </a:lvl9pPr>
          </a:lstStyle>
          <a:p/>
        </p:txBody>
      </p:sp>
      <p:sp>
        <p:nvSpPr>
          <p:cNvPr id="507" name="Google Shape;507;p55"/>
          <p:cNvSpPr txBox="1"/>
          <p:nvPr>
            <p:ph idx="2" type="ctrTitle"/>
          </p:nvPr>
        </p:nvSpPr>
        <p:spPr>
          <a:xfrm>
            <a:off x="2393800" y="3851557"/>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08" name="Google Shape;508;p55"/>
          <p:cNvSpPr txBox="1"/>
          <p:nvPr>
            <p:ph idx="1" type="subTitle"/>
          </p:nvPr>
        </p:nvSpPr>
        <p:spPr>
          <a:xfrm>
            <a:off x="2393800" y="4112538"/>
            <a:ext cx="1231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9" name="Google Shape;509;p55"/>
          <p:cNvSpPr txBox="1"/>
          <p:nvPr>
            <p:ph idx="3" type="ctrTitle"/>
          </p:nvPr>
        </p:nvSpPr>
        <p:spPr>
          <a:xfrm>
            <a:off x="4454450" y="3859775"/>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10" name="Google Shape;510;p55"/>
          <p:cNvSpPr txBox="1"/>
          <p:nvPr>
            <p:ph idx="4" type="subTitle"/>
          </p:nvPr>
        </p:nvSpPr>
        <p:spPr>
          <a:xfrm>
            <a:off x="4454600" y="4111838"/>
            <a:ext cx="12312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11" name="Google Shape;511;p55"/>
          <p:cNvSpPr txBox="1"/>
          <p:nvPr>
            <p:ph idx="5" type="ctrTitle"/>
          </p:nvPr>
        </p:nvSpPr>
        <p:spPr>
          <a:xfrm>
            <a:off x="3443775" y="1362901"/>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12" name="Google Shape;512;p55"/>
          <p:cNvSpPr txBox="1"/>
          <p:nvPr>
            <p:ph idx="6" type="subTitle"/>
          </p:nvPr>
        </p:nvSpPr>
        <p:spPr>
          <a:xfrm>
            <a:off x="3443626" y="1656449"/>
            <a:ext cx="1231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13" name="Google Shape;513;p55"/>
          <p:cNvSpPr txBox="1"/>
          <p:nvPr>
            <p:ph idx="7" type="ctrTitle"/>
          </p:nvPr>
        </p:nvSpPr>
        <p:spPr>
          <a:xfrm>
            <a:off x="5498425" y="1361363"/>
            <a:ext cx="1231200" cy="36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400"/>
              <a:buNone/>
              <a:defRPr sz="16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514" name="Google Shape;514;p55"/>
          <p:cNvSpPr txBox="1"/>
          <p:nvPr>
            <p:ph idx="8" type="subTitle"/>
          </p:nvPr>
        </p:nvSpPr>
        <p:spPr>
          <a:xfrm>
            <a:off x="5498325" y="1654912"/>
            <a:ext cx="1231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1">
  <p:cSld name="CUSTOM_61">
    <p:spTree>
      <p:nvGrpSpPr>
        <p:cNvPr id="515" name="Shape 515"/>
        <p:cNvGrpSpPr/>
        <p:nvPr/>
      </p:nvGrpSpPr>
      <p:grpSpPr>
        <a:xfrm>
          <a:off x="0" y="0"/>
          <a:ext cx="0" cy="0"/>
          <a:chOff x="0" y="0"/>
          <a:chExt cx="0" cy="0"/>
        </a:xfrm>
      </p:grpSpPr>
      <p:pic>
        <p:nvPicPr>
          <p:cNvPr id="516" name="Google Shape;516;p56"/>
          <p:cNvPicPr preferRelativeResize="0"/>
          <p:nvPr/>
        </p:nvPicPr>
        <p:blipFill>
          <a:blip r:embed="rId2">
            <a:alphaModFix/>
          </a:blip>
          <a:stretch>
            <a:fillRect/>
          </a:stretch>
        </p:blipFill>
        <p:spPr>
          <a:xfrm>
            <a:off x="0" y="-228600"/>
            <a:ext cx="2300675" cy="2075900"/>
          </a:xfrm>
          <a:prstGeom prst="rect">
            <a:avLst/>
          </a:prstGeom>
          <a:noFill/>
          <a:ln>
            <a:noFill/>
          </a:ln>
        </p:spPr>
      </p:pic>
      <p:pic>
        <p:nvPicPr>
          <p:cNvPr id="517" name="Google Shape;517;p56"/>
          <p:cNvPicPr preferRelativeResize="0"/>
          <p:nvPr/>
        </p:nvPicPr>
        <p:blipFill>
          <a:blip r:embed="rId2">
            <a:alphaModFix/>
          </a:blip>
          <a:stretch>
            <a:fillRect/>
          </a:stretch>
        </p:blipFill>
        <p:spPr>
          <a:xfrm flipH="1">
            <a:off x="6843325" y="-228600"/>
            <a:ext cx="2300675" cy="2075900"/>
          </a:xfrm>
          <a:prstGeom prst="rect">
            <a:avLst/>
          </a:prstGeom>
          <a:noFill/>
          <a:ln>
            <a:noFill/>
          </a:ln>
        </p:spPr>
      </p:pic>
      <p:sp>
        <p:nvSpPr>
          <p:cNvPr id="518" name="Google Shape;518;p56"/>
          <p:cNvSpPr txBox="1"/>
          <p:nvPr>
            <p:ph type="ctrTitle"/>
          </p:nvPr>
        </p:nvSpPr>
        <p:spPr>
          <a:xfrm flipH="1">
            <a:off x="622800" y="454555"/>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9" name="Google Shape;519;p56"/>
          <p:cNvSpPr txBox="1"/>
          <p:nvPr>
            <p:ph idx="1" type="subTitle"/>
          </p:nvPr>
        </p:nvSpPr>
        <p:spPr>
          <a:xfrm>
            <a:off x="1573144" y="1489382"/>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0" name="Google Shape;520;p56"/>
          <p:cNvSpPr txBox="1"/>
          <p:nvPr>
            <p:ph idx="2" type="subTitle"/>
          </p:nvPr>
        </p:nvSpPr>
        <p:spPr>
          <a:xfrm>
            <a:off x="3787682" y="1491020"/>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1" name="Google Shape;521;p56"/>
          <p:cNvSpPr txBox="1"/>
          <p:nvPr>
            <p:ph idx="3" type="subTitle"/>
          </p:nvPr>
        </p:nvSpPr>
        <p:spPr>
          <a:xfrm>
            <a:off x="6064122" y="1493420"/>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2" name="Google Shape;522;p56"/>
          <p:cNvSpPr txBox="1"/>
          <p:nvPr>
            <p:ph idx="4" type="subTitle"/>
          </p:nvPr>
        </p:nvSpPr>
        <p:spPr>
          <a:xfrm>
            <a:off x="1573145" y="1060472"/>
            <a:ext cx="1555800" cy="3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3" name="Google Shape;523;p56"/>
          <p:cNvSpPr txBox="1"/>
          <p:nvPr>
            <p:ph idx="5" type="subTitle"/>
          </p:nvPr>
        </p:nvSpPr>
        <p:spPr>
          <a:xfrm>
            <a:off x="3787824" y="1072622"/>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4" name="Google Shape;524;p56"/>
          <p:cNvSpPr txBox="1"/>
          <p:nvPr>
            <p:ph idx="6" type="subTitle"/>
          </p:nvPr>
        </p:nvSpPr>
        <p:spPr>
          <a:xfrm>
            <a:off x="6064270" y="1065510"/>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5" name="Google Shape;525;p56"/>
          <p:cNvSpPr txBox="1"/>
          <p:nvPr>
            <p:ph idx="7" type="subTitle"/>
          </p:nvPr>
        </p:nvSpPr>
        <p:spPr>
          <a:xfrm>
            <a:off x="2692432" y="4157457"/>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6" name="Google Shape;526;p56"/>
          <p:cNvSpPr txBox="1"/>
          <p:nvPr>
            <p:ph idx="8" type="subTitle"/>
          </p:nvPr>
        </p:nvSpPr>
        <p:spPr>
          <a:xfrm>
            <a:off x="4906147" y="4138965"/>
            <a:ext cx="1555800" cy="60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7" name="Google Shape;527;p56"/>
          <p:cNvSpPr txBox="1"/>
          <p:nvPr>
            <p:ph idx="9" type="subTitle"/>
          </p:nvPr>
        </p:nvSpPr>
        <p:spPr>
          <a:xfrm>
            <a:off x="2692574" y="3773185"/>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
        <p:nvSpPr>
          <p:cNvPr id="528" name="Google Shape;528;p56"/>
          <p:cNvSpPr txBox="1"/>
          <p:nvPr>
            <p:ph idx="13" type="subTitle"/>
          </p:nvPr>
        </p:nvSpPr>
        <p:spPr>
          <a:xfrm>
            <a:off x="4906295" y="3774166"/>
            <a:ext cx="1555800" cy="46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1pPr>
            <a:lvl2pPr lvl="1" rtl="0">
              <a:spcBef>
                <a:spcPts val="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2pPr>
            <a:lvl3pPr lvl="2"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3pPr>
            <a:lvl4pPr lvl="3"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4pPr>
            <a:lvl5pPr lvl="4"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5pPr>
            <a:lvl6pPr lvl="5"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6pPr>
            <a:lvl7pPr lvl="6"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7pPr>
            <a:lvl8pPr lvl="7" rtl="0">
              <a:spcBef>
                <a:spcPts val="1600"/>
              </a:spcBef>
              <a:spcAft>
                <a:spcPts val="0"/>
              </a:spcAft>
              <a:buClr>
                <a:schemeClr val="accent2"/>
              </a:buClr>
              <a:buSzPts val="1600"/>
              <a:buFont typeface="Squada One"/>
              <a:buNone/>
              <a:defRPr sz="1600">
                <a:solidFill>
                  <a:schemeClr val="accent2"/>
                </a:solidFill>
                <a:latin typeface="Squada One"/>
                <a:ea typeface="Squada One"/>
                <a:cs typeface="Squada One"/>
                <a:sym typeface="Squada One"/>
              </a:defRPr>
            </a:lvl8pPr>
            <a:lvl9pPr lvl="8" rtl="0">
              <a:spcBef>
                <a:spcPts val="1600"/>
              </a:spcBef>
              <a:spcAft>
                <a:spcPts val="1600"/>
              </a:spcAft>
              <a:buClr>
                <a:schemeClr val="accent2"/>
              </a:buClr>
              <a:buSzPts val="1600"/>
              <a:buFont typeface="Squada One"/>
              <a:buNone/>
              <a:defRPr sz="1600">
                <a:solidFill>
                  <a:schemeClr val="accent2"/>
                </a:solidFill>
                <a:latin typeface="Squada One"/>
                <a:ea typeface="Squada One"/>
                <a:cs typeface="Squada One"/>
                <a:sym typeface="Squada One"/>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27">
    <p:spTree>
      <p:nvGrpSpPr>
        <p:cNvPr id="529" name="Shape 529"/>
        <p:cNvGrpSpPr/>
        <p:nvPr/>
      </p:nvGrpSpPr>
      <p:grpSpPr>
        <a:xfrm>
          <a:off x="0" y="0"/>
          <a:ext cx="0" cy="0"/>
          <a:chOff x="0" y="0"/>
          <a:chExt cx="0" cy="0"/>
        </a:xfrm>
      </p:grpSpPr>
      <p:sp>
        <p:nvSpPr>
          <p:cNvPr id="530" name="Google Shape;530;p57"/>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pic>
        <p:nvPicPr>
          <p:cNvPr id="531" name="Google Shape;531;p57"/>
          <p:cNvPicPr preferRelativeResize="0"/>
          <p:nvPr/>
        </p:nvPicPr>
        <p:blipFill>
          <a:blip r:embed="rId2">
            <a:alphaModFix/>
          </a:blip>
          <a:stretch>
            <a:fillRect/>
          </a:stretch>
        </p:blipFill>
        <p:spPr>
          <a:xfrm flipH="1">
            <a:off x="6831825" y="-795109"/>
            <a:ext cx="3139825" cy="2833049"/>
          </a:xfrm>
          <a:prstGeom prst="rect">
            <a:avLst/>
          </a:prstGeom>
          <a:noFill/>
          <a:ln>
            <a:noFill/>
          </a:ln>
        </p:spPr>
      </p:pic>
      <p:pic>
        <p:nvPicPr>
          <p:cNvPr id="532" name="Google Shape;532;p57"/>
          <p:cNvPicPr preferRelativeResize="0"/>
          <p:nvPr/>
        </p:nvPicPr>
        <p:blipFill>
          <a:blip r:embed="rId2">
            <a:alphaModFix/>
          </a:blip>
          <a:stretch>
            <a:fillRect/>
          </a:stretch>
        </p:blipFill>
        <p:spPr>
          <a:xfrm>
            <a:off x="-820369" y="-796531"/>
            <a:ext cx="3139825" cy="2833049"/>
          </a:xfrm>
          <a:prstGeom prst="rect">
            <a:avLst/>
          </a:prstGeom>
          <a:noFill/>
          <a:ln>
            <a:noFill/>
          </a:ln>
        </p:spPr>
      </p:pic>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0">
  <p:cSld name="CUSTOM_28">
    <p:spTree>
      <p:nvGrpSpPr>
        <p:cNvPr id="533" name="Shape 533"/>
        <p:cNvGrpSpPr/>
        <p:nvPr/>
      </p:nvGrpSpPr>
      <p:grpSpPr>
        <a:xfrm>
          <a:off x="0" y="0"/>
          <a:ext cx="0" cy="0"/>
          <a:chOff x="0" y="0"/>
          <a:chExt cx="0" cy="0"/>
        </a:xfrm>
      </p:grpSpPr>
      <p:pic>
        <p:nvPicPr>
          <p:cNvPr id="534" name="Google Shape;534;p58"/>
          <p:cNvPicPr preferRelativeResize="0"/>
          <p:nvPr/>
        </p:nvPicPr>
        <p:blipFill>
          <a:blip r:embed="rId2">
            <a:alphaModFix/>
          </a:blip>
          <a:stretch>
            <a:fillRect/>
          </a:stretch>
        </p:blipFill>
        <p:spPr>
          <a:xfrm>
            <a:off x="-551926" y="-466134"/>
            <a:ext cx="3136825" cy="2830350"/>
          </a:xfrm>
          <a:prstGeom prst="rect">
            <a:avLst/>
          </a:prstGeom>
          <a:noFill/>
          <a:ln>
            <a:noFill/>
          </a:ln>
        </p:spPr>
      </p:pic>
      <p:pic>
        <p:nvPicPr>
          <p:cNvPr id="535" name="Google Shape;535;p58"/>
          <p:cNvPicPr preferRelativeResize="0"/>
          <p:nvPr/>
        </p:nvPicPr>
        <p:blipFill>
          <a:blip r:embed="rId2">
            <a:alphaModFix/>
          </a:blip>
          <a:stretch>
            <a:fillRect/>
          </a:stretch>
        </p:blipFill>
        <p:spPr>
          <a:xfrm flipH="1">
            <a:off x="6559554" y="-465583"/>
            <a:ext cx="3136825" cy="2830350"/>
          </a:xfrm>
          <a:prstGeom prst="rect">
            <a:avLst/>
          </a:prstGeom>
          <a:noFill/>
          <a:ln>
            <a:noFill/>
          </a:ln>
        </p:spPr>
      </p:pic>
      <p:pic>
        <p:nvPicPr>
          <p:cNvPr id="536" name="Google Shape;536;p58"/>
          <p:cNvPicPr preferRelativeResize="0"/>
          <p:nvPr/>
        </p:nvPicPr>
        <p:blipFill>
          <a:blip r:embed="rId2">
            <a:alphaModFix/>
          </a:blip>
          <a:stretch>
            <a:fillRect/>
          </a:stretch>
        </p:blipFill>
        <p:spPr>
          <a:xfrm flipH="1" rot="10800000">
            <a:off x="-552472" y="2791087"/>
            <a:ext cx="3136825" cy="2830350"/>
          </a:xfrm>
          <a:prstGeom prst="rect">
            <a:avLst/>
          </a:prstGeom>
          <a:noFill/>
          <a:ln>
            <a:noFill/>
          </a:ln>
        </p:spPr>
      </p:pic>
      <p:pic>
        <p:nvPicPr>
          <p:cNvPr id="537" name="Google Shape;537;p58"/>
          <p:cNvPicPr preferRelativeResize="0"/>
          <p:nvPr/>
        </p:nvPicPr>
        <p:blipFill>
          <a:blip r:embed="rId2">
            <a:alphaModFix/>
          </a:blip>
          <a:stretch>
            <a:fillRect/>
          </a:stretch>
        </p:blipFill>
        <p:spPr>
          <a:xfrm rot="10800000">
            <a:off x="6549518" y="2790536"/>
            <a:ext cx="3136825" cy="2830350"/>
          </a:xfrm>
          <a:prstGeom prst="rect">
            <a:avLst/>
          </a:prstGeom>
          <a:noFill/>
          <a:ln>
            <a:noFill/>
          </a:ln>
        </p:spPr>
      </p:pic>
      <p:sp>
        <p:nvSpPr>
          <p:cNvPr id="538" name="Google Shape;538;p58"/>
          <p:cNvSpPr txBox="1"/>
          <p:nvPr>
            <p:ph type="ctrTitle"/>
          </p:nvPr>
        </p:nvSpPr>
        <p:spPr>
          <a:xfrm flipH="1">
            <a:off x="540000" y="507400"/>
            <a:ext cx="80640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p:cSld name="CUSTOM_34">
    <p:spTree>
      <p:nvGrpSpPr>
        <p:cNvPr id="539" name="Shape 539"/>
        <p:cNvGrpSpPr/>
        <p:nvPr/>
      </p:nvGrpSpPr>
      <p:grpSpPr>
        <a:xfrm>
          <a:off x="0" y="0"/>
          <a:ext cx="0" cy="0"/>
          <a:chOff x="0" y="0"/>
          <a:chExt cx="0" cy="0"/>
        </a:xfrm>
      </p:grpSpPr>
      <p:sp>
        <p:nvSpPr>
          <p:cNvPr id="540" name="Google Shape;540;p59"/>
          <p:cNvSpPr txBox="1"/>
          <p:nvPr>
            <p:ph type="ctrTitle"/>
          </p:nvPr>
        </p:nvSpPr>
        <p:spPr>
          <a:xfrm flipH="1">
            <a:off x="457200" y="1443030"/>
            <a:ext cx="2695800" cy="670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None/>
              <a:defRPr b="1"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41" name="Google Shape;541;p59"/>
          <p:cNvSpPr txBox="1"/>
          <p:nvPr/>
        </p:nvSpPr>
        <p:spPr>
          <a:xfrm>
            <a:off x="3390325" y="2006627"/>
            <a:ext cx="2818200" cy="124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Clr>
                <a:srgbClr val="000000"/>
              </a:buClr>
              <a:buSzPts val="1100"/>
              <a:buFont typeface="Arial"/>
              <a:buNone/>
            </a:pPr>
            <a:r>
              <a:rPr lang="en" sz="1200">
                <a:solidFill>
                  <a:schemeClr val="lt1"/>
                </a:solidFill>
                <a:latin typeface="Roboto Condensed Light"/>
                <a:ea typeface="Roboto Condensed Light"/>
                <a:cs typeface="Roboto Condensed Light"/>
                <a:sym typeface="Roboto Condensed Light"/>
              </a:rPr>
              <a:t>CREDITS: This presentation template was created by</a:t>
            </a:r>
            <a:r>
              <a:rPr lang="en" sz="1200">
                <a:solidFill>
                  <a:schemeClr val="dk1"/>
                </a:solidFill>
                <a:latin typeface="Roboto Condensed Light"/>
                <a:ea typeface="Roboto Condensed Light"/>
                <a:cs typeface="Roboto Condensed Light"/>
                <a:sym typeface="Roboto Condensed Light"/>
              </a:rPr>
              <a:t> </a:t>
            </a:r>
            <a:r>
              <a:rPr lang="en" sz="1200">
                <a:solidFill>
                  <a:schemeClr val="lt1"/>
                </a:solidFill>
                <a:uFill>
                  <a:noFill/>
                </a:uFill>
                <a:latin typeface="Roboto Condensed Light"/>
                <a:ea typeface="Roboto Condensed Light"/>
                <a:cs typeface="Roboto Condensed Light"/>
                <a:sym typeface="Roboto Condensed Light"/>
                <a:hlinkClick r:id="rId2">
                  <a:extLst>
                    <a:ext uri="{A12FA001-AC4F-418D-AE19-62706E023703}">
                      <ahyp:hlinkClr val="tx"/>
                    </a:ext>
                  </a:extLst>
                </a:hlinkClick>
              </a:rPr>
              <a:t>Slidesgo</a:t>
            </a:r>
            <a:r>
              <a:rPr lang="en" sz="1200">
                <a:solidFill>
                  <a:schemeClr val="lt1"/>
                </a:solidFill>
                <a:latin typeface="Roboto Condensed Light"/>
                <a:ea typeface="Roboto Condensed Light"/>
                <a:cs typeface="Roboto Condensed Light"/>
                <a:sym typeface="Roboto Condensed Light"/>
              </a:rPr>
              <a:t>, including icons by </a:t>
            </a:r>
            <a:r>
              <a:rPr lang="en" sz="1200">
                <a:solidFill>
                  <a:schemeClr val="lt1"/>
                </a:solidFill>
                <a:uFill>
                  <a:noFill/>
                </a:uFill>
                <a:latin typeface="Roboto Condensed Light"/>
                <a:ea typeface="Roboto Condensed Light"/>
                <a:cs typeface="Roboto Condensed Light"/>
                <a:sym typeface="Roboto Condensed Light"/>
                <a:hlinkClick r:id="rId3">
                  <a:extLst>
                    <a:ext uri="{A12FA001-AC4F-418D-AE19-62706E023703}">
                      <ahyp:hlinkClr val="tx"/>
                    </a:ext>
                  </a:extLst>
                </a:hlinkClick>
              </a:rPr>
              <a:t>Flaticon</a:t>
            </a:r>
            <a:r>
              <a:rPr lang="en" sz="1200">
                <a:solidFill>
                  <a:schemeClr val="lt1"/>
                </a:solidFill>
                <a:latin typeface="Roboto Condensed Light"/>
                <a:ea typeface="Roboto Condensed Light"/>
                <a:cs typeface="Roboto Condensed Light"/>
                <a:sym typeface="Roboto Condensed Light"/>
              </a:rPr>
              <a:t>, infographics &amp; images by </a:t>
            </a:r>
            <a:r>
              <a:rPr lang="en" sz="1200">
                <a:solidFill>
                  <a:schemeClr val="lt1"/>
                </a:solidFill>
                <a:uFill>
                  <a:noFill/>
                </a:uFill>
                <a:latin typeface="Roboto Condensed Light"/>
                <a:ea typeface="Roboto Condensed Light"/>
                <a:cs typeface="Roboto Condensed Light"/>
                <a:sym typeface="Roboto Condensed Light"/>
                <a:hlinkClick r:id="rId4">
                  <a:extLst>
                    <a:ext uri="{A12FA001-AC4F-418D-AE19-62706E023703}">
                      <ahyp:hlinkClr val="tx"/>
                    </a:ext>
                  </a:extLst>
                </a:hlinkClick>
              </a:rPr>
              <a:t>Freepik</a:t>
            </a:r>
            <a:endParaRPr sz="1200">
              <a:solidFill>
                <a:schemeClr val="lt1"/>
              </a:solidFill>
              <a:latin typeface="Roboto Condensed Light"/>
              <a:ea typeface="Roboto Condensed Light"/>
              <a:cs typeface="Roboto Condensed Light"/>
              <a:sym typeface="Roboto Condensed Light"/>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highlight>
                <a:srgbClr val="FFD809"/>
              </a:highlight>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highlight>
                <a:srgbClr val="FFD809"/>
              </a:highlight>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rPr lang="en" sz="1200">
                <a:solidFill>
                  <a:schemeClr val="dk1"/>
                </a:solidFill>
                <a:highlight>
                  <a:srgbClr val="FFD809"/>
                </a:highlight>
                <a:latin typeface="Roboto"/>
                <a:ea typeface="Roboto"/>
                <a:cs typeface="Roboto"/>
                <a:sym typeface="Roboto"/>
              </a:rPr>
              <a:t> </a:t>
            </a:r>
            <a:endParaRPr sz="1200">
              <a:solidFill>
                <a:schemeClr val="dk1"/>
              </a:solidFill>
              <a:highlight>
                <a:srgbClr val="FFD809"/>
              </a:highlight>
              <a:latin typeface="Roboto"/>
              <a:ea typeface="Roboto"/>
              <a:cs typeface="Roboto"/>
              <a:sym typeface="Roboto"/>
            </a:endParaRPr>
          </a:p>
          <a:p>
            <a:pPr indent="0" lvl="0" marL="1371600" rtl="0" algn="l">
              <a:lnSpc>
                <a:spcPct val="114000"/>
              </a:lnSpc>
              <a:spcBef>
                <a:spcPts val="0"/>
              </a:spcBef>
              <a:spcAft>
                <a:spcPts val="0"/>
              </a:spcAft>
              <a:buClr>
                <a:srgbClr val="000000"/>
              </a:buClr>
              <a:buSzPts val="1100"/>
              <a:buFont typeface="Arial"/>
              <a:buNone/>
            </a:pPr>
            <a:r>
              <a:t/>
            </a:r>
            <a:endParaRPr sz="1200">
              <a:solidFill>
                <a:schemeClr val="dk1"/>
              </a:solidFill>
              <a:latin typeface="Roboto"/>
              <a:ea typeface="Roboto"/>
              <a:cs typeface="Roboto"/>
              <a:sym typeface="Roboto"/>
            </a:endParaRPr>
          </a:p>
          <a:p>
            <a:pPr indent="0" lvl="0" marL="0" rtl="0" algn="l">
              <a:spcBef>
                <a:spcPts val="0"/>
              </a:spcBef>
              <a:spcAft>
                <a:spcPts val="0"/>
              </a:spcAft>
              <a:buNone/>
            </a:pPr>
            <a:r>
              <a:t/>
            </a:r>
            <a:endParaRPr sz="1200">
              <a:solidFill>
                <a:schemeClr val="dk1"/>
              </a:solidFill>
              <a:latin typeface="Roboto"/>
              <a:ea typeface="Roboto"/>
              <a:cs typeface="Roboto"/>
              <a:sym typeface="Roboto"/>
            </a:endParaRPr>
          </a:p>
        </p:txBody>
      </p:sp>
      <p:sp>
        <p:nvSpPr>
          <p:cNvPr id="542" name="Google Shape;542;p59"/>
          <p:cNvSpPr txBox="1"/>
          <p:nvPr>
            <p:ph idx="1" type="subTitle"/>
          </p:nvPr>
        </p:nvSpPr>
        <p:spPr>
          <a:xfrm>
            <a:off x="457188" y="2038763"/>
            <a:ext cx="2695800" cy="488400"/>
          </a:xfrm>
          <a:prstGeom prst="rect">
            <a:avLst/>
          </a:prstGeom>
        </p:spPr>
        <p:txBody>
          <a:bodyPr anchorCtr="0" anchor="t" bIns="91425" lIns="91425" spcFirstLastPara="1" rIns="91425" wrap="square" tIns="91425">
            <a:noAutofit/>
          </a:bodyPr>
          <a:lstStyle>
            <a:lvl1pPr lvl="0" rtl="0" algn="just">
              <a:lnSpc>
                <a:spcPct val="100000"/>
              </a:lnSpc>
              <a:spcBef>
                <a:spcPts val="0"/>
              </a:spcBef>
              <a:spcAft>
                <a:spcPts val="0"/>
              </a:spcAft>
              <a:buSzPts val="1000"/>
              <a:buChar char="●"/>
              <a:defRPr sz="1400"/>
            </a:lvl1pPr>
            <a:lvl2pPr lvl="1" rtl="0" algn="ctr">
              <a:lnSpc>
                <a:spcPct val="100000"/>
              </a:lnSpc>
              <a:spcBef>
                <a:spcPts val="0"/>
              </a:spcBef>
              <a:spcAft>
                <a:spcPts val="0"/>
              </a:spcAft>
              <a:buSzPts val="1000"/>
              <a:buChar char="○"/>
              <a:defRPr sz="1000"/>
            </a:lvl2pPr>
            <a:lvl3pPr lvl="2" rtl="0" algn="ctr">
              <a:lnSpc>
                <a:spcPct val="100000"/>
              </a:lnSpc>
              <a:spcBef>
                <a:spcPts val="0"/>
              </a:spcBef>
              <a:spcAft>
                <a:spcPts val="0"/>
              </a:spcAft>
              <a:buSzPts val="1000"/>
              <a:buChar char="■"/>
              <a:defRPr sz="1000"/>
            </a:lvl3pPr>
            <a:lvl4pPr lvl="3" rtl="0" algn="ctr">
              <a:lnSpc>
                <a:spcPct val="100000"/>
              </a:lnSpc>
              <a:spcBef>
                <a:spcPts val="0"/>
              </a:spcBef>
              <a:spcAft>
                <a:spcPts val="0"/>
              </a:spcAft>
              <a:buSzPts val="1000"/>
              <a:buChar char="●"/>
              <a:defRPr sz="1000"/>
            </a:lvl4pPr>
            <a:lvl5pPr lvl="4" rtl="0" algn="ctr">
              <a:lnSpc>
                <a:spcPct val="100000"/>
              </a:lnSpc>
              <a:spcBef>
                <a:spcPts val="0"/>
              </a:spcBef>
              <a:spcAft>
                <a:spcPts val="0"/>
              </a:spcAft>
              <a:buSzPts val="1000"/>
              <a:buChar char="○"/>
              <a:defRPr sz="1000"/>
            </a:lvl5pPr>
            <a:lvl6pPr lvl="5" rtl="0" algn="ctr">
              <a:lnSpc>
                <a:spcPct val="100000"/>
              </a:lnSpc>
              <a:spcBef>
                <a:spcPts val="0"/>
              </a:spcBef>
              <a:spcAft>
                <a:spcPts val="0"/>
              </a:spcAft>
              <a:buSzPts val="1000"/>
              <a:buChar char="■"/>
              <a:defRPr sz="1000"/>
            </a:lvl6pPr>
            <a:lvl7pPr lvl="6" rtl="0" algn="ctr">
              <a:lnSpc>
                <a:spcPct val="100000"/>
              </a:lnSpc>
              <a:spcBef>
                <a:spcPts val="0"/>
              </a:spcBef>
              <a:spcAft>
                <a:spcPts val="0"/>
              </a:spcAft>
              <a:buSzPts val="1000"/>
              <a:buChar char="●"/>
              <a:defRPr sz="1000"/>
            </a:lvl7pPr>
            <a:lvl8pPr lvl="7" rtl="0" algn="ctr">
              <a:lnSpc>
                <a:spcPct val="100000"/>
              </a:lnSpc>
              <a:spcBef>
                <a:spcPts val="0"/>
              </a:spcBef>
              <a:spcAft>
                <a:spcPts val="0"/>
              </a:spcAft>
              <a:buSzPts val="1000"/>
              <a:buChar char="○"/>
              <a:defRPr sz="1000"/>
            </a:lvl8pPr>
            <a:lvl9pPr lvl="8" rtl="0" algn="ctr">
              <a:lnSpc>
                <a:spcPct val="100000"/>
              </a:lnSpc>
              <a:spcBef>
                <a:spcPts val="0"/>
              </a:spcBef>
              <a:spcAft>
                <a:spcPts val="0"/>
              </a:spcAft>
              <a:buSzPts val="1000"/>
              <a:buChar char="■"/>
              <a:defRPr sz="1000"/>
            </a:lvl9pPr>
          </a:lstStyle>
          <a:p/>
        </p:txBody>
      </p:sp>
      <p:pic>
        <p:nvPicPr>
          <p:cNvPr id="543" name="Google Shape;543;p59"/>
          <p:cNvPicPr preferRelativeResize="0"/>
          <p:nvPr/>
        </p:nvPicPr>
        <p:blipFill>
          <a:blip r:embed="rId5">
            <a:alphaModFix/>
          </a:blip>
          <a:stretch>
            <a:fillRect/>
          </a:stretch>
        </p:blipFill>
        <p:spPr>
          <a:xfrm flipH="1">
            <a:off x="5071778" y="-1374105"/>
            <a:ext cx="4072221" cy="3674359"/>
          </a:xfrm>
          <a:prstGeom prst="rect">
            <a:avLst/>
          </a:prstGeom>
          <a:noFill/>
          <a:ln>
            <a:noFill/>
          </a:ln>
        </p:spPr>
      </p:pic>
      <p:pic>
        <p:nvPicPr>
          <p:cNvPr id="544" name="Google Shape;544;p59"/>
          <p:cNvPicPr preferRelativeResize="0"/>
          <p:nvPr/>
        </p:nvPicPr>
        <p:blipFill>
          <a:blip r:embed="rId5">
            <a:alphaModFix/>
          </a:blip>
          <a:stretch>
            <a:fillRect/>
          </a:stretch>
        </p:blipFill>
        <p:spPr>
          <a:xfrm rot="10800000">
            <a:off x="5058749" y="2776786"/>
            <a:ext cx="4072221" cy="3674359"/>
          </a:xfrm>
          <a:prstGeom prst="rect">
            <a:avLst/>
          </a:prstGeom>
          <a:noFill/>
          <a:ln>
            <a:noFill/>
          </a:ln>
        </p:spPr>
      </p:pic>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1">
  <p:cSld name="CUSTOM_29">
    <p:spTree>
      <p:nvGrpSpPr>
        <p:cNvPr id="545" name="Shape 545"/>
        <p:cNvGrpSpPr/>
        <p:nvPr/>
      </p:nvGrpSpPr>
      <p:grpSpPr>
        <a:xfrm>
          <a:off x="0" y="0"/>
          <a:ext cx="0" cy="0"/>
          <a:chOff x="0" y="0"/>
          <a:chExt cx="0" cy="0"/>
        </a:xfrm>
      </p:grpSpPr>
      <p:sp>
        <p:nvSpPr>
          <p:cNvPr id="546" name="Google Shape;546;p60"/>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547" name="Google Shape;547;p60"/>
          <p:cNvPicPr preferRelativeResize="0"/>
          <p:nvPr/>
        </p:nvPicPr>
        <p:blipFill>
          <a:blip r:embed="rId2">
            <a:alphaModFix/>
          </a:blip>
          <a:stretch>
            <a:fillRect/>
          </a:stretch>
        </p:blipFill>
        <p:spPr>
          <a:xfrm rot="10800000">
            <a:off x="7770966" y="3973492"/>
            <a:ext cx="2300675" cy="2075900"/>
          </a:xfrm>
          <a:prstGeom prst="rect">
            <a:avLst/>
          </a:prstGeom>
          <a:noFill/>
          <a:ln>
            <a:noFill/>
          </a:ln>
        </p:spPr>
      </p:pic>
      <p:pic>
        <p:nvPicPr>
          <p:cNvPr id="548" name="Google Shape;548;p60"/>
          <p:cNvPicPr preferRelativeResize="0"/>
          <p:nvPr/>
        </p:nvPicPr>
        <p:blipFill>
          <a:blip r:embed="rId2">
            <a:alphaModFix/>
          </a:blip>
          <a:stretch>
            <a:fillRect/>
          </a:stretch>
        </p:blipFill>
        <p:spPr>
          <a:xfrm flipH="1" rot="10800000">
            <a:off x="-918995" y="3893567"/>
            <a:ext cx="2300675" cy="2075900"/>
          </a:xfrm>
          <a:prstGeom prst="rect">
            <a:avLst/>
          </a:prstGeom>
          <a:noFill/>
          <a:ln>
            <a:noFill/>
          </a:ln>
        </p:spPr>
      </p:pic>
      <p:pic>
        <p:nvPicPr>
          <p:cNvPr id="549" name="Google Shape;549;p60"/>
          <p:cNvPicPr preferRelativeResize="0"/>
          <p:nvPr/>
        </p:nvPicPr>
        <p:blipFill>
          <a:blip r:embed="rId2">
            <a:alphaModFix/>
          </a:blip>
          <a:stretch>
            <a:fillRect/>
          </a:stretch>
        </p:blipFill>
        <p:spPr>
          <a:xfrm flipH="1">
            <a:off x="7769829" y="-210835"/>
            <a:ext cx="2300675" cy="2075900"/>
          </a:xfrm>
          <a:prstGeom prst="rect">
            <a:avLst/>
          </a:prstGeom>
          <a:noFill/>
          <a:ln>
            <a:noFill/>
          </a:ln>
        </p:spPr>
      </p:pic>
      <p:pic>
        <p:nvPicPr>
          <p:cNvPr id="550" name="Google Shape;550;p60"/>
          <p:cNvPicPr preferRelativeResize="0"/>
          <p:nvPr/>
        </p:nvPicPr>
        <p:blipFill>
          <a:blip r:embed="rId2">
            <a:alphaModFix/>
          </a:blip>
          <a:stretch>
            <a:fillRect/>
          </a:stretch>
        </p:blipFill>
        <p:spPr>
          <a:xfrm>
            <a:off x="-929394" y="-130910"/>
            <a:ext cx="2300675" cy="2075900"/>
          </a:xfrm>
          <a:prstGeom prst="rect">
            <a:avLst/>
          </a:prstGeom>
          <a:noFill/>
          <a:ln>
            <a:noFill/>
          </a:ln>
        </p:spPr>
      </p:pic>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2">
  <p:cSld name="CUSTOM_62">
    <p:spTree>
      <p:nvGrpSpPr>
        <p:cNvPr id="551" name="Shape 551"/>
        <p:cNvGrpSpPr/>
        <p:nvPr/>
      </p:nvGrpSpPr>
      <p:grpSpPr>
        <a:xfrm>
          <a:off x="0" y="0"/>
          <a:ext cx="0" cy="0"/>
          <a:chOff x="0" y="0"/>
          <a:chExt cx="0" cy="0"/>
        </a:xfrm>
      </p:grpSpPr>
      <p:sp>
        <p:nvSpPr>
          <p:cNvPr id="552" name="Google Shape;552;p61"/>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553" name="Google Shape;553;p61"/>
          <p:cNvPicPr preferRelativeResize="0"/>
          <p:nvPr/>
        </p:nvPicPr>
        <p:blipFill>
          <a:blip r:embed="rId2">
            <a:alphaModFix/>
          </a:blip>
          <a:stretch>
            <a:fillRect/>
          </a:stretch>
        </p:blipFill>
        <p:spPr>
          <a:xfrm flipH="1">
            <a:off x="7769829" y="-210835"/>
            <a:ext cx="2300675" cy="2075900"/>
          </a:xfrm>
          <a:prstGeom prst="rect">
            <a:avLst/>
          </a:prstGeom>
          <a:noFill/>
          <a:ln>
            <a:noFill/>
          </a:ln>
        </p:spPr>
      </p:pic>
      <p:pic>
        <p:nvPicPr>
          <p:cNvPr id="554" name="Google Shape;554;p61"/>
          <p:cNvPicPr preferRelativeResize="0"/>
          <p:nvPr/>
        </p:nvPicPr>
        <p:blipFill>
          <a:blip r:embed="rId2">
            <a:alphaModFix/>
          </a:blip>
          <a:stretch>
            <a:fillRect/>
          </a:stretch>
        </p:blipFill>
        <p:spPr>
          <a:xfrm>
            <a:off x="-929394" y="-130910"/>
            <a:ext cx="2300675" cy="2075900"/>
          </a:xfrm>
          <a:prstGeom prst="rect">
            <a:avLst/>
          </a:prstGeom>
          <a:noFill/>
          <a:ln>
            <a:noFill/>
          </a:ln>
        </p:spPr>
      </p:pic>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33">
    <p:spTree>
      <p:nvGrpSpPr>
        <p:cNvPr id="555" name="Shape 555"/>
        <p:cNvGrpSpPr/>
        <p:nvPr/>
      </p:nvGrpSpPr>
      <p:grpSpPr>
        <a:xfrm>
          <a:off x="0" y="0"/>
          <a:ext cx="0" cy="0"/>
          <a:chOff x="0" y="0"/>
          <a:chExt cx="0" cy="0"/>
        </a:xfrm>
      </p:grpSpPr>
      <p:sp>
        <p:nvSpPr>
          <p:cNvPr id="556" name="Google Shape;556;p62"/>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57" name="Google Shape;557;p62"/>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lvl1pPr lvl="0" marR="50800" rtl="0">
              <a:lnSpc>
                <a:spcPct val="100000"/>
              </a:lnSpc>
              <a:spcBef>
                <a:spcPts val="0"/>
              </a:spcBef>
              <a:spcAft>
                <a:spcPts val="0"/>
              </a:spcAft>
              <a:buSzPts val="1200"/>
              <a:buChar char="●"/>
              <a:defRPr sz="1400"/>
            </a:lvl1pPr>
            <a:lvl2pPr lvl="1" rtl="0" algn="ctr">
              <a:lnSpc>
                <a:spcPct val="100000"/>
              </a:lnSpc>
              <a:spcBef>
                <a:spcPts val="0"/>
              </a:spcBef>
              <a:spcAft>
                <a:spcPts val="0"/>
              </a:spcAft>
              <a:buSzPts val="1000"/>
              <a:buChar char="○"/>
              <a:defRPr sz="1000"/>
            </a:lvl2pPr>
            <a:lvl3pPr lvl="2" rtl="0" algn="ctr">
              <a:lnSpc>
                <a:spcPct val="100000"/>
              </a:lnSpc>
              <a:spcBef>
                <a:spcPts val="0"/>
              </a:spcBef>
              <a:spcAft>
                <a:spcPts val="0"/>
              </a:spcAft>
              <a:buSzPts val="1000"/>
              <a:buChar char="■"/>
              <a:defRPr sz="1000"/>
            </a:lvl3pPr>
            <a:lvl4pPr lvl="3" rtl="0" algn="ctr">
              <a:lnSpc>
                <a:spcPct val="100000"/>
              </a:lnSpc>
              <a:spcBef>
                <a:spcPts val="0"/>
              </a:spcBef>
              <a:spcAft>
                <a:spcPts val="0"/>
              </a:spcAft>
              <a:buSzPts val="1000"/>
              <a:buChar char="●"/>
              <a:defRPr sz="1000"/>
            </a:lvl4pPr>
            <a:lvl5pPr lvl="4" rtl="0" algn="ctr">
              <a:lnSpc>
                <a:spcPct val="100000"/>
              </a:lnSpc>
              <a:spcBef>
                <a:spcPts val="0"/>
              </a:spcBef>
              <a:spcAft>
                <a:spcPts val="0"/>
              </a:spcAft>
              <a:buSzPts val="1000"/>
              <a:buChar char="○"/>
              <a:defRPr sz="1000"/>
            </a:lvl5pPr>
            <a:lvl6pPr lvl="5" rtl="0" algn="ctr">
              <a:lnSpc>
                <a:spcPct val="100000"/>
              </a:lnSpc>
              <a:spcBef>
                <a:spcPts val="0"/>
              </a:spcBef>
              <a:spcAft>
                <a:spcPts val="0"/>
              </a:spcAft>
              <a:buSzPts val="1000"/>
              <a:buChar char="■"/>
              <a:defRPr sz="1000"/>
            </a:lvl6pPr>
            <a:lvl7pPr lvl="6" rtl="0" algn="ctr">
              <a:lnSpc>
                <a:spcPct val="100000"/>
              </a:lnSpc>
              <a:spcBef>
                <a:spcPts val="0"/>
              </a:spcBef>
              <a:spcAft>
                <a:spcPts val="0"/>
              </a:spcAft>
              <a:buSzPts val="1000"/>
              <a:buChar char="●"/>
              <a:defRPr sz="1000"/>
            </a:lvl7pPr>
            <a:lvl8pPr lvl="7" rtl="0" algn="ctr">
              <a:lnSpc>
                <a:spcPct val="100000"/>
              </a:lnSpc>
              <a:spcBef>
                <a:spcPts val="0"/>
              </a:spcBef>
              <a:spcAft>
                <a:spcPts val="0"/>
              </a:spcAft>
              <a:buSzPts val="1000"/>
              <a:buChar char="○"/>
              <a:defRPr sz="1000"/>
            </a:lvl8pPr>
            <a:lvl9pPr lvl="8" rtl="0" algn="ctr">
              <a:lnSpc>
                <a:spcPct val="100000"/>
              </a:lnSpc>
              <a:spcBef>
                <a:spcPts val="0"/>
              </a:spcBef>
              <a:spcAft>
                <a:spcPts val="0"/>
              </a:spcAft>
              <a:buSzPts val="1000"/>
              <a:buChar char="■"/>
              <a:defRPr sz="1000"/>
            </a:lvl9pPr>
          </a:lstStyle>
          <a:p/>
        </p:txBody>
      </p:sp>
      <p:sp>
        <p:nvSpPr>
          <p:cNvPr id="558" name="Google Shape;558;p62">
            <a:hlinkClick r:id="rId2"/>
          </p:cNvPr>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pic>
        <p:nvPicPr>
          <p:cNvPr id="559" name="Google Shape;559;p62"/>
          <p:cNvPicPr preferRelativeResize="0"/>
          <p:nvPr/>
        </p:nvPicPr>
        <p:blipFill>
          <a:blip r:embed="rId3">
            <a:alphaModFix/>
          </a:blip>
          <a:stretch>
            <a:fillRect/>
          </a:stretch>
        </p:blipFill>
        <p:spPr>
          <a:xfrm rot="10800000">
            <a:off x="7247964" y="3287692"/>
            <a:ext cx="2300675" cy="2075900"/>
          </a:xfrm>
          <a:prstGeom prst="rect">
            <a:avLst/>
          </a:prstGeom>
          <a:noFill/>
          <a:ln>
            <a:noFill/>
          </a:ln>
        </p:spPr>
      </p:pic>
      <p:pic>
        <p:nvPicPr>
          <p:cNvPr id="560" name="Google Shape;560;p62"/>
          <p:cNvPicPr preferRelativeResize="0"/>
          <p:nvPr/>
        </p:nvPicPr>
        <p:blipFill>
          <a:blip r:embed="rId3">
            <a:alphaModFix/>
          </a:blip>
          <a:stretch>
            <a:fillRect/>
          </a:stretch>
        </p:blipFill>
        <p:spPr>
          <a:xfrm flipH="1" rot="10800000">
            <a:off x="-984228" y="3207767"/>
            <a:ext cx="2300675" cy="2075900"/>
          </a:xfrm>
          <a:prstGeom prst="rect">
            <a:avLst/>
          </a:prstGeom>
          <a:noFill/>
          <a:ln>
            <a:noFill/>
          </a:ln>
        </p:spPr>
      </p:pic>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41">
    <p:spTree>
      <p:nvGrpSpPr>
        <p:cNvPr id="561" name="Shape 561"/>
        <p:cNvGrpSpPr/>
        <p:nvPr/>
      </p:nvGrpSpPr>
      <p:grpSpPr>
        <a:xfrm>
          <a:off x="0" y="0"/>
          <a:ext cx="0" cy="0"/>
          <a:chOff x="0" y="0"/>
          <a:chExt cx="0" cy="0"/>
        </a:xfrm>
      </p:grpSpPr>
      <p:pic>
        <p:nvPicPr>
          <p:cNvPr id="562" name="Google Shape;562;p63"/>
          <p:cNvPicPr preferRelativeResize="0"/>
          <p:nvPr/>
        </p:nvPicPr>
        <p:blipFill>
          <a:blip r:embed="rId2">
            <a:alphaModFix/>
          </a:blip>
          <a:stretch>
            <a:fillRect/>
          </a:stretch>
        </p:blipFill>
        <p:spPr>
          <a:xfrm rot="10800000">
            <a:off x="6843313" y="-9498"/>
            <a:ext cx="2300675" cy="2075900"/>
          </a:xfrm>
          <a:prstGeom prst="rect">
            <a:avLst/>
          </a:prstGeom>
          <a:noFill/>
          <a:ln>
            <a:noFill/>
          </a:ln>
        </p:spPr>
      </p:pic>
      <p:pic>
        <p:nvPicPr>
          <p:cNvPr id="563" name="Google Shape;563;p63"/>
          <p:cNvPicPr preferRelativeResize="0"/>
          <p:nvPr/>
        </p:nvPicPr>
        <p:blipFill>
          <a:blip r:embed="rId2">
            <a:alphaModFix/>
          </a:blip>
          <a:stretch>
            <a:fillRect/>
          </a:stretch>
        </p:blipFill>
        <p:spPr>
          <a:xfrm flipH="1" rot="10800000">
            <a:off x="-12" y="-9498"/>
            <a:ext cx="2300675" cy="2075900"/>
          </a:xfrm>
          <a:prstGeom prst="rect">
            <a:avLst/>
          </a:prstGeom>
          <a:noFill/>
          <a:ln>
            <a:noFill/>
          </a:ln>
        </p:spPr>
      </p:pic>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41_1">
    <p:spTree>
      <p:nvGrpSpPr>
        <p:cNvPr id="564" name="Shape 564"/>
        <p:cNvGrpSpPr/>
        <p:nvPr/>
      </p:nvGrpSpPr>
      <p:grpSpPr>
        <a:xfrm>
          <a:off x="0" y="0"/>
          <a:ext cx="0" cy="0"/>
          <a:chOff x="0" y="0"/>
          <a:chExt cx="0" cy="0"/>
        </a:xfrm>
      </p:grpSpPr>
      <p:pic>
        <p:nvPicPr>
          <p:cNvPr id="565" name="Google Shape;565;p64"/>
          <p:cNvPicPr preferRelativeResize="0"/>
          <p:nvPr/>
        </p:nvPicPr>
        <p:blipFill>
          <a:blip r:embed="rId2">
            <a:alphaModFix/>
          </a:blip>
          <a:stretch>
            <a:fillRect/>
          </a:stretch>
        </p:blipFill>
        <p:spPr>
          <a:xfrm rot="10800000">
            <a:off x="7247964" y="3135292"/>
            <a:ext cx="2300675" cy="2075900"/>
          </a:xfrm>
          <a:prstGeom prst="rect">
            <a:avLst/>
          </a:prstGeom>
          <a:noFill/>
          <a:ln>
            <a:noFill/>
          </a:ln>
        </p:spPr>
      </p:pic>
      <p:pic>
        <p:nvPicPr>
          <p:cNvPr id="566" name="Google Shape;566;p64"/>
          <p:cNvPicPr preferRelativeResize="0"/>
          <p:nvPr/>
        </p:nvPicPr>
        <p:blipFill>
          <a:blip r:embed="rId2">
            <a:alphaModFix/>
          </a:blip>
          <a:stretch>
            <a:fillRect/>
          </a:stretch>
        </p:blipFill>
        <p:spPr>
          <a:xfrm flipH="1" rot="10800000">
            <a:off x="-984228" y="3055367"/>
            <a:ext cx="2300675" cy="2075900"/>
          </a:xfrm>
          <a:prstGeom prst="rect">
            <a:avLst/>
          </a:prstGeom>
          <a:noFill/>
          <a:ln>
            <a:noFill/>
          </a:ln>
        </p:spPr>
      </p:pic>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71" name="Shape 571"/>
        <p:cNvGrpSpPr/>
        <p:nvPr/>
      </p:nvGrpSpPr>
      <p:grpSpPr>
        <a:xfrm>
          <a:off x="0" y="0"/>
          <a:ext cx="0" cy="0"/>
          <a:chOff x="0" y="0"/>
          <a:chExt cx="0" cy="0"/>
        </a:xfrm>
      </p:grpSpPr>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1">
  <p:cSld name="CUSTOM_7">
    <p:spTree>
      <p:nvGrpSpPr>
        <p:cNvPr id="576" name="Shape 576"/>
        <p:cNvGrpSpPr/>
        <p:nvPr/>
      </p:nvGrpSpPr>
      <p:grpSpPr>
        <a:xfrm>
          <a:off x="0" y="0"/>
          <a:ext cx="0" cy="0"/>
          <a:chOff x="0" y="0"/>
          <a:chExt cx="0" cy="0"/>
        </a:xfrm>
      </p:grpSpPr>
      <p:sp>
        <p:nvSpPr>
          <p:cNvPr id="577" name="Google Shape;577;p68"/>
          <p:cNvSpPr/>
          <p:nvPr/>
        </p:nvSpPr>
        <p:spPr>
          <a:xfrm flipH="1">
            <a:off x="475"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78" name="Google Shape;578;p68"/>
          <p:cNvSpPr/>
          <p:nvPr/>
        </p:nvSpPr>
        <p:spPr>
          <a:xfrm>
            <a:off x="1183800" y="0"/>
            <a:ext cx="7960500" cy="4144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68"/>
          <p:cNvSpPr/>
          <p:nvPr/>
        </p:nvSpPr>
        <p:spPr>
          <a:xfrm>
            <a:off x="0" y="1899474"/>
            <a:ext cx="1575000" cy="3244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80" name="Google Shape;580;p68"/>
          <p:cNvSpPr txBox="1"/>
          <p:nvPr>
            <p:ph type="ctrTitle"/>
          </p:nvPr>
        </p:nvSpPr>
        <p:spPr>
          <a:xfrm>
            <a:off x="4697175" y="1320225"/>
            <a:ext cx="3616800" cy="17823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434343"/>
              </a:buClr>
              <a:buSzPts val="5200"/>
              <a:buNone/>
              <a:defRPr sz="5200">
                <a:solidFill>
                  <a:srgbClr val="434343"/>
                </a:solidFill>
              </a:defRPr>
            </a:lvl2pPr>
            <a:lvl3pPr lvl="2" rtl="0">
              <a:spcBef>
                <a:spcPts val="0"/>
              </a:spcBef>
              <a:spcAft>
                <a:spcPts val="0"/>
              </a:spcAft>
              <a:buClr>
                <a:srgbClr val="434343"/>
              </a:buClr>
              <a:buSzPts val="5200"/>
              <a:buNone/>
              <a:defRPr sz="5200">
                <a:solidFill>
                  <a:srgbClr val="434343"/>
                </a:solidFill>
              </a:defRPr>
            </a:lvl3pPr>
            <a:lvl4pPr lvl="3" rtl="0">
              <a:spcBef>
                <a:spcPts val="0"/>
              </a:spcBef>
              <a:spcAft>
                <a:spcPts val="0"/>
              </a:spcAft>
              <a:buClr>
                <a:srgbClr val="434343"/>
              </a:buClr>
              <a:buSzPts val="5200"/>
              <a:buNone/>
              <a:defRPr sz="5200">
                <a:solidFill>
                  <a:srgbClr val="434343"/>
                </a:solidFill>
              </a:defRPr>
            </a:lvl4pPr>
            <a:lvl5pPr lvl="4" rtl="0">
              <a:spcBef>
                <a:spcPts val="0"/>
              </a:spcBef>
              <a:spcAft>
                <a:spcPts val="0"/>
              </a:spcAft>
              <a:buClr>
                <a:srgbClr val="434343"/>
              </a:buClr>
              <a:buSzPts val="5200"/>
              <a:buNone/>
              <a:defRPr sz="5200">
                <a:solidFill>
                  <a:srgbClr val="434343"/>
                </a:solidFill>
              </a:defRPr>
            </a:lvl5pPr>
            <a:lvl6pPr lvl="5" rtl="0">
              <a:spcBef>
                <a:spcPts val="0"/>
              </a:spcBef>
              <a:spcAft>
                <a:spcPts val="0"/>
              </a:spcAft>
              <a:buClr>
                <a:srgbClr val="434343"/>
              </a:buClr>
              <a:buSzPts val="5200"/>
              <a:buNone/>
              <a:defRPr sz="5200">
                <a:solidFill>
                  <a:srgbClr val="434343"/>
                </a:solidFill>
              </a:defRPr>
            </a:lvl6pPr>
            <a:lvl7pPr lvl="6" rtl="0">
              <a:spcBef>
                <a:spcPts val="0"/>
              </a:spcBef>
              <a:spcAft>
                <a:spcPts val="0"/>
              </a:spcAft>
              <a:buClr>
                <a:srgbClr val="434343"/>
              </a:buClr>
              <a:buSzPts val="5200"/>
              <a:buNone/>
              <a:defRPr sz="5200">
                <a:solidFill>
                  <a:srgbClr val="434343"/>
                </a:solidFill>
              </a:defRPr>
            </a:lvl7pPr>
            <a:lvl8pPr lvl="7" rtl="0">
              <a:spcBef>
                <a:spcPts val="0"/>
              </a:spcBef>
              <a:spcAft>
                <a:spcPts val="0"/>
              </a:spcAft>
              <a:buClr>
                <a:srgbClr val="434343"/>
              </a:buClr>
              <a:buSzPts val="5200"/>
              <a:buNone/>
              <a:defRPr sz="5200">
                <a:solidFill>
                  <a:srgbClr val="434343"/>
                </a:solidFill>
              </a:defRPr>
            </a:lvl8pPr>
            <a:lvl9pPr lvl="8" rtl="0">
              <a:spcBef>
                <a:spcPts val="0"/>
              </a:spcBef>
              <a:spcAft>
                <a:spcPts val="0"/>
              </a:spcAft>
              <a:buClr>
                <a:srgbClr val="434343"/>
              </a:buClr>
              <a:buSzPts val="5200"/>
              <a:buNone/>
              <a:defRPr sz="5200">
                <a:solidFill>
                  <a:srgbClr val="434343"/>
                </a:solidFill>
              </a:defRPr>
            </a:lvl9pPr>
          </a:lstStyle>
          <a:p/>
        </p:txBody>
      </p:sp>
      <p:sp>
        <p:nvSpPr>
          <p:cNvPr id="581" name="Google Shape;581;p68"/>
          <p:cNvSpPr txBox="1"/>
          <p:nvPr>
            <p:ph idx="1" type="subTitle"/>
          </p:nvPr>
        </p:nvSpPr>
        <p:spPr>
          <a:xfrm>
            <a:off x="5911825" y="2977800"/>
            <a:ext cx="2402100" cy="71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rgbClr val="FFFFFF"/>
              </a:buClr>
              <a:buSzPts val="1200"/>
              <a:buNone/>
              <a:defRPr>
                <a:solidFill>
                  <a:srgbClr val="FFFFFF"/>
                </a:solidFill>
              </a:defRPr>
            </a:lvl1pPr>
            <a:lvl2pPr lvl="1" rtl="0" algn="r">
              <a:lnSpc>
                <a:spcPct val="100000"/>
              </a:lnSpc>
              <a:spcBef>
                <a:spcPts val="0"/>
              </a:spcBef>
              <a:spcAft>
                <a:spcPts val="0"/>
              </a:spcAft>
              <a:buClr>
                <a:srgbClr val="434343"/>
              </a:buClr>
              <a:buSzPts val="2800"/>
              <a:buNone/>
              <a:defRPr sz="2800">
                <a:solidFill>
                  <a:srgbClr val="434343"/>
                </a:solidFill>
              </a:defRPr>
            </a:lvl2pPr>
            <a:lvl3pPr lvl="2" rtl="0" algn="r">
              <a:lnSpc>
                <a:spcPct val="100000"/>
              </a:lnSpc>
              <a:spcBef>
                <a:spcPts val="0"/>
              </a:spcBef>
              <a:spcAft>
                <a:spcPts val="0"/>
              </a:spcAft>
              <a:buClr>
                <a:srgbClr val="434343"/>
              </a:buClr>
              <a:buSzPts val="2800"/>
              <a:buNone/>
              <a:defRPr sz="2800">
                <a:solidFill>
                  <a:srgbClr val="434343"/>
                </a:solidFill>
              </a:defRPr>
            </a:lvl3pPr>
            <a:lvl4pPr lvl="3" rtl="0" algn="r">
              <a:lnSpc>
                <a:spcPct val="100000"/>
              </a:lnSpc>
              <a:spcBef>
                <a:spcPts val="0"/>
              </a:spcBef>
              <a:spcAft>
                <a:spcPts val="0"/>
              </a:spcAft>
              <a:buClr>
                <a:srgbClr val="434343"/>
              </a:buClr>
              <a:buSzPts val="2800"/>
              <a:buNone/>
              <a:defRPr sz="2800">
                <a:solidFill>
                  <a:srgbClr val="434343"/>
                </a:solidFill>
              </a:defRPr>
            </a:lvl4pPr>
            <a:lvl5pPr lvl="4" rtl="0" algn="r">
              <a:lnSpc>
                <a:spcPct val="100000"/>
              </a:lnSpc>
              <a:spcBef>
                <a:spcPts val="0"/>
              </a:spcBef>
              <a:spcAft>
                <a:spcPts val="0"/>
              </a:spcAft>
              <a:buClr>
                <a:srgbClr val="434343"/>
              </a:buClr>
              <a:buSzPts val="2800"/>
              <a:buNone/>
              <a:defRPr sz="2800">
                <a:solidFill>
                  <a:srgbClr val="434343"/>
                </a:solidFill>
              </a:defRPr>
            </a:lvl5pPr>
            <a:lvl6pPr lvl="5" rtl="0" algn="r">
              <a:lnSpc>
                <a:spcPct val="100000"/>
              </a:lnSpc>
              <a:spcBef>
                <a:spcPts val="0"/>
              </a:spcBef>
              <a:spcAft>
                <a:spcPts val="0"/>
              </a:spcAft>
              <a:buClr>
                <a:srgbClr val="434343"/>
              </a:buClr>
              <a:buSzPts val="2800"/>
              <a:buNone/>
              <a:defRPr sz="2800">
                <a:solidFill>
                  <a:srgbClr val="434343"/>
                </a:solidFill>
              </a:defRPr>
            </a:lvl6pPr>
            <a:lvl7pPr lvl="6" rtl="0" algn="r">
              <a:lnSpc>
                <a:spcPct val="100000"/>
              </a:lnSpc>
              <a:spcBef>
                <a:spcPts val="0"/>
              </a:spcBef>
              <a:spcAft>
                <a:spcPts val="0"/>
              </a:spcAft>
              <a:buClr>
                <a:srgbClr val="434343"/>
              </a:buClr>
              <a:buSzPts val="2800"/>
              <a:buNone/>
              <a:defRPr sz="2800">
                <a:solidFill>
                  <a:srgbClr val="434343"/>
                </a:solidFill>
              </a:defRPr>
            </a:lvl7pPr>
            <a:lvl8pPr lvl="7" rtl="0" algn="r">
              <a:lnSpc>
                <a:spcPct val="100000"/>
              </a:lnSpc>
              <a:spcBef>
                <a:spcPts val="0"/>
              </a:spcBef>
              <a:spcAft>
                <a:spcPts val="0"/>
              </a:spcAft>
              <a:buClr>
                <a:srgbClr val="434343"/>
              </a:buClr>
              <a:buSzPts val="2800"/>
              <a:buNone/>
              <a:defRPr sz="2800">
                <a:solidFill>
                  <a:srgbClr val="434343"/>
                </a:solidFill>
              </a:defRPr>
            </a:lvl8pPr>
            <a:lvl9pPr lvl="8" rtl="0" algn="r">
              <a:lnSpc>
                <a:spcPct val="100000"/>
              </a:lnSpc>
              <a:spcBef>
                <a:spcPts val="0"/>
              </a:spcBef>
              <a:spcAft>
                <a:spcPts val="0"/>
              </a:spcAft>
              <a:buClr>
                <a:srgbClr val="434343"/>
              </a:buClr>
              <a:buSzPts val="2800"/>
              <a:buNone/>
              <a:defRPr sz="2800">
                <a:solidFill>
                  <a:srgbClr val="434343"/>
                </a:solidFill>
              </a:defRPr>
            </a:lvl9pPr>
          </a:lstStyle>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1 2">
  <p:cSld name="CUSTOM_7_2">
    <p:spTree>
      <p:nvGrpSpPr>
        <p:cNvPr id="582" name="Shape 582"/>
        <p:cNvGrpSpPr/>
        <p:nvPr/>
      </p:nvGrpSpPr>
      <p:grpSpPr>
        <a:xfrm>
          <a:off x="0" y="0"/>
          <a:ext cx="0" cy="0"/>
          <a:chOff x="0" y="0"/>
          <a:chExt cx="0" cy="0"/>
        </a:xfrm>
      </p:grpSpPr>
      <p:sp>
        <p:nvSpPr>
          <p:cNvPr id="583" name="Google Shape;583;p69"/>
          <p:cNvSpPr/>
          <p:nvPr/>
        </p:nvSpPr>
        <p:spPr>
          <a:xfrm>
            <a:off x="0" y="-7350"/>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69"/>
          <p:cNvSpPr/>
          <p:nvPr/>
        </p:nvSpPr>
        <p:spPr>
          <a:xfrm flipH="1">
            <a:off x="175" y="0"/>
            <a:ext cx="7960500" cy="4144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69"/>
          <p:cNvSpPr txBox="1"/>
          <p:nvPr>
            <p:ph type="ctrTitle"/>
          </p:nvPr>
        </p:nvSpPr>
        <p:spPr>
          <a:xfrm flipH="1">
            <a:off x="829925" y="2407375"/>
            <a:ext cx="5685000" cy="6705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lgn="r">
              <a:spcBef>
                <a:spcPts val="0"/>
              </a:spcBef>
              <a:spcAft>
                <a:spcPts val="0"/>
              </a:spcAft>
              <a:buClr>
                <a:srgbClr val="434343"/>
              </a:buClr>
              <a:buSzPts val="5200"/>
              <a:buNone/>
              <a:defRPr sz="5200">
                <a:solidFill>
                  <a:srgbClr val="434343"/>
                </a:solidFill>
              </a:defRPr>
            </a:lvl2pPr>
            <a:lvl3pPr lvl="2" rtl="0" algn="r">
              <a:spcBef>
                <a:spcPts val="0"/>
              </a:spcBef>
              <a:spcAft>
                <a:spcPts val="0"/>
              </a:spcAft>
              <a:buClr>
                <a:srgbClr val="434343"/>
              </a:buClr>
              <a:buSzPts val="5200"/>
              <a:buNone/>
              <a:defRPr sz="5200">
                <a:solidFill>
                  <a:srgbClr val="434343"/>
                </a:solidFill>
              </a:defRPr>
            </a:lvl3pPr>
            <a:lvl4pPr lvl="3" rtl="0" algn="r">
              <a:spcBef>
                <a:spcPts val="0"/>
              </a:spcBef>
              <a:spcAft>
                <a:spcPts val="0"/>
              </a:spcAft>
              <a:buClr>
                <a:srgbClr val="434343"/>
              </a:buClr>
              <a:buSzPts val="5200"/>
              <a:buNone/>
              <a:defRPr sz="5200">
                <a:solidFill>
                  <a:srgbClr val="434343"/>
                </a:solidFill>
              </a:defRPr>
            </a:lvl4pPr>
            <a:lvl5pPr lvl="4" rtl="0" algn="r">
              <a:spcBef>
                <a:spcPts val="0"/>
              </a:spcBef>
              <a:spcAft>
                <a:spcPts val="0"/>
              </a:spcAft>
              <a:buClr>
                <a:srgbClr val="434343"/>
              </a:buClr>
              <a:buSzPts val="5200"/>
              <a:buNone/>
              <a:defRPr sz="5200">
                <a:solidFill>
                  <a:srgbClr val="434343"/>
                </a:solidFill>
              </a:defRPr>
            </a:lvl5pPr>
            <a:lvl6pPr lvl="5" rtl="0" algn="r">
              <a:spcBef>
                <a:spcPts val="0"/>
              </a:spcBef>
              <a:spcAft>
                <a:spcPts val="0"/>
              </a:spcAft>
              <a:buClr>
                <a:srgbClr val="434343"/>
              </a:buClr>
              <a:buSzPts val="5200"/>
              <a:buNone/>
              <a:defRPr sz="5200">
                <a:solidFill>
                  <a:srgbClr val="434343"/>
                </a:solidFill>
              </a:defRPr>
            </a:lvl6pPr>
            <a:lvl7pPr lvl="6" rtl="0" algn="r">
              <a:spcBef>
                <a:spcPts val="0"/>
              </a:spcBef>
              <a:spcAft>
                <a:spcPts val="0"/>
              </a:spcAft>
              <a:buClr>
                <a:srgbClr val="434343"/>
              </a:buClr>
              <a:buSzPts val="5200"/>
              <a:buNone/>
              <a:defRPr sz="5200">
                <a:solidFill>
                  <a:srgbClr val="434343"/>
                </a:solidFill>
              </a:defRPr>
            </a:lvl7pPr>
            <a:lvl8pPr lvl="7" rtl="0" algn="r">
              <a:spcBef>
                <a:spcPts val="0"/>
              </a:spcBef>
              <a:spcAft>
                <a:spcPts val="0"/>
              </a:spcAft>
              <a:buClr>
                <a:srgbClr val="434343"/>
              </a:buClr>
              <a:buSzPts val="5200"/>
              <a:buNone/>
              <a:defRPr sz="5200">
                <a:solidFill>
                  <a:srgbClr val="434343"/>
                </a:solidFill>
              </a:defRPr>
            </a:lvl8pPr>
            <a:lvl9pPr lvl="8" rtl="0" algn="r">
              <a:spcBef>
                <a:spcPts val="0"/>
              </a:spcBef>
              <a:spcAft>
                <a:spcPts val="0"/>
              </a:spcAft>
              <a:buClr>
                <a:srgbClr val="434343"/>
              </a:buClr>
              <a:buSzPts val="5200"/>
              <a:buNone/>
              <a:defRPr sz="5200">
                <a:solidFill>
                  <a:srgbClr val="434343"/>
                </a:solidFill>
              </a:defRPr>
            </a:lvl9pPr>
          </a:lstStyle>
          <a:p/>
        </p:txBody>
      </p:sp>
      <p:sp>
        <p:nvSpPr>
          <p:cNvPr id="586" name="Google Shape;586;p69"/>
          <p:cNvSpPr txBox="1"/>
          <p:nvPr>
            <p:ph idx="1" type="subTitle"/>
          </p:nvPr>
        </p:nvSpPr>
        <p:spPr>
          <a:xfrm flipH="1">
            <a:off x="830035" y="2509574"/>
            <a:ext cx="3010800" cy="1170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434343"/>
              </a:buClr>
              <a:buSzPts val="2800"/>
              <a:buNone/>
              <a:defRPr sz="2800">
                <a:solidFill>
                  <a:srgbClr val="434343"/>
                </a:solidFill>
              </a:defRPr>
            </a:lvl2pPr>
            <a:lvl3pPr lvl="2" rtl="0">
              <a:lnSpc>
                <a:spcPct val="100000"/>
              </a:lnSpc>
              <a:spcBef>
                <a:spcPts val="0"/>
              </a:spcBef>
              <a:spcAft>
                <a:spcPts val="0"/>
              </a:spcAft>
              <a:buClr>
                <a:srgbClr val="434343"/>
              </a:buClr>
              <a:buSzPts val="2800"/>
              <a:buNone/>
              <a:defRPr sz="2800">
                <a:solidFill>
                  <a:srgbClr val="434343"/>
                </a:solidFill>
              </a:defRPr>
            </a:lvl3pPr>
            <a:lvl4pPr lvl="3" rtl="0">
              <a:lnSpc>
                <a:spcPct val="100000"/>
              </a:lnSpc>
              <a:spcBef>
                <a:spcPts val="0"/>
              </a:spcBef>
              <a:spcAft>
                <a:spcPts val="0"/>
              </a:spcAft>
              <a:buClr>
                <a:srgbClr val="434343"/>
              </a:buClr>
              <a:buSzPts val="2800"/>
              <a:buNone/>
              <a:defRPr sz="2800">
                <a:solidFill>
                  <a:srgbClr val="434343"/>
                </a:solidFill>
              </a:defRPr>
            </a:lvl4pPr>
            <a:lvl5pPr lvl="4" rtl="0">
              <a:lnSpc>
                <a:spcPct val="100000"/>
              </a:lnSpc>
              <a:spcBef>
                <a:spcPts val="0"/>
              </a:spcBef>
              <a:spcAft>
                <a:spcPts val="0"/>
              </a:spcAft>
              <a:buClr>
                <a:srgbClr val="434343"/>
              </a:buClr>
              <a:buSzPts val="2800"/>
              <a:buNone/>
              <a:defRPr sz="2800">
                <a:solidFill>
                  <a:srgbClr val="434343"/>
                </a:solidFill>
              </a:defRPr>
            </a:lvl5pPr>
            <a:lvl6pPr lvl="5" rtl="0">
              <a:lnSpc>
                <a:spcPct val="100000"/>
              </a:lnSpc>
              <a:spcBef>
                <a:spcPts val="0"/>
              </a:spcBef>
              <a:spcAft>
                <a:spcPts val="0"/>
              </a:spcAft>
              <a:buClr>
                <a:srgbClr val="434343"/>
              </a:buClr>
              <a:buSzPts val="2800"/>
              <a:buNone/>
              <a:defRPr sz="2800">
                <a:solidFill>
                  <a:srgbClr val="434343"/>
                </a:solidFill>
              </a:defRPr>
            </a:lvl6pPr>
            <a:lvl7pPr lvl="6" rtl="0">
              <a:lnSpc>
                <a:spcPct val="100000"/>
              </a:lnSpc>
              <a:spcBef>
                <a:spcPts val="0"/>
              </a:spcBef>
              <a:spcAft>
                <a:spcPts val="0"/>
              </a:spcAft>
              <a:buClr>
                <a:srgbClr val="434343"/>
              </a:buClr>
              <a:buSzPts val="2800"/>
              <a:buNone/>
              <a:defRPr sz="2800">
                <a:solidFill>
                  <a:srgbClr val="434343"/>
                </a:solidFill>
              </a:defRPr>
            </a:lvl7pPr>
            <a:lvl8pPr lvl="7" rtl="0">
              <a:lnSpc>
                <a:spcPct val="100000"/>
              </a:lnSpc>
              <a:spcBef>
                <a:spcPts val="0"/>
              </a:spcBef>
              <a:spcAft>
                <a:spcPts val="0"/>
              </a:spcAft>
              <a:buClr>
                <a:srgbClr val="434343"/>
              </a:buClr>
              <a:buSzPts val="2800"/>
              <a:buNone/>
              <a:defRPr sz="2800">
                <a:solidFill>
                  <a:srgbClr val="434343"/>
                </a:solidFill>
              </a:defRPr>
            </a:lvl8pPr>
            <a:lvl9pPr lvl="8" rtl="0">
              <a:lnSpc>
                <a:spcPct val="100000"/>
              </a:lnSpc>
              <a:spcBef>
                <a:spcPts val="0"/>
              </a:spcBef>
              <a:spcAft>
                <a:spcPts val="0"/>
              </a:spcAft>
              <a:buClr>
                <a:srgbClr val="434343"/>
              </a:buClr>
              <a:buSzPts val="2800"/>
              <a:buNone/>
              <a:defRPr sz="2800">
                <a:solidFill>
                  <a:srgbClr val="434343"/>
                </a:solidFill>
              </a:defRPr>
            </a:lvl9pPr>
          </a:lstStyle>
          <a:p/>
        </p:txBody>
      </p:sp>
      <p:sp>
        <p:nvSpPr>
          <p:cNvPr id="587" name="Google Shape;587;p69"/>
          <p:cNvSpPr/>
          <p:nvPr/>
        </p:nvSpPr>
        <p:spPr>
          <a:xfrm flipH="1">
            <a:off x="7569475" y="1899474"/>
            <a:ext cx="1575000" cy="3244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3">
  <p:cSld name="CUSTOM_9">
    <p:spTree>
      <p:nvGrpSpPr>
        <p:cNvPr id="588" name="Shape 588"/>
        <p:cNvGrpSpPr/>
        <p:nvPr/>
      </p:nvGrpSpPr>
      <p:grpSpPr>
        <a:xfrm>
          <a:off x="0" y="0"/>
          <a:ext cx="0" cy="0"/>
          <a:chOff x="0" y="0"/>
          <a:chExt cx="0" cy="0"/>
        </a:xfrm>
      </p:grpSpPr>
      <p:sp>
        <p:nvSpPr>
          <p:cNvPr id="589" name="Google Shape;589;p70"/>
          <p:cNvSpPr/>
          <p:nvPr/>
        </p:nvSpPr>
        <p:spPr>
          <a:xfrm>
            <a:off x="-1" y="941127"/>
            <a:ext cx="6078300" cy="4202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0" name="Google Shape;590;p70"/>
          <p:cNvSpPr/>
          <p:nvPr/>
        </p:nvSpPr>
        <p:spPr>
          <a:xfrm>
            <a:off x="2083250" y="7125"/>
            <a:ext cx="70614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1" name="Google Shape;591;p70"/>
          <p:cNvSpPr txBox="1"/>
          <p:nvPr>
            <p:ph type="ctrTitle"/>
          </p:nvPr>
        </p:nvSpPr>
        <p:spPr>
          <a:xfrm>
            <a:off x="4611075" y="1349275"/>
            <a:ext cx="3502800" cy="15138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4800"/>
              <a:buNone/>
              <a:defRPr sz="4800">
                <a:solidFill>
                  <a:srgbClr val="FFFFFF"/>
                </a:solidFill>
              </a:defRPr>
            </a:lvl1pPr>
            <a:lvl2pPr lvl="1" rtl="0" algn="r">
              <a:spcBef>
                <a:spcPts val="0"/>
              </a:spcBef>
              <a:spcAft>
                <a:spcPts val="0"/>
              </a:spcAft>
              <a:buClr>
                <a:srgbClr val="FFFFFF"/>
              </a:buClr>
              <a:buSzPts val="4800"/>
              <a:buNone/>
              <a:defRPr sz="4800">
                <a:solidFill>
                  <a:srgbClr val="FFFFFF"/>
                </a:solidFill>
              </a:defRPr>
            </a:lvl2pPr>
            <a:lvl3pPr lvl="2" rtl="0" algn="r">
              <a:spcBef>
                <a:spcPts val="0"/>
              </a:spcBef>
              <a:spcAft>
                <a:spcPts val="0"/>
              </a:spcAft>
              <a:buClr>
                <a:srgbClr val="FFFFFF"/>
              </a:buClr>
              <a:buSzPts val="4800"/>
              <a:buNone/>
              <a:defRPr sz="4800">
                <a:solidFill>
                  <a:srgbClr val="FFFFFF"/>
                </a:solidFill>
              </a:defRPr>
            </a:lvl3pPr>
            <a:lvl4pPr lvl="3" rtl="0" algn="r">
              <a:spcBef>
                <a:spcPts val="0"/>
              </a:spcBef>
              <a:spcAft>
                <a:spcPts val="0"/>
              </a:spcAft>
              <a:buClr>
                <a:srgbClr val="FFFFFF"/>
              </a:buClr>
              <a:buSzPts val="4800"/>
              <a:buNone/>
              <a:defRPr sz="4800">
                <a:solidFill>
                  <a:srgbClr val="FFFFFF"/>
                </a:solidFill>
              </a:defRPr>
            </a:lvl4pPr>
            <a:lvl5pPr lvl="4" rtl="0" algn="r">
              <a:spcBef>
                <a:spcPts val="0"/>
              </a:spcBef>
              <a:spcAft>
                <a:spcPts val="0"/>
              </a:spcAft>
              <a:buClr>
                <a:srgbClr val="FFFFFF"/>
              </a:buClr>
              <a:buSzPts val="4800"/>
              <a:buNone/>
              <a:defRPr sz="4800">
                <a:solidFill>
                  <a:srgbClr val="FFFFFF"/>
                </a:solidFill>
              </a:defRPr>
            </a:lvl5pPr>
            <a:lvl6pPr lvl="5" rtl="0" algn="r">
              <a:spcBef>
                <a:spcPts val="0"/>
              </a:spcBef>
              <a:spcAft>
                <a:spcPts val="0"/>
              </a:spcAft>
              <a:buClr>
                <a:srgbClr val="FFFFFF"/>
              </a:buClr>
              <a:buSzPts val="4800"/>
              <a:buNone/>
              <a:defRPr sz="4800">
                <a:solidFill>
                  <a:srgbClr val="FFFFFF"/>
                </a:solidFill>
              </a:defRPr>
            </a:lvl6pPr>
            <a:lvl7pPr lvl="6" rtl="0" algn="r">
              <a:spcBef>
                <a:spcPts val="0"/>
              </a:spcBef>
              <a:spcAft>
                <a:spcPts val="0"/>
              </a:spcAft>
              <a:buClr>
                <a:srgbClr val="FFFFFF"/>
              </a:buClr>
              <a:buSzPts val="4800"/>
              <a:buNone/>
              <a:defRPr sz="4800">
                <a:solidFill>
                  <a:srgbClr val="FFFFFF"/>
                </a:solidFill>
              </a:defRPr>
            </a:lvl7pPr>
            <a:lvl8pPr lvl="7" rtl="0" algn="r">
              <a:spcBef>
                <a:spcPts val="0"/>
              </a:spcBef>
              <a:spcAft>
                <a:spcPts val="0"/>
              </a:spcAft>
              <a:buClr>
                <a:srgbClr val="FFFFFF"/>
              </a:buClr>
              <a:buSzPts val="4800"/>
              <a:buNone/>
              <a:defRPr sz="4800">
                <a:solidFill>
                  <a:srgbClr val="FFFFFF"/>
                </a:solidFill>
              </a:defRPr>
            </a:lvl8pPr>
            <a:lvl9pPr lvl="8" rtl="0" algn="r">
              <a:spcBef>
                <a:spcPts val="0"/>
              </a:spcBef>
              <a:spcAft>
                <a:spcPts val="0"/>
              </a:spcAft>
              <a:buClr>
                <a:srgbClr val="FFFFFF"/>
              </a:buClr>
              <a:buSzPts val="4800"/>
              <a:buNone/>
              <a:defRPr sz="4800">
                <a:solidFill>
                  <a:srgbClr val="FFFFFF"/>
                </a:solidFill>
              </a:defRPr>
            </a:lvl9pPr>
          </a:lstStyle>
          <a:p/>
        </p:txBody>
      </p:sp>
      <p:sp>
        <p:nvSpPr>
          <p:cNvPr id="592" name="Google Shape;592;p70"/>
          <p:cNvSpPr txBox="1"/>
          <p:nvPr>
            <p:ph idx="1" type="subTitle"/>
          </p:nvPr>
        </p:nvSpPr>
        <p:spPr>
          <a:xfrm>
            <a:off x="4611075" y="2723339"/>
            <a:ext cx="3502800" cy="1829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FFFFFF"/>
              </a:buClr>
              <a:buSzPts val="1200"/>
              <a:buNone/>
              <a:defRPr>
                <a:solidFill>
                  <a:srgbClr val="FFFFFF"/>
                </a:solidFill>
              </a:defRPr>
            </a:lvl1pPr>
            <a:lvl2pPr lvl="1" rtl="0" algn="r">
              <a:lnSpc>
                <a:spcPct val="100000"/>
              </a:lnSpc>
              <a:spcBef>
                <a:spcPts val="0"/>
              </a:spcBef>
              <a:spcAft>
                <a:spcPts val="0"/>
              </a:spcAft>
              <a:buClr>
                <a:srgbClr val="FFFFFF"/>
              </a:buClr>
              <a:buSzPts val="1200"/>
              <a:buNone/>
              <a:defRPr>
                <a:solidFill>
                  <a:srgbClr val="FFFFFF"/>
                </a:solidFill>
              </a:defRPr>
            </a:lvl2pPr>
            <a:lvl3pPr lvl="2" rtl="0" algn="r">
              <a:lnSpc>
                <a:spcPct val="100000"/>
              </a:lnSpc>
              <a:spcBef>
                <a:spcPts val="0"/>
              </a:spcBef>
              <a:spcAft>
                <a:spcPts val="0"/>
              </a:spcAft>
              <a:buClr>
                <a:srgbClr val="FFFFFF"/>
              </a:buClr>
              <a:buSzPts val="1200"/>
              <a:buNone/>
              <a:defRPr>
                <a:solidFill>
                  <a:srgbClr val="FFFFFF"/>
                </a:solidFill>
              </a:defRPr>
            </a:lvl3pPr>
            <a:lvl4pPr lvl="3" rtl="0" algn="r">
              <a:lnSpc>
                <a:spcPct val="100000"/>
              </a:lnSpc>
              <a:spcBef>
                <a:spcPts val="0"/>
              </a:spcBef>
              <a:spcAft>
                <a:spcPts val="0"/>
              </a:spcAft>
              <a:buClr>
                <a:srgbClr val="FFFFFF"/>
              </a:buClr>
              <a:buSzPts val="1200"/>
              <a:buNone/>
              <a:defRPr>
                <a:solidFill>
                  <a:srgbClr val="FFFFFF"/>
                </a:solidFill>
              </a:defRPr>
            </a:lvl4pPr>
            <a:lvl5pPr lvl="4" rtl="0" algn="r">
              <a:lnSpc>
                <a:spcPct val="100000"/>
              </a:lnSpc>
              <a:spcBef>
                <a:spcPts val="0"/>
              </a:spcBef>
              <a:spcAft>
                <a:spcPts val="0"/>
              </a:spcAft>
              <a:buClr>
                <a:srgbClr val="FFFFFF"/>
              </a:buClr>
              <a:buSzPts val="1200"/>
              <a:buNone/>
              <a:defRPr>
                <a:solidFill>
                  <a:srgbClr val="FFFFFF"/>
                </a:solidFill>
              </a:defRPr>
            </a:lvl5pPr>
            <a:lvl6pPr lvl="5" rtl="0" algn="r">
              <a:lnSpc>
                <a:spcPct val="100000"/>
              </a:lnSpc>
              <a:spcBef>
                <a:spcPts val="0"/>
              </a:spcBef>
              <a:spcAft>
                <a:spcPts val="0"/>
              </a:spcAft>
              <a:buClr>
                <a:srgbClr val="FFFFFF"/>
              </a:buClr>
              <a:buSzPts val="1200"/>
              <a:buNone/>
              <a:defRPr>
                <a:solidFill>
                  <a:srgbClr val="FFFFFF"/>
                </a:solidFill>
              </a:defRPr>
            </a:lvl6pPr>
            <a:lvl7pPr lvl="6" rtl="0" algn="r">
              <a:lnSpc>
                <a:spcPct val="100000"/>
              </a:lnSpc>
              <a:spcBef>
                <a:spcPts val="0"/>
              </a:spcBef>
              <a:spcAft>
                <a:spcPts val="0"/>
              </a:spcAft>
              <a:buClr>
                <a:srgbClr val="FFFFFF"/>
              </a:buClr>
              <a:buSzPts val="1200"/>
              <a:buNone/>
              <a:defRPr>
                <a:solidFill>
                  <a:srgbClr val="FFFFFF"/>
                </a:solidFill>
              </a:defRPr>
            </a:lvl7pPr>
            <a:lvl8pPr lvl="7" rtl="0" algn="r">
              <a:lnSpc>
                <a:spcPct val="100000"/>
              </a:lnSpc>
              <a:spcBef>
                <a:spcPts val="0"/>
              </a:spcBef>
              <a:spcAft>
                <a:spcPts val="0"/>
              </a:spcAft>
              <a:buClr>
                <a:srgbClr val="FFFFFF"/>
              </a:buClr>
              <a:buSzPts val="1200"/>
              <a:buNone/>
              <a:defRPr>
                <a:solidFill>
                  <a:srgbClr val="FFFFFF"/>
                </a:solidFill>
              </a:defRPr>
            </a:lvl8pPr>
            <a:lvl9pPr lvl="8" rtl="0" algn="r">
              <a:lnSpc>
                <a:spcPct val="100000"/>
              </a:lnSpc>
              <a:spcBef>
                <a:spcPts val="0"/>
              </a:spcBef>
              <a:spcAft>
                <a:spcPts val="0"/>
              </a:spcAft>
              <a:buClr>
                <a:srgbClr val="FFFFFF"/>
              </a:buClr>
              <a:buSzPts val="1200"/>
              <a:buNone/>
              <a:defRPr>
                <a:solidFill>
                  <a:srgbClr val="FFFFFF"/>
                </a:solidFill>
              </a:defRPr>
            </a:lvl9pPr>
          </a:lstStyle>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3 1">
  <p:cSld name="CUSTOM_9_1">
    <p:spTree>
      <p:nvGrpSpPr>
        <p:cNvPr id="593" name="Shape 593"/>
        <p:cNvGrpSpPr/>
        <p:nvPr/>
      </p:nvGrpSpPr>
      <p:grpSpPr>
        <a:xfrm>
          <a:off x="0" y="0"/>
          <a:ext cx="0" cy="0"/>
          <a:chOff x="0" y="0"/>
          <a:chExt cx="0" cy="0"/>
        </a:xfrm>
      </p:grpSpPr>
      <p:sp>
        <p:nvSpPr>
          <p:cNvPr id="594" name="Google Shape;594;p71"/>
          <p:cNvSpPr/>
          <p:nvPr/>
        </p:nvSpPr>
        <p:spPr>
          <a:xfrm flipH="1">
            <a:off x="474"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71"/>
          <p:cNvSpPr/>
          <p:nvPr/>
        </p:nvSpPr>
        <p:spPr>
          <a:xfrm flipH="1">
            <a:off x="3066175" y="941127"/>
            <a:ext cx="6078300" cy="4202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6" name="Google Shape;596;p71"/>
          <p:cNvSpPr/>
          <p:nvPr/>
        </p:nvSpPr>
        <p:spPr>
          <a:xfrm flipH="1">
            <a:off x="-1" y="7125"/>
            <a:ext cx="60783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597" name="Google Shape;597;p71"/>
          <p:cNvSpPr txBox="1"/>
          <p:nvPr>
            <p:ph type="ctrTitle"/>
          </p:nvPr>
        </p:nvSpPr>
        <p:spPr>
          <a:xfrm flipH="1">
            <a:off x="1030599" y="1349275"/>
            <a:ext cx="3502800" cy="1513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4800"/>
              <a:buNone/>
              <a:defRPr sz="4800">
                <a:solidFill>
                  <a:srgbClr val="FFFFFF"/>
                </a:solidFill>
              </a:defRPr>
            </a:lvl1pPr>
            <a:lvl2pPr lvl="1" rtl="0">
              <a:spcBef>
                <a:spcPts val="0"/>
              </a:spcBef>
              <a:spcAft>
                <a:spcPts val="0"/>
              </a:spcAft>
              <a:buClr>
                <a:srgbClr val="FFFFFF"/>
              </a:buClr>
              <a:buSzPts val="4800"/>
              <a:buNone/>
              <a:defRPr sz="4800">
                <a:solidFill>
                  <a:srgbClr val="FFFFFF"/>
                </a:solidFill>
              </a:defRPr>
            </a:lvl2pPr>
            <a:lvl3pPr lvl="2" rtl="0">
              <a:spcBef>
                <a:spcPts val="0"/>
              </a:spcBef>
              <a:spcAft>
                <a:spcPts val="0"/>
              </a:spcAft>
              <a:buClr>
                <a:srgbClr val="FFFFFF"/>
              </a:buClr>
              <a:buSzPts val="4800"/>
              <a:buNone/>
              <a:defRPr sz="4800">
                <a:solidFill>
                  <a:srgbClr val="FFFFFF"/>
                </a:solidFill>
              </a:defRPr>
            </a:lvl3pPr>
            <a:lvl4pPr lvl="3" rtl="0">
              <a:spcBef>
                <a:spcPts val="0"/>
              </a:spcBef>
              <a:spcAft>
                <a:spcPts val="0"/>
              </a:spcAft>
              <a:buClr>
                <a:srgbClr val="FFFFFF"/>
              </a:buClr>
              <a:buSzPts val="4800"/>
              <a:buNone/>
              <a:defRPr sz="4800">
                <a:solidFill>
                  <a:srgbClr val="FFFFFF"/>
                </a:solidFill>
              </a:defRPr>
            </a:lvl4pPr>
            <a:lvl5pPr lvl="4" rtl="0">
              <a:spcBef>
                <a:spcPts val="0"/>
              </a:spcBef>
              <a:spcAft>
                <a:spcPts val="0"/>
              </a:spcAft>
              <a:buClr>
                <a:srgbClr val="FFFFFF"/>
              </a:buClr>
              <a:buSzPts val="4800"/>
              <a:buNone/>
              <a:defRPr sz="4800">
                <a:solidFill>
                  <a:srgbClr val="FFFFFF"/>
                </a:solidFill>
              </a:defRPr>
            </a:lvl5pPr>
            <a:lvl6pPr lvl="5" rtl="0">
              <a:spcBef>
                <a:spcPts val="0"/>
              </a:spcBef>
              <a:spcAft>
                <a:spcPts val="0"/>
              </a:spcAft>
              <a:buClr>
                <a:srgbClr val="FFFFFF"/>
              </a:buClr>
              <a:buSzPts val="4800"/>
              <a:buNone/>
              <a:defRPr sz="4800">
                <a:solidFill>
                  <a:srgbClr val="FFFFFF"/>
                </a:solidFill>
              </a:defRPr>
            </a:lvl6pPr>
            <a:lvl7pPr lvl="6" rtl="0">
              <a:spcBef>
                <a:spcPts val="0"/>
              </a:spcBef>
              <a:spcAft>
                <a:spcPts val="0"/>
              </a:spcAft>
              <a:buClr>
                <a:srgbClr val="FFFFFF"/>
              </a:buClr>
              <a:buSzPts val="4800"/>
              <a:buNone/>
              <a:defRPr sz="4800">
                <a:solidFill>
                  <a:srgbClr val="FFFFFF"/>
                </a:solidFill>
              </a:defRPr>
            </a:lvl7pPr>
            <a:lvl8pPr lvl="7" rtl="0">
              <a:spcBef>
                <a:spcPts val="0"/>
              </a:spcBef>
              <a:spcAft>
                <a:spcPts val="0"/>
              </a:spcAft>
              <a:buClr>
                <a:srgbClr val="FFFFFF"/>
              </a:buClr>
              <a:buSzPts val="4800"/>
              <a:buNone/>
              <a:defRPr sz="4800">
                <a:solidFill>
                  <a:srgbClr val="FFFFFF"/>
                </a:solidFill>
              </a:defRPr>
            </a:lvl8pPr>
            <a:lvl9pPr lvl="8" rtl="0">
              <a:spcBef>
                <a:spcPts val="0"/>
              </a:spcBef>
              <a:spcAft>
                <a:spcPts val="0"/>
              </a:spcAft>
              <a:buClr>
                <a:srgbClr val="FFFFFF"/>
              </a:buClr>
              <a:buSzPts val="4800"/>
              <a:buNone/>
              <a:defRPr sz="4800">
                <a:solidFill>
                  <a:srgbClr val="FFFFFF"/>
                </a:solidFill>
              </a:defRPr>
            </a:lvl9pPr>
          </a:lstStyle>
          <a:p/>
        </p:txBody>
      </p:sp>
      <p:sp>
        <p:nvSpPr>
          <p:cNvPr id="598" name="Google Shape;598;p71"/>
          <p:cNvSpPr txBox="1"/>
          <p:nvPr>
            <p:ph idx="1" type="subTitle"/>
          </p:nvPr>
        </p:nvSpPr>
        <p:spPr>
          <a:xfrm flipH="1">
            <a:off x="1030599" y="2723339"/>
            <a:ext cx="3502800" cy="1829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FFFFFF"/>
              </a:buClr>
              <a:buSzPts val="1200"/>
              <a:buNone/>
              <a:defRPr>
                <a:solidFill>
                  <a:srgbClr val="FFFFFF"/>
                </a:solidFill>
              </a:defRPr>
            </a:lvl2pPr>
            <a:lvl3pPr lvl="2" rtl="0">
              <a:lnSpc>
                <a:spcPct val="100000"/>
              </a:lnSpc>
              <a:spcBef>
                <a:spcPts val="0"/>
              </a:spcBef>
              <a:spcAft>
                <a:spcPts val="0"/>
              </a:spcAft>
              <a:buClr>
                <a:srgbClr val="FFFFFF"/>
              </a:buClr>
              <a:buSzPts val="1200"/>
              <a:buNone/>
              <a:defRPr>
                <a:solidFill>
                  <a:srgbClr val="FFFFFF"/>
                </a:solidFill>
              </a:defRPr>
            </a:lvl3pPr>
            <a:lvl4pPr lvl="3" rtl="0">
              <a:lnSpc>
                <a:spcPct val="100000"/>
              </a:lnSpc>
              <a:spcBef>
                <a:spcPts val="0"/>
              </a:spcBef>
              <a:spcAft>
                <a:spcPts val="0"/>
              </a:spcAft>
              <a:buClr>
                <a:srgbClr val="FFFFFF"/>
              </a:buClr>
              <a:buSzPts val="1200"/>
              <a:buNone/>
              <a:defRPr>
                <a:solidFill>
                  <a:srgbClr val="FFFFFF"/>
                </a:solidFill>
              </a:defRPr>
            </a:lvl4pPr>
            <a:lvl5pPr lvl="4" rtl="0">
              <a:lnSpc>
                <a:spcPct val="100000"/>
              </a:lnSpc>
              <a:spcBef>
                <a:spcPts val="0"/>
              </a:spcBef>
              <a:spcAft>
                <a:spcPts val="0"/>
              </a:spcAft>
              <a:buClr>
                <a:srgbClr val="FFFFFF"/>
              </a:buClr>
              <a:buSzPts val="1200"/>
              <a:buNone/>
              <a:defRPr>
                <a:solidFill>
                  <a:srgbClr val="FFFFFF"/>
                </a:solidFill>
              </a:defRPr>
            </a:lvl5pPr>
            <a:lvl6pPr lvl="5" rtl="0">
              <a:lnSpc>
                <a:spcPct val="100000"/>
              </a:lnSpc>
              <a:spcBef>
                <a:spcPts val="0"/>
              </a:spcBef>
              <a:spcAft>
                <a:spcPts val="0"/>
              </a:spcAft>
              <a:buClr>
                <a:srgbClr val="FFFFFF"/>
              </a:buClr>
              <a:buSzPts val="1200"/>
              <a:buNone/>
              <a:defRPr>
                <a:solidFill>
                  <a:srgbClr val="FFFFFF"/>
                </a:solidFill>
              </a:defRPr>
            </a:lvl6pPr>
            <a:lvl7pPr lvl="6" rtl="0">
              <a:lnSpc>
                <a:spcPct val="100000"/>
              </a:lnSpc>
              <a:spcBef>
                <a:spcPts val="0"/>
              </a:spcBef>
              <a:spcAft>
                <a:spcPts val="0"/>
              </a:spcAft>
              <a:buClr>
                <a:srgbClr val="FFFFFF"/>
              </a:buClr>
              <a:buSzPts val="1200"/>
              <a:buNone/>
              <a:defRPr>
                <a:solidFill>
                  <a:srgbClr val="FFFFFF"/>
                </a:solidFill>
              </a:defRPr>
            </a:lvl7pPr>
            <a:lvl8pPr lvl="7" rtl="0">
              <a:lnSpc>
                <a:spcPct val="100000"/>
              </a:lnSpc>
              <a:spcBef>
                <a:spcPts val="0"/>
              </a:spcBef>
              <a:spcAft>
                <a:spcPts val="0"/>
              </a:spcAft>
              <a:buClr>
                <a:srgbClr val="FFFFFF"/>
              </a:buClr>
              <a:buSzPts val="1200"/>
              <a:buNone/>
              <a:defRPr>
                <a:solidFill>
                  <a:srgbClr val="FFFFFF"/>
                </a:solidFill>
              </a:defRPr>
            </a:lvl8pPr>
            <a:lvl9pPr lvl="8" rtl="0">
              <a:lnSpc>
                <a:spcPct val="100000"/>
              </a:lnSpc>
              <a:spcBef>
                <a:spcPts val="0"/>
              </a:spcBef>
              <a:spcAft>
                <a:spcPts val="0"/>
              </a:spcAft>
              <a:buClr>
                <a:srgbClr val="FFFFFF"/>
              </a:buClr>
              <a:buSzPts val="1200"/>
              <a:buNone/>
              <a:defRPr>
                <a:solidFill>
                  <a:srgbClr val="FFFFFF"/>
                </a:solidFill>
              </a:defRPr>
            </a:lvl9pPr>
          </a:lstStyle>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p:cSld name="CUSTOM_8">
    <p:spTree>
      <p:nvGrpSpPr>
        <p:cNvPr id="599" name="Shape 599"/>
        <p:cNvGrpSpPr/>
        <p:nvPr/>
      </p:nvGrpSpPr>
      <p:grpSpPr>
        <a:xfrm>
          <a:off x="0" y="0"/>
          <a:ext cx="0" cy="0"/>
          <a:chOff x="0" y="0"/>
          <a:chExt cx="0" cy="0"/>
        </a:xfrm>
      </p:grpSpPr>
      <p:sp>
        <p:nvSpPr>
          <p:cNvPr id="600" name="Google Shape;600;p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rtl="0">
              <a:buClr>
                <a:srgbClr val="000000"/>
              </a:buClr>
              <a:buSzPts val="1100"/>
              <a:buFont typeface="Arial"/>
              <a:buNone/>
              <a:defRPr/>
            </a:lvl1pPr>
            <a:lvl2pPr lvl="1" rtl="0">
              <a:buClr>
                <a:srgbClr val="000000"/>
              </a:buClr>
              <a:buSzPts val="1100"/>
              <a:buFont typeface="Arial"/>
              <a:buNone/>
              <a:defRPr/>
            </a:lvl2pPr>
            <a:lvl3pPr lvl="2" rtl="0">
              <a:buClr>
                <a:srgbClr val="000000"/>
              </a:buClr>
              <a:buSzPts val="1100"/>
              <a:buFont typeface="Arial"/>
              <a:buNone/>
              <a:defRPr/>
            </a:lvl3pPr>
            <a:lvl4pPr lvl="3" rtl="0">
              <a:buClr>
                <a:srgbClr val="000000"/>
              </a:buClr>
              <a:buSzPts val="1100"/>
              <a:buFont typeface="Arial"/>
              <a:buNone/>
              <a:defRPr/>
            </a:lvl4pPr>
            <a:lvl5pPr lvl="4" rtl="0">
              <a:buClr>
                <a:srgbClr val="000000"/>
              </a:buClr>
              <a:buSzPts val="1100"/>
              <a:buFont typeface="Arial"/>
              <a:buNone/>
              <a:defRPr/>
            </a:lvl5pPr>
            <a:lvl6pPr lvl="5" rtl="0">
              <a:buClr>
                <a:srgbClr val="000000"/>
              </a:buClr>
              <a:buSzPts val="1100"/>
              <a:buFont typeface="Arial"/>
              <a:buNone/>
              <a:defRPr/>
            </a:lvl6pPr>
            <a:lvl7pPr lvl="6" rtl="0">
              <a:buClr>
                <a:srgbClr val="000000"/>
              </a:buClr>
              <a:buSzPts val="1100"/>
              <a:buFont typeface="Arial"/>
              <a:buNone/>
              <a:defRPr/>
            </a:lvl7pPr>
            <a:lvl8pPr lvl="7" rtl="0">
              <a:buClr>
                <a:srgbClr val="000000"/>
              </a:buClr>
              <a:buSzPts val="1100"/>
              <a:buFont typeface="Arial"/>
              <a:buNone/>
              <a:defRPr/>
            </a:lvl8pPr>
            <a:lvl9pPr lvl="8" rtl="0">
              <a:buClr>
                <a:srgbClr val="000000"/>
              </a:buClr>
              <a:buSzPts val="1100"/>
              <a:buFont typeface="Arial"/>
              <a:buNone/>
              <a:defRPr/>
            </a:lvl9pPr>
          </a:lstStyle>
          <a:p>
            <a:pPr indent="0" lvl="0" marL="0" rtl="0" algn="r">
              <a:spcBef>
                <a:spcPts val="0"/>
              </a:spcBef>
              <a:spcAft>
                <a:spcPts val="0"/>
              </a:spcAft>
              <a:buNone/>
            </a:pPr>
            <a:fld id="{00000000-1234-1234-1234-123412341234}" type="slidenum">
              <a:rPr lang="en"/>
              <a:t>‹#›</a:t>
            </a:fld>
            <a:endParaRPr/>
          </a:p>
        </p:txBody>
      </p:sp>
      <p:sp>
        <p:nvSpPr>
          <p:cNvPr id="601" name="Google Shape;601;p72"/>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72"/>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03" name="Google Shape;603;p72"/>
          <p:cNvSpPr txBox="1"/>
          <p:nvPr>
            <p:ph idx="1" type="body"/>
          </p:nvPr>
        </p:nvSpPr>
        <p:spPr>
          <a:xfrm>
            <a:off x="642050" y="21348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FFFFFF"/>
              </a:buClr>
              <a:buSzPts val="1200"/>
              <a:buChar char="●"/>
              <a:defRPr>
                <a:solidFill>
                  <a:srgbClr val="FFFFFF"/>
                </a:solidFill>
              </a:defRPr>
            </a:lvl1pPr>
            <a:lvl2pPr indent="-304800" lvl="1" marL="914400" rtl="0">
              <a:spcBef>
                <a:spcPts val="1600"/>
              </a:spcBef>
              <a:spcAft>
                <a:spcPts val="0"/>
              </a:spcAft>
              <a:buClr>
                <a:srgbClr val="FFFFFF"/>
              </a:buClr>
              <a:buSzPts val="1200"/>
              <a:buChar char="○"/>
              <a:defRPr>
                <a:solidFill>
                  <a:srgbClr val="FFFFFF"/>
                </a:solidFill>
              </a:defRPr>
            </a:lvl2pPr>
            <a:lvl3pPr indent="-304800" lvl="2" marL="1371600" rtl="0">
              <a:spcBef>
                <a:spcPts val="1600"/>
              </a:spcBef>
              <a:spcAft>
                <a:spcPts val="0"/>
              </a:spcAft>
              <a:buClr>
                <a:srgbClr val="FFFFFF"/>
              </a:buClr>
              <a:buSzPts val="1200"/>
              <a:buChar char="■"/>
              <a:defRPr>
                <a:solidFill>
                  <a:srgbClr val="FFFFFF"/>
                </a:solidFill>
              </a:defRPr>
            </a:lvl3pPr>
            <a:lvl4pPr indent="-304800" lvl="3" marL="1828800" rtl="0">
              <a:spcBef>
                <a:spcPts val="1600"/>
              </a:spcBef>
              <a:spcAft>
                <a:spcPts val="0"/>
              </a:spcAft>
              <a:buClr>
                <a:srgbClr val="FFFFFF"/>
              </a:buClr>
              <a:buSzPts val="1200"/>
              <a:buChar char="●"/>
              <a:defRPr>
                <a:solidFill>
                  <a:srgbClr val="FFFFFF"/>
                </a:solidFill>
              </a:defRPr>
            </a:lvl4pPr>
            <a:lvl5pPr indent="-304800" lvl="4" marL="2286000" rtl="0">
              <a:spcBef>
                <a:spcPts val="1600"/>
              </a:spcBef>
              <a:spcAft>
                <a:spcPts val="0"/>
              </a:spcAft>
              <a:buClr>
                <a:srgbClr val="FFFFFF"/>
              </a:buClr>
              <a:buSzPts val="1200"/>
              <a:buChar char="○"/>
              <a:defRPr>
                <a:solidFill>
                  <a:srgbClr val="FFFFFF"/>
                </a:solidFill>
              </a:defRPr>
            </a:lvl5pPr>
            <a:lvl6pPr indent="-304800" lvl="5" marL="2743200" rtl="0">
              <a:spcBef>
                <a:spcPts val="1600"/>
              </a:spcBef>
              <a:spcAft>
                <a:spcPts val="0"/>
              </a:spcAft>
              <a:buClr>
                <a:srgbClr val="FFFFFF"/>
              </a:buClr>
              <a:buSzPts val="1200"/>
              <a:buChar char="■"/>
              <a:defRPr>
                <a:solidFill>
                  <a:srgbClr val="FFFFFF"/>
                </a:solidFill>
              </a:defRPr>
            </a:lvl6pPr>
            <a:lvl7pPr indent="-304800" lvl="6" marL="3200400" rtl="0">
              <a:spcBef>
                <a:spcPts val="1600"/>
              </a:spcBef>
              <a:spcAft>
                <a:spcPts val="0"/>
              </a:spcAft>
              <a:buClr>
                <a:srgbClr val="FFFFFF"/>
              </a:buClr>
              <a:buSzPts val="1200"/>
              <a:buChar char="●"/>
              <a:defRPr>
                <a:solidFill>
                  <a:srgbClr val="FFFFFF"/>
                </a:solidFill>
              </a:defRPr>
            </a:lvl7pPr>
            <a:lvl8pPr indent="-304800" lvl="7" marL="3657600" rtl="0">
              <a:spcBef>
                <a:spcPts val="1600"/>
              </a:spcBef>
              <a:spcAft>
                <a:spcPts val="0"/>
              </a:spcAft>
              <a:buClr>
                <a:srgbClr val="FFFFFF"/>
              </a:buClr>
              <a:buSzPts val="1200"/>
              <a:buChar char="○"/>
              <a:defRPr>
                <a:solidFill>
                  <a:srgbClr val="FFFFFF"/>
                </a:solidFill>
              </a:defRPr>
            </a:lvl8pPr>
            <a:lvl9pPr indent="-304800" lvl="8" marL="4114800" rtl="0">
              <a:spcBef>
                <a:spcPts val="1600"/>
              </a:spcBef>
              <a:spcAft>
                <a:spcPts val="1600"/>
              </a:spcAft>
              <a:buClr>
                <a:srgbClr val="FFFFFF"/>
              </a:buClr>
              <a:buSzPts val="1200"/>
              <a:buChar char="■"/>
              <a:defRPr>
                <a:solidFill>
                  <a:srgbClr val="FFFFFF"/>
                </a:solidFill>
              </a:defRPr>
            </a:lvl9pPr>
          </a:lstStyle>
          <a:p/>
        </p:txBody>
      </p:sp>
      <p:sp>
        <p:nvSpPr>
          <p:cNvPr id="604" name="Google Shape;604;p72"/>
          <p:cNvSpPr txBox="1"/>
          <p:nvPr>
            <p:ph type="title"/>
          </p:nvPr>
        </p:nvSpPr>
        <p:spPr>
          <a:xfrm>
            <a:off x="4722997" y="1262675"/>
            <a:ext cx="3808200" cy="8967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FFFFF"/>
              </a:buClr>
              <a:buSzPts val="2800"/>
              <a:buNone/>
              <a:defRPr>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
        <p:nvSpPr>
          <p:cNvPr id="605" name="Google Shape;605;p72"/>
          <p:cNvSpPr/>
          <p:nvPr/>
        </p:nvSpPr>
        <p:spPr>
          <a:xfrm flipH="1">
            <a:off x="0" y="0"/>
            <a:ext cx="301500" cy="5143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1">
  <p:cSld name="CUSTOM_8_1">
    <p:spTree>
      <p:nvGrpSpPr>
        <p:cNvPr id="606" name="Shape 606"/>
        <p:cNvGrpSpPr/>
        <p:nvPr/>
      </p:nvGrpSpPr>
      <p:grpSpPr>
        <a:xfrm>
          <a:off x="0" y="0"/>
          <a:ext cx="0" cy="0"/>
          <a:chOff x="0" y="0"/>
          <a:chExt cx="0" cy="0"/>
        </a:xfrm>
      </p:grpSpPr>
      <p:sp>
        <p:nvSpPr>
          <p:cNvPr id="607" name="Google Shape;607;p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n"/>
              <a:t>‹#›</a:t>
            </a:fld>
            <a:endParaRPr/>
          </a:p>
        </p:txBody>
      </p:sp>
      <p:sp>
        <p:nvSpPr>
          <p:cNvPr id="608" name="Google Shape;608;p73"/>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73"/>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10" name="Google Shape;610;p73"/>
          <p:cNvSpPr txBox="1"/>
          <p:nvPr>
            <p:ph type="title"/>
          </p:nvPr>
        </p:nvSpPr>
        <p:spPr>
          <a:xfrm>
            <a:off x="1676549" y="2123400"/>
            <a:ext cx="2847000" cy="8967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2800"/>
              <a:buNone/>
              <a:defRPr>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
        <p:nvSpPr>
          <p:cNvPr id="611" name="Google Shape;611;p73"/>
          <p:cNvSpPr txBox="1"/>
          <p:nvPr>
            <p:ph idx="1" type="subTitle"/>
          </p:nvPr>
        </p:nvSpPr>
        <p:spPr>
          <a:xfrm flipH="1">
            <a:off x="4792272" y="1986750"/>
            <a:ext cx="2631000" cy="117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434343"/>
              </a:buClr>
              <a:buSzPts val="2800"/>
              <a:buNone/>
              <a:defRPr sz="2800">
                <a:solidFill>
                  <a:srgbClr val="434343"/>
                </a:solidFill>
              </a:defRPr>
            </a:lvl2pPr>
            <a:lvl3pPr lvl="2" rtl="0">
              <a:lnSpc>
                <a:spcPct val="100000"/>
              </a:lnSpc>
              <a:spcBef>
                <a:spcPts val="0"/>
              </a:spcBef>
              <a:spcAft>
                <a:spcPts val="0"/>
              </a:spcAft>
              <a:buClr>
                <a:srgbClr val="434343"/>
              </a:buClr>
              <a:buSzPts val="2800"/>
              <a:buNone/>
              <a:defRPr sz="2800">
                <a:solidFill>
                  <a:srgbClr val="434343"/>
                </a:solidFill>
              </a:defRPr>
            </a:lvl3pPr>
            <a:lvl4pPr lvl="3" rtl="0">
              <a:lnSpc>
                <a:spcPct val="100000"/>
              </a:lnSpc>
              <a:spcBef>
                <a:spcPts val="0"/>
              </a:spcBef>
              <a:spcAft>
                <a:spcPts val="0"/>
              </a:spcAft>
              <a:buClr>
                <a:srgbClr val="434343"/>
              </a:buClr>
              <a:buSzPts val="2800"/>
              <a:buNone/>
              <a:defRPr sz="2800">
                <a:solidFill>
                  <a:srgbClr val="434343"/>
                </a:solidFill>
              </a:defRPr>
            </a:lvl4pPr>
            <a:lvl5pPr lvl="4" rtl="0">
              <a:lnSpc>
                <a:spcPct val="100000"/>
              </a:lnSpc>
              <a:spcBef>
                <a:spcPts val="0"/>
              </a:spcBef>
              <a:spcAft>
                <a:spcPts val="0"/>
              </a:spcAft>
              <a:buClr>
                <a:srgbClr val="434343"/>
              </a:buClr>
              <a:buSzPts val="2800"/>
              <a:buNone/>
              <a:defRPr sz="2800">
                <a:solidFill>
                  <a:srgbClr val="434343"/>
                </a:solidFill>
              </a:defRPr>
            </a:lvl5pPr>
            <a:lvl6pPr lvl="5" rtl="0">
              <a:lnSpc>
                <a:spcPct val="100000"/>
              </a:lnSpc>
              <a:spcBef>
                <a:spcPts val="0"/>
              </a:spcBef>
              <a:spcAft>
                <a:spcPts val="0"/>
              </a:spcAft>
              <a:buClr>
                <a:srgbClr val="434343"/>
              </a:buClr>
              <a:buSzPts val="2800"/>
              <a:buNone/>
              <a:defRPr sz="2800">
                <a:solidFill>
                  <a:srgbClr val="434343"/>
                </a:solidFill>
              </a:defRPr>
            </a:lvl6pPr>
            <a:lvl7pPr lvl="6" rtl="0">
              <a:lnSpc>
                <a:spcPct val="100000"/>
              </a:lnSpc>
              <a:spcBef>
                <a:spcPts val="0"/>
              </a:spcBef>
              <a:spcAft>
                <a:spcPts val="0"/>
              </a:spcAft>
              <a:buClr>
                <a:srgbClr val="434343"/>
              </a:buClr>
              <a:buSzPts val="2800"/>
              <a:buNone/>
              <a:defRPr sz="2800">
                <a:solidFill>
                  <a:srgbClr val="434343"/>
                </a:solidFill>
              </a:defRPr>
            </a:lvl7pPr>
            <a:lvl8pPr lvl="7" rtl="0">
              <a:lnSpc>
                <a:spcPct val="100000"/>
              </a:lnSpc>
              <a:spcBef>
                <a:spcPts val="0"/>
              </a:spcBef>
              <a:spcAft>
                <a:spcPts val="0"/>
              </a:spcAft>
              <a:buClr>
                <a:srgbClr val="434343"/>
              </a:buClr>
              <a:buSzPts val="2800"/>
              <a:buNone/>
              <a:defRPr sz="2800">
                <a:solidFill>
                  <a:srgbClr val="434343"/>
                </a:solidFill>
              </a:defRPr>
            </a:lvl8pPr>
            <a:lvl9pPr lvl="8" rtl="0">
              <a:lnSpc>
                <a:spcPct val="100000"/>
              </a:lnSpc>
              <a:spcBef>
                <a:spcPts val="0"/>
              </a:spcBef>
              <a:spcAft>
                <a:spcPts val="0"/>
              </a:spcAft>
              <a:buClr>
                <a:srgbClr val="434343"/>
              </a:buClr>
              <a:buSzPts val="2800"/>
              <a:buNone/>
              <a:defRPr sz="2800">
                <a:solidFill>
                  <a:srgbClr val="434343"/>
                </a:solidFill>
              </a:defRPr>
            </a:lvl9pPr>
          </a:lstStyle>
          <a:p/>
        </p:txBody>
      </p:sp>
      <p:sp>
        <p:nvSpPr>
          <p:cNvPr id="612" name="Google Shape;612;p73"/>
          <p:cNvSpPr/>
          <p:nvPr/>
        </p:nvSpPr>
        <p:spPr>
          <a:xfrm flipH="1">
            <a:off x="0" y="0"/>
            <a:ext cx="4627800" cy="3099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1 1">
  <p:cSld name="CUSTOM_8_1_1">
    <p:spTree>
      <p:nvGrpSpPr>
        <p:cNvPr id="613" name="Shape 613"/>
        <p:cNvGrpSpPr/>
        <p:nvPr/>
      </p:nvGrpSpPr>
      <p:grpSpPr>
        <a:xfrm>
          <a:off x="0" y="0"/>
          <a:ext cx="0" cy="0"/>
          <a:chOff x="0" y="0"/>
          <a:chExt cx="0" cy="0"/>
        </a:xfrm>
      </p:grpSpPr>
      <p:sp>
        <p:nvSpPr>
          <p:cNvPr id="614" name="Google Shape;614;p74"/>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74"/>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16" name="Google Shape;616;p74"/>
          <p:cNvSpPr txBox="1"/>
          <p:nvPr>
            <p:ph type="title"/>
          </p:nvPr>
        </p:nvSpPr>
        <p:spPr>
          <a:xfrm flipH="1">
            <a:off x="4516092" y="2123400"/>
            <a:ext cx="2847000" cy="8967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2800"/>
              <a:buNone/>
              <a:defRPr>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
        <p:nvSpPr>
          <p:cNvPr id="617" name="Google Shape;617;p74"/>
          <p:cNvSpPr txBox="1"/>
          <p:nvPr>
            <p:ph idx="1" type="subTitle"/>
          </p:nvPr>
        </p:nvSpPr>
        <p:spPr>
          <a:xfrm>
            <a:off x="1780912" y="1986750"/>
            <a:ext cx="2466300" cy="117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434343"/>
              </a:buClr>
              <a:buSzPts val="2800"/>
              <a:buNone/>
              <a:defRPr sz="2800">
                <a:solidFill>
                  <a:srgbClr val="434343"/>
                </a:solidFill>
              </a:defRPr>
            </a:lvl2pPr>
            <a:lvl3pPr lvl="2" rtl="0">
              <a:lnSpc>
                <a:spcPct val="100000"/>
              </a:lnSpc>
              <a:spcBef>
                <a:spcPts val="0"/>
              </a:spcBef>
              <a:spcAft>
                <a:spcPts val="0"/>
              </a:spcAft>
              <a:buClr>
                <a:srgbClr val="434343"/>
              </a:buClr>
              <a:buSzPts val="2800"/>
              <a:buNone/>
              <a:defRPr sz="2800">
                <a:solidFill>
                  <a:srgbClr val="434343"/>
                </a:solidFill>
              </a:defRPr>
            </a:lvl3pPr>
            <a:lvl4pPr lvl="3" rtl="0">
              <a:lnSpc>
                <a:spcPct val="100000"/>
              </a:lnSpc>
              <a:spcBef>
                <a:spcPts val="0"/>
              </a:spcBef>
              <a:spcAft>
                <a:spcPts val="0"/>
              </a:spcAft>
              <a:buClr>
                <a:srgbClr val="434343"/>
              </a:buClr>
              <a:buSzPts val="2800"/>
              <a:buNone/>
              <a:defRPr sz="2800">
                <a:solidFill>
                  <a:srgbClr val="434343"/>
                </a:solidFill>
              </a:defRPr>
            </a:lvl4pPr>
            <a:lvl5pPr lvl="4" rtl="0">
              <a:lnSpc>
                <a:spcPct val="100000"/>
              </a:lnSpc>
              <a:spcBef>
                <a:spcPts val="0"/>
              </a:spcBef>
              <a:spcAft>
                <a:spcPts val="0"/>
              </a:spcAft>
              <a:buClr>
                <a:srgbClr val="434343"/>
              </a:buClr>
              <a:buSzPts val="2800"/>
              <a:buNone/>
              <a:defRPr sz="2800">
                <a:solidFill>
                  <a:srgbClr val="434343"/>
                </a:solidFill>
              </a:defRPr>
            </a:lvl5pPr>
            <a:lvl6pPr lvl="5" rtl="0">
              <a:lnSpc>
                <a:spcPct val="100000"/>
              </a:lnSpc>
              <a:spcBef>
                <a:spcPts val="0"/>
              </a:spcBef>
              <a:spcAft>
                <a:spcPts val="0"/>
              </a:spcAft>
              <a:buClr>
                <a:srgbClr val="434343"/>
              </a:buClr>
              <a:buSzPts val="2800"/>
              <a:buNone/>
              <a:defRPr sz="2800">
                <a:solidFill>
                  <a:srgbClr val="434343"/>
                </a:solidFill>
              </a:defRPr>
            </a:lvl6pPr>
            <a:lvl7pPr lvl="6" rtl="0">
              <a:lnSpc>
                <a:spcPct val="100000"/>
              </a:lnSpc>
              <a:spcBef>
                <a:spcPts val="0"/>
              </a:spcBef>
              <a:spcAft>
                <a:spcPts val="0"/>
              </a:spcAft>
              <a:buClr>
                <a:srgbClr val="434343"/>
              </a:buClr>
              <a:buSzPts val="2800"/>
              <a:buNone/>
              <a:defRPr sz="2800">
                <a:solidFill>
                  <a:srgbClr val="434343"/>
                </a:solidFill>
              </a:defRPr>
            </a:lvl7pPr>
            <a:lvl8pPr lvl="7" rtl="0">
              <a:lnSpc>
                <a:spcPct val="100000"/>
              </a:lnSpc>
              <a:spcBef>
                <a:spcPts val="0"/>
              </a:spcBef>
              <a:spcAft>
                <a:spcPts val="0"/>
              </a:spcAft>
              <a:buClr>
                <a:srgbClr val="434343"/>
              </a:buClr>
              <a:buSzPts val="2800"/>
              <a:buNone/>
              <a:defRPr sz="2800">
                <a:solidFill>
                  <a:srgbClr val="434343"/>
                </a:solidFill>
              </a:defRPr>
            </a:lvl8pPr>
            <a:lvl9pPr lvl="8" rtl="0">
              <a:lnSpc>
                <a:spcPct val="100000"/>
              </a:lnSpc>
              <a:spcBef>
                <a:spcPts val="0"/>
              </a:spcBef>
              <a:spcAft>
                <a:spcPts val="0"/>
              </a:spcAft>
              <a:buClr>
                <a:srgbClr val="434343"/>
              </a:buClr>
              <a:buSzPts val="2800"/>
              <a:buNone/>
              <a:defRPr sz="2800">
                <a:solidFill>
                  <a:srgbClr val="434343"/>
                </a:solidFill>
              </a:defRPr>
            </a:lvl9pPr>
          </a:lstStyle>
          <a:p/>
        </p:txBody>
      </p:sp>
      <p:sp>
        <p:nvSpPr>
          <p:cNvPr id="618" name="Google Shape;618;p74"/>
          <p:cNvSpPr/>
          <p:nvPr/>
        </p:nvSpPr>
        <p:spPr>
          <a:xfrm flipH="1">
            <a:off x="4516200" y="0"/>
            <a:ext cx="4627800" cy="3099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2 1 1 1 1">
  <p:cSld name="CUSTOM_8_1_1_1_1">
    <p:spTree>
      <p:nvGrpSpPr>
        <p:cNvPr id="619" name="Shape 619"/>
        <p:cNvGrpSpPr/>
        <p:nvPr/>
      </p:nvGrpSpPr>
      <p:grpSpPr>
        <a:xfrm>
          <a:off x="0" y="0"/>
          <a:ext cx="0" cy="0"/>
          <a:chOff x="0" y="0"/>
          <a:chExt cx="0" cy="0"/>
        </a:xfrm>
      </p:grpSpPr>
      <p:sp>
        <p:nvSpPr>
          <p:cNvPr id="620" name="Google Shape;620;p75"/>
          <p:cNvSpPr/>
          <p:nvPr/>
        </p:nvSpPr>
        <p:spPr>
          <a:xfrm>
            <a:off x="0" y="-14675"/>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75"/>
          <p:cNvSpPr/>
          <p:nvPr/>
        </p:nvSpPr>
        <p:spPr>
          <a:xfrm>
            <a:off x="0" y="978325"/>
            <a:ext cx="9144000" cy="3172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sp>
        <p:nvSpPr>
          <p:cNvPr id="622" name="Google Shape;622;p75"/>
          <p:cNvSpPr txBox="1"/>
          <p:nvPr>
            <p:ph type="title"/>
          </p:nvPr>
        </p:nvSpPr>
        <p:spPr>
          <a:xfrm flipH="1">
            <a:off x="1868707" y="2123400"/>
            <a:ext cx="5406600" cy="896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4800">
                <a:solidFill>
                  <a:srgbClr val="FFFFFF"/>
                </a:solidFill>
              </a:defRPr>
            </a:lvl1pPr>
            <a:lvl2pPr lvl="1" rtl="0" algn="r">
              <a:spcBef>
                <a:spcPts val="0"/>
              </a:spcBef>
              <a:spcAft>
                <a:spcPts val="0"/>
              </a:spcAft>
              <a:buClr>
                <a:srgbClr val="FFFFFF"/>
              </a:buClr>
              <a:buSzPts val="2800"/>
              <a:buNone/>
              <a:defRPr>
                <a:solidFill>
                  <a:srgbClr val="FFFFFF"/>
                </a:solidFill>
              </a:defRPr>
            </a:lvl2pPr>
            <a:lvl3pPr lvl="2" rtl="0" algn="r">
              <a:spcBef>
                <a:spcPts val="0"/>
              </a:spcBef>
              <a:spcAft>
                <a:spcPts val="0"/>
              </a:spcAft>
              <a:buClr>
                <a:srgbClr val="FFFFFF"/>
              </a:buClr>
              <a:buSzPts val="2800"/>
              <a:buNone/>
              <a:defRPr>
                <a:solidFill>
                  <a:srgbClr val="FFFFFF"/>
                </a:solidFill>
              </a:defRPr>
            </a:lvl3pPr>
            <a:lvl4pPr lvl="3" rtl="0" algn="r">
              <a:spcBef>
                <a:spcPts val="0"/>
              </a:spcBef>
              <a:spcAft>
                <a:spcPts val="0"/>
              </a:spcAft>
              <a:buClr>
                <a:srgbClr val="FFFFFF"/>
              </a:buClr>
              <a:buSzPts val="2800"/>
              <a:buNone/>
              <a:defRPr>
                <a:solidFill>
                  <a:srgbClr val="FFFFFF"/>
                </a:solidFill>
              </a:defRPr>
            </a:lvl4pPr>
            <a:lvl5pPr lvl="4" rtl="0" algn="r">
              <a:spcBef>
                <a:spcPts val="0"/>
              </a:spcBef>
              <a:spcAft>
                <a:spcPts val="0"/>
              </a:spcAft>
              <a:buClr>
                <a:srgbClr val="FFFFFF"/>
              </a:buClr>
              <a:buSzPts val="2800"/>
              <a:buNone/>
              <a:defRPr>
                <a:solidFill>
                  <a:srgbClr val="FFFFFF"/>
                </a:solidFill>
              </a:defRPr>
            </a:lvl5pPr>
            <a:lvl6pPr lvl="5" rtl="0" algn="r">
              <a:spcBef>
                <a:spcPts val="0"/>
              </a:spcBef>
              <a:spcAft>
                <a:spcPts val="0"/>
              </a:spcAft>
              <a:buClr>
                <a:srgbClr val="FFFFFF"/>
              </a:buClr>
              <a:buSzPts val="2800"/>
              <a:buNone/>
              <a:defRPr>
                <a:solidFill>
                  <a:srgbClr val="FFFFFF"/>
                </a:solidFill>
              </a:defRPr>
            </a:lvl6pPr>
            <a:lvl7pPr lvl="6" rtl="0" algn="r">
              <a:spcBef>
                <a:spcPts val="0"/>
              </a:spcBef>
              <a:spcAft>
                <a:spcPts val="0"/>
              </a:spcAft>
              <a:buClr>
                <a:srgbClr val="FFFFFF"/>
              </a:buClr>
              <a:buSzPts val="2800"/>
              <a:buNone/>
              <a:defRPr>
                <a:solidFill>
                  <a:srgbClr val="FFFFFF"/>
                </a:solidFill>
              </a:defRPr>
            </a:lvl7pPr>
            <a:lvl8pPr lvl="7" rtl="0" algn="r">
              <a:spcBef>
                <a:spcPts val="0"/>
              </a:spcBef>
              <a:spcAft>
                <a:spcPts val="0"/>
              </a:spcAft>
              <a:buClr>
                <a:srgbClr val="FFFFFF"/>
              </a:buClr>
              <a:buSzPts val="2800"/>
              <a:buNone/>
              <a:defRPr>
                <a:solidFill>
                  <a:srgbClr val="FFFFFF"/>
                </a:solidFill>
              </a:defRPr>
            </a:lvl8pPr>
            <a:lvl9pPr lvl="8" rtl="0" algn="r">
              <a:spcBef>
                <a:spcPts val="0"/>
              </a:spcBef>
              <a:spcAft>
                <a:spcPts val="0"/>
              </a:spcAft>
              <a:buClr>
                <a:srgbClr val="FFFFFF"/>
              </a:buClr>
              <a:buSzPts val="2800"/>
              <a:buNone/>
              <a:defRPr>
                <a:solidFill>
                  <a:srgbClr val="FFFFFF"/>
                </a:solidFill>
              </a:defRPr>
            </a:lvl9pPr>
          </a:lstStyle>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type="titleOnly">
  <p:cSld name="TITLE_ONLY">
    <p:bg>
      <p:bgPr>
        <a:noFill/>
      </p:bgPr>
    </p:bg>
    <p:spTree>
      <p:nvGrpSpPr>
        <p:cNvPr id="623" name="Shape 623"/>
        <p:cNvGrpSpPr/>
        <p:nvPr/>
      </p:nvGrpSpPr>
      <p:grpSpPr>
        <a:xfrm>
          <a:off x="0" y="0"/>
          <a:ext cx="0" cy="0"/>
          <a:chOff x="0" y="0"/>
          <a:chExt cx="0" cy="0"/>
        </a:xfrm>
      </p:grpSpPr>
      <p:sp>
        <p:nvSpPr>
          <p:cNvPr id="624" name="Google Shape;624;p76"/>
          <p:cNvSpPr/>
          <p:nvPr/>
        </p:nvSpPr>
        <p:spPr>
          <a:xfrm>
            <a:off x="4560425" y="471475"/>
            <a:ext cx="4587300" cy="4200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76"/>
          <p:cNvSpPr/>
          <p:nvPr/>
        </p:nvSpPr>
        <p:spPr>
          <a:xfrm>
            <a:off x="-7500" y="471475"/>
            <a:ext cx="4587300" cy="4200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76"/>
          <p:cNvSpPr txBox="1"/>
          <p:nvPr>
            <p:ph type="ctrTitle"/>
          </p:nvPr>
        </p:nvSpPr>
        <p:spPr>
          <a:xfrm>
            <a:off x="759125" y="600200"/>
            <a:ext cx="3343800" cy="9462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3000"/>
              <a:buNone/>
              <a:defRPr sz="3000">
                <a:solidFill>
                  <a:srgbClr val="FFFFFF"/>
                </a:solidFill>
              </a:defRPr>
            </a:lvl1pPr>
            <a:lvl2pPr lvl="1" rtl="0" algn="r">
              <a:spcBef>
                <a:spcPts val="0"/>
              </a:spcBef>
              <a:spcAft>
                <a:spcPts val="0"/>
              </a:spcAft>
              <a:buClr>
                <a:srgbClr val="FFFFFF"/>
              </a:buClr>
              <a:buSzPts val="1800"/>
              <a:buNone/>
              <a:defRPr sz="1800">
                <a:solidFill>
                  <a:srgbClr val="FFFFFF"/>
                </a:solidFill>
              </a:defRPr>
            </a:lvl2pPr>
            <a:lvl3pPr lvl="2" rtl="0" algn="r">
              <a:spcBef>
                <a:spcPts val="0"/>
              </a:spcBef>
              <a:spcAft>
                <a:spcPts val="0"/>
              </a:spcAft>
              <a:buClr>
                <a:srgbClr val="FFFFFF"/>
              </a:buClr>
              <a:buSzPts val="1800"/>
              <a:buNone/>
              <a:defRPr sz="1800">
                <a:solidFill>
                  <a:srgbClr val="FFFFFF"/>
                </a:solidFill>
              </a:defRPr>
            </a:lvl3pPr>
            <a:lvl4pPr lvl="3" rtl="0" algn="r">
              <a:spcBef>
                <a:spcPts val="0"/>
              </a:spcBef>
              <a:spcAft>
                <a:spcPts val="0"/>
              </a:spcAft>
              <a:buClr>
                <a:srgbClr val="FFFFFF"/>
              </a:buClr>
              <a:buSzPts val="1800"/>
              <a:buNone/>
              <a:defRPr sz="1800">
                <a:solidFill>
                  <a:srgbClr val="FFFFFF"/>
                </a:solidFill>
              </a:defRPr>
            </a:lvl4pPr>
            <a:lvl5pPr lvl="4" rtl="0" algn="r">
              <a:spcBef>
                <a:spcPts val="0"/>
              </a:spcBef>
              <a:spcAft>
                <a:spcPts val="0"/>
              </a:spcAft>
              <a:buClr>
                <a:srgbClr val="FFFFFF"/>
              </a:buClr>
              <a:buSzPts val="1800"/>
              <a:buNone/>
              <a:defRPr sz="1800">
                <a:solidFill>
                  <a:srgbClr val="FFFFFF"/>
                </a:solidFill>
              </a:defRPr>
            </a:lvl5pPr>
            <a:lvl6pPr lvl="5" rtl="0" algn="r">
              <a:spcBef>
                <a:spcPts val="0"/>
              </a:spcBef>
              <a:spcAft>
                <a:spcPts val="0"/>
              </a:spcAft>
              <a:buClr>
                <a:srgbClr val="FFFFFF"/>
              </a:buClr>
              <a:buSzPts val="1800"/>
              <a:buNone/>
              <a:defRPr sz="1800">
                <a:solidFill>
                  <a:srgbClr val="FFFFFF"/>
                </a:solidFill>
              </a:defRPr>
            </a:lvl6pPr>
            <a:lvl7pPr lvl="6" rtl="0" algn="r">
              <a:spcBef>
                <a:spcPts val="0"/>
              </a:spcBef>
              <a:spcAft>
                <a:spcPts val="0"/>
              </a:spcAft>
              <a:buClr>
                <a:srgbClr val="FFFFFF"/>
              </a:buClr>
              <a:buSzPts val="1800"/>
              <a:buNone/>
              <a:defRPr sz="1800">
                <a:solidFill>
                  <a:srgbClr val="FFFFFF"/>
                </a:solidFill>
              </a:defRPr>
            </a:lvl7pPr>
            <a:lvl8pPr lvl="7" rtl="0" algn="r">
              <a:spcBef>
                <a:spcPts val="0"/>
              </a:spcBef>
              <a:spcAft>
                <a:spcPts val="0"/>
              </a:spcAft>
              <a:buClr>
                <a:srgbClr val="FFFFFF"/>
              </a:buClr>
              <a:buSzPts val="1800"/>
              <a:buNone/>
              <a:defRPr sz="1800">
                <a:solidFill>
                  <a:srgbClr val="FFFFFF"/>
                </a:solidFill>
              </a:defRPr>
            </a:lvl8pPr>
            <a:lvl9pPr lvl="8" rtl="0" algn="r">
              <a:spcBef>
                <a:spcPts val="0"/>
              </a:spcBef>
              <a:spcAft>
                <a:spcPts val="0"/>
              </a:spcAft>
              <a:buClr>
                <a:srgbClr val="FFFFFF"/>
              </a:buClr>
              <a:buSzPts val="1800"/>
              <a:buNone/>
              <a:defRPr sz="1800">
                <a:solidFill>
                  <a:srgbClr val="FFFFFF"/>
                </a:solidFill>
              </a:defRPr>
            </a:lvl9pPr>
          </a:lstStyle>
          <a:p/>
        </p:txBody>
      </p:sp>
      <p:sp>
        <p:nvSpPr>
          <p:cNvPr id="627" name="Google Shape;627;p76"/>
          <p:cNvSpPr txBox="1"/>
          <p:nvPr>
            <p:ph idx="1" type="subTitle"/>
          </p:nvPr>
        </p:nvSpPr>
        <p:spPr>
          <a:xfrm>
            <a:off x="759113" y="303265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28" name="Google Shape;628;p76"/>
          <p:cNvSpPr txBox="1"/>
          <p:nvPr>
            <p:ph idx="2" type="subTitle"/>
          </p:nvPr>
        </p:nvSpPr>
        <p:spPr>
          <a:xfrm>
            <a:off x="5411863" y="303265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29" name="Google Shape;629;p76"/>
          <p:cNvSpPr txBox="1"/>
          <p:nvPr>
            <p:ph idx="3" type="ctrTitle"/>
          </p:nvPr>
        </p:nvSpPr>
        <p:spPr>
          <a:xfrm>
            <a:off x="792969" y="2211450"/>
            <a:ext cx="2797200" cy="644700"/>
          </a:xfrm>
          <a:prstGeom prst="rect">
            <a:avLst/>
          </a:prstGeom>
          <a:ln cap="flat" cmpd="sng" w="19050">
            <a:solidFill>
              <a:srgbClr val="FFFFFF"/>
            </a:solidFill>
            <a:prstDash val="solid"/>
            <a:round/>
            <a:headEnd len="sm" w="sm" type="none"/>
            <a:tailEnd len="sm" w="sm" type="none"/>
          </a:ln>
        </p:spPr>
        <p:txBody>
          <a:bodyPr anchorCtr="0" anchor="b" bIns="91425" lIns="91425" spcFirstLastPara="1" rIns="91425" wrap="square" tIns="91425">
            <a:noAutofit/>
          </a:bodyPr>
          <a:lstStyle>
            <a:lvl1pPr lvl="0"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30" name="Google Shape;630;p76"/>
          <p:cNvSpPr txBox="1"/>
          <p:nvPr>
            <p:ph idx="4" type="ctrTitle"/>
          </p:nvPr>
        </p:nvSpPr>
        <p:spPr>
          <a:xfrm>
            <a:off x="5445719" y="2211450"/>
            <a:ext cx="2797200" cy="644700"/>
          </a:xfrm>
          <a:prstGeom prst="rect">
            <a:avLst/>
          </a:prstGeom>
          <a:ln cap="flat" cmpd="sng" w="19050">
            <a:solidFill>
              <a:srgbClr val="FFFFFF"/>
            </a:solidFill>
            <a:prstDash val="solid"/>
            <a:round/>
            <a:headEnd len="sm" w="sm" type="none"/>
            <a:tailEnd len="sm" w="sm" type="none"/>
          </a:ln>
        </p:spPr>
        <p:txBody>
          <a:bodyPr anchorCtr="0" anchor="b" bIns="91425" lIns="91425" spcFirstLastPara="1" rIns="91425" wrap="square" tIns="91425">
            <a:noAutofit/>
          </a:bodyPr>
          <a:lstStyle>
            <a:lvl1pPr lvl="0"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grpSp>
        <p:nvGrpSpPr>
          <p:cNvPr id="631" name="Google Shape;631;p76"/>
          <p:cNvGrpSpPr/>
          <p:nvPr/>
        </p:nvGrpSpPr>
        <p:grpSpPr>
          <a:xfrm>
            <a:off x="4576072" y="4075"/>
            <a:ext cx="392700" cy="5157600"/>
            <a:chOff x="3047922" y="4075"/>
            <a:chExt cx="392700" cy="5157600"/>
          </a:xfrm>
        </p:grpSpPr>
        <p:sp>
          <p:nvSpPr>
            <p:cNvPr id="632" name="Google Shape;632;p76"/>
            <p:cNvSpPr/>
            <p:nvPr/>
          </p:nvSpPr>
          <p:spPr>
            <a:xfrm rot="5400000">
              <a:off x="3017322" y="2373000"/>
              <a:ext cx="453900" cy="3927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 name="Google Shape;633;p76"/>
            <p:cNvCxnSpPr/>
            <p:nvPr/>
          </p:nvCxnSpPr>
          <p:spPr>
            <a:xfrm>
              <a:off x="3053725" y="4075"/>
              <a:ext cx="0" cy="5157600"/>
            </a:xfrm>
            <a:prstGeom prst="straightConnector1">
              <a:avLst/>
            </a:prstGeom>
            <a:noFill/>
            <a:ln cap="flat" cmpd="sng" w="28575">
              <a:solidFill>
                <a:srgbClr val="FFFFFF"/>
              </a:solidFill>
              <a:prstDash val="solid"/>
              <a:round/>
              <a:headEnd len="med" w="med" type="none"/>
              <a:tailEnd len="med" w="med" type="none"/>
            </a:ln>
          </p:spPr>
        </p:cxnSp>
      </p:grpSp>
    </p:spTree>
  </p:cSld>
  <p:clrMapOvr>
    <a:masterClrMapping/>
  </p:clrMapOvr>
  <p:extLst>
    <p:ext uri="{DCECCB84-F9BA-43D5-87BE-67443E8EF086}">
      <p15:sldGuideLst>
        <p15:guide id="1" orient="horz" pos="1620">
          <p15:clr>
            <a:srgbClr val="FA7B17"/>
          </p15:clr>
        </p15:guide>
      </p15:sldGuideLst>
    </p:ext>
  </p:extLst>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3">
  <p:cSld name="TITLE_ONLY_3">
    <p:bg>
      <p:bgPr>
        <a:noFill/>
      </p:bgPr>
    </p:bg>
    <p:spTree>
      <p:nvGrpSpPr>
        <p:cNvPr id="634" name="Shape 634"/>
        <p:cNvGrpSpPr/>
        <p:nvPr/>
      </p:nvGrpSpPr>
      <p:grpSpPr>
        <a:xfrm>
          <a:off x="0" y="0"/>
          <a:ext cx="0" cy="0"/>
          <a:chOff x="0" y="0"/>
          <a:chExt cx="0" cy="0"/>
        </a:xfrm>
      </p:grpSpPr>
      <p:sp>
        <p:nvSpPr>
          <p:cNvPr id="635" name="Google Shape;635;p77"/>
          <p:cNvSpPr/>
          <p:nvPr/>
        </p:nvSpPr>
        <p:spPr>
          <a:xfrm>
            <a:off x="4560425" y="-7025"/>
            <a:ext cx="4587300" cy="5157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77"/>
          <p:cNvSpPr/>
          <p:nvPr/>
        </p:nvSpPr>
        <p:spPr>
          <a:xfrm>
            <a:off x="-7500" y="-7025"/>
            <a:ext cx="4567800" cy="5157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77"/>
          <p:cNvSpPr txBox="1"/>
          <p:nvPr>
            <p:ph type="ctrTitle"/>
          </p:nvPr>
        </p:nvSpPr>
        <p:spPr>
          <a:xfrm>
            <a:off x="2146200" y="600200"/>
            <a:ext cx="48516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3600"/>
              <a:buNone/>
              <a:defRPr sz="3600">
                <a:solidFill>
                  <a:srgbClr val="FFFFFF"/>
                </a:solidFill>
              </a:defRPr>
            </a:lvl1pPr>
            <a:lvl2pPr lvl="1" rtl="0" algn="r">
              <a:spcBef>
                <a:spcPts val="0"/>
              </a:spcBef>
              <a:spcAft>
                <a:spcPts val="0"/>
              </a:spcAft>
              <a:buClr>
                <a:srgbClr val="FFFFFF"/>
              </a:buClr>
              <a:buSzPts val="1800"/>
              <a:buNone/>
              <a:defRPr sz="1800">
                <a:solidFill>
                  <a:srgbClr val="FFFFFF"/>
                </a:solidFill>
              </a:defRPr>
            </a:lvl2pPr>
            <a:lvl3pPr lvl="2" rtl="0" algn="r">
              <a:spcBef>
                <a:spcPts val="0"/>
              </a:spcBef>
              <a:spcAft>
                <a:spcPts val="0"/>
              </a:spcAft>
              <a:buClr>
                <a:srgbClr val="FFFFFF"/>
              </a:buClr>
              <a:buSzPts val="1800"/>
              <a:buNone/>
              <a:defRPr sz="1800">
                <a:solidFill>
                  <a:srgbClr val="FFFFFF"/>
                </a:solidFill>
              </a:defRPr>
            </a:lvl3pPr>
            <a:lvl4pPr lvl="3" rtl="0" algn="r">
              <a:spcBef>
                <a:spcPts val="0"/>
              </a:spcBef>
              <a:spcAft>
                <a:spcPts val="0"/>
              </a:spcAft>
              <a:buClr>
                <a:srgbClr val="FFFFFF"/>
              </a:buClr>
              <a:buSzPts val="1800"/>
              <a:buNone/>
              <a:defRPr sz="1800">
                <a:solidFill>
                  <a:srgbClr val="FFFFFF"/>
                </a:solidFill>
              </a:defRPr>
            </a:lvl4pPr>
            <a:lvl5pPr lvl="4" rtl="0" algn="r">
              <a:spcBef>
                <a:spcPts val="0"/>
              </a:spcBef>
              <a:spcAft>
                <a:spcPts val="0"/>
              </a:spcAft>
              <a:buClr>
                <a:srgbClr val="FFFFFF"/>
              </a:buClr>
              <a:buSzPts val="1800"/>
              <a:buNone/>
              <a:defRPr sz="1800">
                <a:solidFill>
                  <a:srgbClr val="FFFFFF"/>
                </a:solidFill>
              </a:defRPr>
            </a:lvl5pPr>
            <a:lvl6pPr lvl="5" rtl="0" algn="r">
              <a:spcBef>
                <a:spcPts val="0"/>
              </a:spcBef>
              <a:spcAft>
                <a:spcPts val="0"/>
              </a:spcAft>
              <a:buClr>
                <a:srgbClr val="FFFFFF"/>
              </a:buClr>
              <a:buSzPts val="1800"/>
              <a:buNone/>
              <a:defRPr sz="1800">
                <a:solidFill>
                  <a:srgbClr val="FFFFFF"/>
                </a:solidFill>
              </a:defRPr>
            </a:lvl6pPr>
            <a:lvl7pPr lvl="6" rtl="0" algn="r">
              <a:spcBef>
                <a:spcPts val="0"/>
              </a:spcBef>
              <a:spcAft>
                <a:spcPts val="0"/>
              </a:spcAft>
              <a:buClr>
                <a:srgbClr val="FFFFFF"/>
              </a:buClr>
              <a:buSzPts val="1800"/>
              <a:buNone/>
              <a:defRPr sz="1800">
                <a:solidFill>
                  <a:srgbClr val="FFFFFF"/>
                </a:solidFill>
              </a:defRPr>
            </a:lvl7pPr>
            <a:lvl8pPr lvl="7" rtl="0" algn="r">
              <a:spcBef>
                <a:spcPts val="0"/>
              </a:spcBef>
              <a:spcAft>
                <a:spcPts val="0"/>
              </a:spcAft>
              <a:buClr>
                <a:srgbClr val="FFFFFF"/>
              </a:buClr>
              <a:buSzPts val="1800"/>
              <a:buNone/>
              <a:defRPr sz="1800">
                <a:solidFill>
                  <a:srgbClr val="FFFFFF"/>
                </a:solidFill>
              </a:defRPr>
            </a:lvl8pPr>
            <a:lvl9pPr lvl="8" rtl="0" algn="r">
              <a:spcBef>
                <a:spcPts val="0"/>
              </a:spcBef>
              <a:spcAft>
                <a:spcPts val="0"/>
              </a:spcAft>
              <a:buClr>
                <a:srgbClr val="FFFFFF"/>
              </a:buClr>
              <a:buSzPts val="1800"/>
              <a:buNone/>
              <a:defRPr sz="1800">
                <a:solidFill>
                  <a:srgbClr val="FFFFFF"/>
                </a:solidFill>
              </a:defRPr>
            </a:lvl9pPr>
          </a:lstStyle>
          <a:p/>
        </p:txBody>
      </p:sp>
      <p:sp>
        <p:nvSpPr>
          <p:cNvPr id="638" name="Google Shape;638;p77"/>
          <p:cNvSpPr txBox="1"/>
          <p:nvPr>
            <p:ph idx="1" type="subTitle"/>
          </p:nvPr>
        </p:nvSpPr>
        <p:spPr>
          <a:xfrm>
            <a:off x="759113" y="233750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39" name="Google Shape;639;p77"/>
          <p:cNvSpPr txBox="1"/>
          <p:nvPr>
            <p:ph idx="2" type="subTitle"/>
          </p:nvPr>
        </p:nvSpPr>
        <p:spPr>
          <a:xfrm>
            <a:off x="5411863" y="2337500"/>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40" name="Google Shape;640;p77"/>
          <p:cNvSpPr/>
          <p:nvPr/>
        </p:nvSpPr>
        <p:spPr>
          <a:xfrm rot="5400000">
            <a:off x="4545472" y="2860425"/>
            <a:ext cx="453900" cy="392700"/>
          </a:xfrm>
          <a:prstGeom prst="triangle">
            <a:avLst>
              <a:gd fmla="val 50000"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orient="horz" pos="1620">
          <p15:clr>
            <a:srgbClr val="FA7B17"/>
          </p15:clr>
        </p15:guide>
      </p15:sldGuideLst>
    </p:ext>
  </p:extLst>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TITLE_ONLY_2">
    <p:bg>
      <p:bgPr>
        <a:noFill/>
      </p:bgPr>
    </p:bg>
    <p:spTree>
      <p:nvGrpSpPr>
        <p:cNvPr id="641" name="Shape 641"/>
        <p:cNvGrpSpPr/>
        <p:nvPr/>
      </p:nvGrpSpPr>
      <p:grpSpPr>
        <a:xfrm>
          <a:off x="0" y="0"/>
          <a:ext cx="0" cy="0"/>
          <a:chOff x="0" y="0"/>
          <a:chExt cx="0" cy="0"/>
        </a:xfrm>
      </p:grpSpPr>
      <p:sp>
        <p:nvSpPr>
          <p:cNvPr id="642" name="Google Shape;642;p78"/>
          <p:cNvSpPr/>
          <p:nvPr/>
        </p:nvSpPr>
        <p:spPr>
          <a:xfrm>
            <a:off x="4773188" y="1362900"/>
            <a:ext cx="3094673" cy="3781988"/>
          </a:xfrm>
          <a:custGeom>
            <a:rect b="b" l="l" r="r" t="t"/>
            <a:pathLst>
              <a:path extrusionOk="0" h="4959984" w="3429000">
                <a:moveTo>
                  <a:pt x="3428822" y="4959629"/>
                </a:moveTo>
                <a:lnTo>
                  <a:pt x="0" y="4959629"/>
                </a:lnTo>
                <a:lnTo>
                  <a:pt x="0" y="0"/>
                </a:lnTo>
                <a:lnTo>
                  <a:pt x="3428822" y="0"/>
                </a:lnTo>
                <a:lnTo>
                  <a:pt x="3428822" y="4959629"/>
                </a:lnTo>
                <a:close/>
              </a:path>
            </a:pathLst>
          </a:custGeom>
          <a:solidFill>
            <a:srgbClr val="E65463">
              <a:alpha val="84980"/>
            </a:srgbClr>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3" name="Google Shape;643;p78"/>
          <p:cNvSpPr/>
          <p:nvPr/>
        </p:nvSpPr>
        <p:spPr>
          <a:xfrm>
            <a:off x="1276113" y="1362900"/>
            <a:ext cx="3094673" cy="3781988"/>
          </a:xfrm>
          <a:custGeom>
            <a:rect b="b" l="l" r="r" t="t"/>
            <a:pathLst>
              <a:path extrusionOk="0" h="4959984" w="3429000">
                <a:moveTo>
                  <a:pt x="3428822" y="4959629"/>
                </a:moveTo>
                <a:lnTo>
                  <a:pt x="0" y="4959629"/>
                </a:lnTo>
                <a:lnTo>
                  <a:pt x="0" y="0"/>
                </a:lnTo>
                <a:lnTo>
                  <a:pt x="3428822" y="0"/>
                </a:lnTo>
                <a:lnTo>
                  <a:pt x="3428822" y="4959629"/>
                </a:lnTo>
                <a:close/>
              </a:path>
            </a:pathLst>
          </a:custGeom>
          <a:solidFill>
            <a:srgbClr val="E65463">
              <a:alpha val="84980"/>
            </a:srgbClr>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4" name="Google Shape;644;p78"/>
          <p:cNvSpPr txBox="1"/>
          <p:nvPr>
            <p:ph type="ctrTitle"/>
          </p:nvPr>
        </p:nvSpPr>
        <p:spPr>
          <a:xfrm>
            <a:off x="1348450" y="225175"/>
            <a:ext cx="64470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3000"/>
              <a:buNone/>
              <a:defRPr sz="3000">
                <a:solidFill>
                  <a:srgbClr val="413B49"/>
                </a:solidFill>
              </a:defRPr>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645" name="Google Shape;645;p78"/>
          <p:cNvSpPr txBox="1"/>
          <p:nvPr>
            <p:ph idx="1" type="subTitle"/>
          </p:nvPr>
        </p:nvSpPr>
        <p:spPr>
          <a:xfrm>
            <a:off x="1513750" y="298540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46" name="Google Shape;646;p78"/>
          <p:cNvSpPr txBox="1"/>
          <p:nvPr>
            <p:ph idx="2" type="subTitle"/>
          </p:nvPr>
        </p:nvSpPr>
        <p:spPr>
          <a:xfrm>
            <a:off x="5010875" y="298540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47" name="Google Shape;647;p78"/>
          <p:cNvSpPr txBox="1"/>
          <p:nvPr>
            <p:ph idx="3" type="ctrTitle"/>
          </p:nvPr>
        </p:nvSpPr>
        <p:spPr>
          <a:xfrm>
            <a:off x="1513756" y="234070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48" name="Google Shape;648;p78"/>
          <p:cNvSpPr txBox="1"/>
          <p:nvPr>
            <p:ph idx="4" type="ctrTitle"/>
          </p:nvPr>
        </p:nvSpPr>
        <p:spPr>
          <a:xfrm>
            <a:off x="5010881" y="234070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49" name="Google Shape;649;p78"/>
          <p:cNvSpPr/>
          <p:nvPr/>
        </p:nvSpPr>
        <p:spPr>
          <a:xfrm flipH="1">
            <a:off x="142275" y="1230300"/>
            <a:ext cx="272700" cy="3913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650" name="Google Shape;650;p78"/>
          <p:cNvSpPr/>
          <p:nvPr/>
        </p:nvSpPr>
        <p:spPr>
          <a:xfrm flipH="1">
            <a:off x="0" y="0"/>
            <a:ext cx="272700" cy="5143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1">
  <p:cSld name="TITLE_ONLY_2_1">
    <p:bg>
      <p:bgPr>
        <a:noFill/>
      </p:bgPr>
    </p:bg>
    <p:spTree>
      <p:nvGrpSpPr>
        <p:cNvPr id="651" name="Shape 651"/>
        <p:cNvGrpSpPr/>
        <p:nvPr/>
      </p:nvGrpSpPr>
      <p:grpSpPr>
        <a:xfrm>
          <a:off x="0" y="0"/>
          <a:ext cx="0" cy="0"/>
          <a:chOff x="0" y="0"/>
          <a:chExt cx="0" cy="0"/>
        </a:xfrm>
      </p:grpSpPr>
      <p:sp>
        <p:nvSpPr>
          <p:cNvPr id="652" name="Google Shape;652;p79"/>
          <p:cNvSpPr/>
          <p:nvPr/>
        </p:nvSpPr>
        <p:spPr>
          <a:xfrm>
            <a:off x="0" y="1257350"/>
            <a:ext cx="9146858" cy="3459589"/>
          </a:xfrm>
          <a:custGeom>
            <a:rect b="b" l="l" r="r" t="t"/>
            <a:pathLst>
              <a:path extrusionOk="0" h="4959984" w="3429000">
                <a:moveTo>
                  <a:pt x="3428822" y="4959629"/>
                </a:moveTo>
                <a:lnTo>
                  <a:pt x="0" y="4959629"/>
                </a:lnTo>
                <a:lnTo>
                  <a:pt x="0" y="0"/>
                </a:lnTo>
                <a:lnTo>
                  <a:pt x="3428822" y="0"/>
                </a:lnTo>
                <a:lnTo>
                  <a:pt x="3428822" y="4959629"/>
                </a:lnTo>
                <a:close/>
              </a:path>
            </a:pathLst>
          </a:custGeom>
          <a:solidFill>
            <a:srgbClr val="E65463">
              <a:alpha val="84980"/>
            </a:srgbClr>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53" name="Google Shape;653;p79"/>
          <p:cNvSpPr txBox="1"/>
          <p:nvPr>
            <p:ph type="ctrTitle"/>
          </p:nvPr>
        </p:nvSpPr>
        <p:spPr>
          <a:xfrm>
            <a:off x="1348450" y="225175"/>
            <a:ext cx="64470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3000"/>
              <a:buNone/>
              <a:defRPr sz="3000">
                <a:solidFill>
                  <a:srgbClr val="413B49"/>
                </a:solidFill>
              </a:defRPr>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654" name="Google Shape;654;p79"/>
          <p:cNvSpPr txBox="1"/>
          <p:nvPr>
            <p:ph idx="1" type="subTitle"/>
          </p:nvPr>
        </p:nvSpPr>
        <p:spPr>
          <a:xfrm>
            <a:off x="464600" y="288325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55" name="Google Shape;655;p79"/>
          <p:cNvSpPr txBox="1"/>
          <p:nvPr>
            <p:ph idx="2" type="subTitle"/>
          </p:nvPr>
        </p:nvSpPr>
        <p:spPr>
          <a:xfrm>
            <a:off x="3262350" y="288325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56" name="Google Shape;656;p79"/>
          <p:cNvSpPr txBox="1"/>
          <p:nvPr>
            <p:ph idx="3" type="ctrTitle"/>
          </p:nvPr>
        </p:nvSpPr>
        <p:spPr>
          <a:xfrm>
            <a:off x="464606" y="223855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57" name="Google Shape;657;p79"/>
          <p:cNvSpPr txBox="1"/>
          <p:nvPr>
            <p:ph idx="4" type="ctrTitle"/>
          </p:nvPr>
        </p:nvSpPr>
        <p:spPr>
          <a:xfrm>
            <a:off x="3262356" y="223855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
        <p:nvSpPr>
          <p:cNvPr id="658" name="Google Shape;658;p79"/>
          <p:cNvSpPr txBox="1"/>
          <p:nvPr>
            <p:ph idx="5" type="subTitle"/>
          </p:nvPr>
        </p:nvSpPr>
        <p:spPr>
          <a:xfrm>
            <a:off x="6060100" y="2883250"/>
            <a:ext cx="26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59" name="Google Shape;659;p79"/>
          <p:cNvSpPr txBox="1"/>
          <p:nvPr>
            <p:ph idx="6" type="ctrTitle"/>
          </p:nvPr>
        </p:nvSpPr>
        <p:spPr>
          <a:xfrm>
            <a:off x="6060106" y="2238550"/>
            <a:ext cx="2619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1pPr>
            <a:lvl2pPr lvl="1"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FFFF"/>
              </a:buClr>
              <a:buSzPts val="1600"/>
              <a:buFont typeface="Fira Sans Condensed Medium"/>
              <a:buNone/>
              <a:defRPr sz="1600">
                <a:solidFill>
                  <a:srgbClr val="FFFFFF"/>
                </a:solidFill>
                <a:latin typeface="Fira Sans Condensed Medium"/>
                <a:ea typeface="Fira Sans Condensed Medium"/>
                <a:cs typeface="Fira Sans Condensed Medium"/>
                <a:sym typeface="Fira Sans Condensed Medium"/>
              </a:defRPr>
            </a:lvl9pPr>
          </a:lstStyle>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1">
  <p:cSld name="TITLE_ONLY_1_1">
    <p:bg>
      <p:bgPr>
        <a:noFill/>
      </p:bgPr>
    </p:bg>
    <p:spTree>
      <p:nvGrpSpPr>
        <p:cNvPr id="660" name="Shape 660"/>
        <p:cNvGrpSpPr/>
        <p:nvPr/>
      </p:nvGrpSpPr>
      <p:grpSpPr>
        <a:xfrm>
          <a:off x="0" y="0"/>
          <a:ext cx="0" cy="0"/>
          <a:chOff x="0" y="0"/>
          <a:chExt cx="0" cy="0"/>
        </a:xfrm>
      </p:grpSpPr>
      <p:sp>
        <p:nvSpPr>
          <p:cNvPr id="661" name="Google Shape;661;p80"/>
          <p:cNvSpPr/>
          <p:nvPr/>
        </p:nvSpPr>
        <p:spPr>
          <a:xfrm>
            <a:off x="75" y="469725"/>
            <a:ext cx="3048000" cy="4199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80"/>
          <p:cNvSpPr/>
          <p:nvPr/>
        </p:nvSpPr>
        <p:spPr>
          <a:xfrm>
            <a:off x="3050200" y="470909"/>
            <a:ext cx="3048000" cy="41994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80"/>
          <p:cNvSpPr/>
          <p:nvPr/>
        </p:nvSpPr>
        <p:spPr>
          <a:xfrm>
            <a:off x="6095925" y="469725"/>
            <a:ext cx="3048000" cy="4199400"/>
          </a:xfrm>
          <a:prstGeom prst="rect">
            <a:avLst/>
          </a:prstGeom>
          <a:solidFill>
            <a:srgbClr val="AE3F4A">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80"/>
          <p:cNvGrpSpPr/>
          <p:nvPr/>
        </p:nvGrpSpPr>
        <p:grpSpPr>
          <a:xfrm>
            <a:off x="3047997" y="4075"/>
            <a:ext cx="3440775" cy="5157600"/>
            <a:chOff x="3047922" y="4075"/>
            <a:chExt cx="3440775" cy="5157600"/>
          </a:xfrm>
        </p:grpSpPr>
        <p:grpSp>
          <p:nvGrpSpPr>
            <p:cNvPr id="665" name="Google Shape;665;p80"/>
            <p:cNvGrpSpPr/>
            <p:nvPr/>
          </p:nvGrpSpPr>
          <p:grpSpPr>
            <a:xfrm>
              <a:off x="3047922" y="4075"/>
              <a:ext cx="3440775" cy="5157600"/>
              <a:chOff x="3047922" y="4075"/>
              <a:chExt cx="3440775" cy="5157600"/>
            </a:xfrm>
          </p:grpSpPr>
          <p:grpSp>
            <p:nvGrpSpPr>
              <p:cNvPr id="666" name="Google Shape;666;p80"/>
              <p:cNvGrpSpPr/>
              <p:nvPr/>
            </p:nvGrpSpPr>
            <p:grpSpPr>
              <a:xfrm>
                <a:off x="3047922" y="2342400"/>
                <a:ext cx="3440775" cy="453900"/>
                <a:chOff x="3047922" y="2342400"/>
                <a:chExt cx="3440775" cy="453900"/>
              </a:xfrm>
            </p:grpSpPr>
            <p:sp>
              <p:nvSpPr>
                <p:cNvPr id="667" name="Google Shape;667;p80"/>
                <p:cNvSpPr/>
                <p:nvPr/>
              </p:nvSpPr>
              <p:spPr>
                <a:xfrm rot="5400000">
                  <a:off x="3017322" y="2373000"/>
                  <a:ext cx="453900" cy="3927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80"/>
                <p:cNvSpPr/>
                <p:nvPr/>
              </p:nvSpPr>
              <p:spPr>
                <a:xfrm rot="5400000">
                  <a:off x="6065397" y="2373000"/>
                  <a:ext cx="453900" cy="3927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69" name="Google Shape;669;p80"/>
              <p:cNvCxnSpPr/>
              <p:nvPr/>
            </p:nvCxnSpPr>
            <p:spPr>
              <a:xfrm>
                <a:off x="3053725" y="4075"/>
                <a:ext cx="0" cy="5157600"/>
              </a:xfrm>
              <a:prstGeom prst="straightConnector1">
                <a:avLst/>
              </a:prstGeom>
              <a:noFill/>
              <a:ln cap="flat" cmpd="sng" w="28575">
                <a:solidFill>
                  <a:srgbClr val="FFFFFF"/>
                </a:solidFill>
                <a:prstDash val="solid"/>
                <a:round/>
                <a:headEnd len="med" w="med" type="none"/>
                <a:tailEnd len="med" w="med" type="none"/>
              </a:ln>
            </p:spPr>
          </p:cxnSp>
        </p:grpSp>
        <p:cxnSp>
          <p:nvCxnSpPr>
            <p:cNvPr id="670" name="Google Shape;670;p80"/>
            <p:cNvCxnSpPr/>
            <p:nvPr/>
          </p:nvCxnSpPr>
          <p:spPr>
            <a:xfrm>
              <a:off x="6100425" y="4075"/>
              <a:ext cx="0" cy="5157600"/>
            </a:xfrm>
            <a:prstGeom prst="straightConnector1">
              <a:avLst/>
            </a:prstGeom>
            <a:noFill/>
            <a:ln cap="flat" cmpd="sng" w="28575">
              <a:solidFill>
                <a:srgbClr val="FFFFFF"/>
              </a:solidFill>
              <a:prstDash val="solid"/>
              <a:round/>
              <a:headEnd len="med" w="med" type="none"/>
              <a:tailEnd len="med" w="med" type="none"/>
            </a:ln>
          </p:spPr>
        </p:cxnSp>
      </p:grpSp>
      <p:sp>
        <p:nvSpPr>
          <p:cNvPr id="671" name="Google Shape;671;p80"/>
          <p:cNvSpPr txBox="1"/>
          <p:nvPr>
            <p:ph type="ctrTitle"/>
          </p:nvPr>
        </p:nvSpPr>
        <p:spPr>
          <a:xfrm>
            <a:off x="3043625" y="600200"/>
            <a:ext cx="29385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r">
              <a:spcBef>
                <a:spcPts val="0"/>
              </a:spcBef>
              <a:spcAft>
                <a:spcPts val="0"/>
              </a:spcAft>
              <a:buClr>
                <a:srgbClr val="FFFFFF"/>
              </a:buClr>
              <a:buSzPts val="1800"/>
              <a:buNone/>
              <a:defRPr sz="1800">
                <a:solidFill>
                  <a:srgbClr val="FFFFFF"/>
                </a:solidFill>
              </a:defRPr>
            </a:lvl2pPr>
            <a:lvl3pPr lvl="2" rtl="0" algn="r">
              <a:spcBef>
                <a:spcPts val="0"/>
              </a:spcBef>
              <a:spcAft>
                <a:spcPts val="0"/>
              </a:spcAft>
              <a:buClr>
                <a:srgbClr val="FFFFFF"/>
              </a:buClr>
              <a:buSzPts val="1800"/>
              <a:buNone/>
              <a:defRPr sz="1800">
                <a:solidFill>
                  <a:srgbClr val="FFFFFF"/>
                </a:solidFill>
              </a:defRPr>
            </a:lvl3pPr>
            <a:lvl4pPr lvl="3" rtl="0" algn="r">
              <a:spcBef>
                <a:spcPts val="0"/>
              </a:spcBef>
              <a:spcAft>
                <a:spcPts val="0"/>
              </a:spcAft>
              <a:buClr>
                <a:srgbClr val="FFFFFF"/>
              </a:buClr>
              <a:buSzPts val="1800"/>
              <a:buNone/>
              <a:defRPr sz="1800">
                <a:solidFill>
                  <a:srgbClr val="FFFFFF"/>
                </a:solidFill>
              </a:defRPr>
            </a:lvl4pPr>
            <a:lvl5pPr lvl="4" rtl="0" algn="r">
              <a:spcBef>
                <a:spcPts val="0"/>
              </a:spcBef>
              <a:spcAft>
                <a:spcPts val="0"/>
              </a:spcAft>
              <a:buClr>
                <a:srgbClr val="FFFFFF"/>
              </a:buClr>
              <a:buSzPts val="1800"/>
              <a:buNone/>
              <a:defRPr sz="1800">
                <a:solidFill>
                  <a:srgbClr val="FFFFFF"/>
                </a:solidFill>
              </a:defRPr>
            </a:lvl5pPr>
            <a:lvl6pPr lvl="5" rtl="0" algn="r">
              <a:spcBef>
                <a:spcPts val="0"/>
              </a:spcBef>
              <a:spcAft>
                <a:spcPts val="0"/>
              </a:spcAft>
              <a:buClr>
                <a:srgbClr val="FFFFFF"/>
              </a:buClr>
              <a:buSzPts val="1800"/>
              <a:buNone/>
              <a:defRPr sz="1800">
                <a:solidFill>
                  <a:srgbClr val="FFFFFF"/>
                </a:solidFill>
              </a:defRPr>
            </a:lvl6pPr>
            <a:lvl7pPr lvl="6" rtl="0" algn="r">
              <a:spcBef>
                <a:spcPts val="0"/>
              </a:spcBef>
              <a:spcAft>
                <a:spcPts val="0"/>
              </a:spcAft>
              <a:buClr>
                <a:srgbClr val="FFFFFF"/>
              </a:buClr>
              <a:buSzPts val="1800"/>
              <a:buNone/>
              <a:defRPr sz="1800">
                <a:solidFill>
                  <a:srgbClr val="FFFFFF"/>
                </a:solidFill>
              </a:defRPr>
            </a:lvl7pPr>
            <a:lvl8pPr lvl="7" rtl="0" algn="r">
              <a:spcBef>
                <a:spcPts val="0"/>
              </a:spcBef>
              <a:spcAft>
                <a:spcPts val="0"/>
              </a:spcAft>
              <a:buClr>
                <a:srgbClr val="FFFFFF"/>
              </a:buClr>
              <a:buSzPts val="1800"/>
              <a:buNone/>
              <a:defRPr sz="1800">
                <a:solidFill>
                  <a:srgbClr val="FFFFFF"/>
                </a:solidFill>
              </a:defRPr>
            </a:lvl8pPr>
            <a:lvl9pPr lvl="8" rtl="0" algn="r">
              <a:spcBef>
                <a:spcPts val="0"/>
              </a:spcBef>
              <a:spcAft>
                <a:spcPts val="0"/>
              </a:spcAft>
              <a:buClr>
                <a:srgbClr val="FFFFFF"/>
              </a:buClr>
              <a:buSzPts val="1800"/>
              <a:buNone/>
              <a:defRPr sz="1800">
                <a:solidFill>
                  <a:srgbClr val="FFFFFF"/>
                </a:solidFill>
              </a:defRPr>
            </a:lvl9pPr>
          </a:lstStyle>
          <a:p/>
        </p:txBody>
      </p:sp>
      <p:sp>
        <p:nvSpPr>
          <p:cNvPr id="672" name="Google Shape;672;p80"/>
          <p:cNvSpPr txBox="1"/>
          <p:nvPr>
            <p:ph idx="2" type="ctrTitle"/>
          </p:nvPr>
        </p:nvSpPr>
        <p:spPr>
          <a:xfrm>
            <a:off x="642688" y="2768950"/>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1pPr>
            <a:lvl2pPr lvl="1"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2pPr>
            <a:lvl3pPr lvl="2"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3pPr>
            <a:lvl4pPr lvl="3"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4pPr>
            <a:lvl5pPr lvl="4"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5pPr>
            <a:lvl6pPr lvl="5"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6pPr>
            <a:lvl7pPr lvl="6"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7pPr>
            <a:lvl8pPr lvl="7"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8pPr>
            <a:lvl9pPr lvl="8"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9pPr>
          </a:lstStyle>
          <a:p/>
        </p:txBody>
      </p:sp>
      <p:sp>
        <p:nvSpPr>
          <p:cNvPr id="673" name="Google Shape;673;p80"/>
          <p:cNvSpPr txBox="1"/>
          <p:nvPr>
            <p:ph idx="1" type="subTitle"/>
          </p:nvPr>
        </p:nvSpPr>
        <p:spPr>
          <a:xfrm>
            <a:off x="642700" y="3337450"/>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74" name="Google Shape;674;p80"/>
          <p:cNvSpPr txBox="1"/>
          <p:nvPr>
            <p:ph idx="3" type="ctrTitle"/>
          </p:nvPr>
        </p:nvSpPr>
        <p:spPr>
          <a:xfrm>
            <a:off x="3690688" y="2768950"/>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1pPr>
            <a:lvl2pPr lvl="1"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2pPr>
            <a:lvl3pPr lvl="2"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3pPr>
            <a:lvl4pPr lvl="3"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4pPr>
            <a:lvl5pPr lvl="4"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5pPr>
            <a:lvl6pPr lvl="5"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6pPr>
            <a:lvl7pPr lvl="6"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7pPr>
            <a:lvl8pPr lvl="7"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8pPr>
            <a:lvl9pPr lvl="8"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9pPr>
          </a:lstStyle>
          <a:p/>
        </p:txBody>
      </p:sp>
      <p:sp>
        <p:nvSpPr>
          <p:cNvPr id="675" name="Google Shape;675;p80"/>
          <p:cNvSpPr txBox="1"/>
          <p:nvPr>
            <p:ph idx="4" type="subTitle"/>
          </p:nvPr>
        </p:nvSpPr>
        <p:spPr>
          <a:xfrm>
            <a:off x="3690700" y="3337450"/>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76" name="Google Shape;676;p80"/>
          <p:cNvSpPr txBox="1"/>
          <p:nvPr>
            <p:ph idx="5" type="ctrTitle"/>
          </p:nvPr>
        </p:nvSpPr>
        <p:spPr>
          <a:xfrm>
            <a:off x="6738688" y="2768950"/>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FFFF"/>
              </a:buClr>
              <a:buSzPts val="1800"/>
              <a:buFont typeface="Fira Sans Condensed Medium"/>
              <a:buNone/>
              <a:defRPr sz="1800">
                <a:solidFill>
                  <a:srgbClr val="FFFFFF"/>
                </a:solidFill>
                <a:latin typeface="Fira Sans Condensed Medium"/>
                <a:ea typeface="Fira Sans Condensed Medium"/>
                <a:cs typeface="Fira Sans Condensed Medium"/>
                <a:sym typeface="Fira Sans Condensed Medium"/>
              </a:defRPr>
            </a:lvl1pPr>
            <a:lvl2pPr lvl="1"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2pPr>
            <a:lvl3pPr lvl="2"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3pPr>
            <a:lvl4pPr lvl="3"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4pPr>
            <a:lvl5pPr lvl="4"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5pPr>
            <a:lvl6pPr lvl="5"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6pPr>
            <a:lvl7pPr lvl="6"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7pPr>
            <a:lvl8pPr lvl="7"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8pPr>
            <a:lvl9pPr lvl="8" rtl="0">
              <a:spcBef>
                <a:spcPts val="0"/>
              </a:spcBef>
              <a:spcAft>
                <a:spcPts val="0"/>
              </a:spcAft>
              <a:buClr>
                <a:srgbClr val="CCCCCC"/>
              </a:buClr>
              <a:buSzPts val="1800"/>
              <a:buFont typeface="Fira Sans Condensed Medium"/>
              <a:buNone/>
              <a:defRPr sz="1800">
                <a:solidFill>
                  <a:srgbClr val="CCCCCC"/>
                </a:solidFill>
                <a:latin typeface="Fira Sans Condensed Medium"/>
                <a:ea typeface="Fira Sans Condensed Medium"/>
                <a:cs typeface="Fira Sans Condensed Medium"/>
                <a:sym typeface="Fira Sans Condensed Medium"/>
              </a:defRPr>
            </a:lvl9pPr>
          </a:lstStyle>
          <a:p/>
        </p:txBody>
      </p:sp>
      <p:sp>
        <p:nvSpPr>
          <p:cNvPr id="677" name="Google Shape;677;p80"/>
          <p:cNvSpPr txBox="1"/>
          <p:nvPr>
            <p:ph idx="6" type="subTitle"/>
          </p:nvPr>
        </p:nvSpPr>
        <p:spPr>
          <a:xfrm>
            <a:off x="6738700" y="3337450"/>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_1">
    <p:bg>
      <p:bgPr>
        <a:solidFill>
          <a:srgbClr val="FFFFFF"/>
        </a:solidFill>
      </p:bgPr>
    </p:bg>
    <p:spTree>
      <p:nvGrpSpPr>
        <p:cNvPr id="678" name="Shape 678"/>
        <p:cNvGrpSpPr/>
        <p:nvPr/>
      </p:nvGrpSpPr>
      <p:grpSpPr>
        <a:xfrm>
          <a:off x="0" y="0"/>
          <a:ext cx="0" cy="0"/>
          <a:chOff x="0" y="0"/>
          <a:chExt cx="0" cy="0"/>
        </a:xfrm>
      </p:grpSpPr>
      <p:sp>
        <p:nvSpPr>
          <p:cNvPr id="679" name="Google Shape;679;p81"/>
          <p:cNvSpPr/>
          <p:nvPr/>
        </p:nvSpPr>
        <p:spPr>
          <a:xfrm>
            <a:off x="0" y="1693175"/>
            <a:ext cx="9144000" cy="3450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8275"/>
              </a:solidFill>
            </a:endParaRPr>
          </a:p>
        </p:txBody>
      </p:sp>
      <p:cxnSp>
        <p:nvCxnSpPr>
          <p:cNvPr id="680" name="Google Shape;680;p81"/>
          <p:cNvCxnSpPr/>
          <p:nvPr/>
        </p:nvCxnSpPr>
        <p:spPr>
          <a:xfrm rot="10800000">
            <a:off x="1654675" y="1693225"/>
            <a:ext cx="0" cy="3450600"/>
          </a:xfrm>
          <a:prstGeom prst="straightConnector1">
            <a:avLst/>
          </a:prstGeom>
          <a:noFill/>
          <a:ln cap="flat" cmpd="sng" w="28575">
            <a:solidFill>
              <a:srgbClr val="FFFFFF"/>
            </a:solidFill>
            <a:prstDash val="solid"/>
            <a:round/>
            <a:headEnd len="med" w="med" type="none"/>
            <a:tailEnd len="med" w="med" type="none"/>
          </a:ln>
        </p:spPr>
      </p:cxnSp>
      <p:cxnSp>
        <p:nvCxnSpPr>
          <p:cNvPr id="681" name="Google Shape;681;p81"/>
          <p:cNvCxnSpPr/>
          <p:nvPr/>
        </p:nvCxnSpPr>
        <p:spPr>
          <a:xfrm rot="10800000">
            <a:off x="3968125" y="1693225"/>
            <a:ext cx="0" cy="3450600"/>
          </a:xfrm>
          <a:prstGeom prst="straightConnector1">
            <a:avLst/>
          </a:prstGeom>
          <a:noFill/>
          <a:ln cap="flat" cmpd="sng" w="28575">
            <a:solidFill>
              <a:srgbClr val="FFFFFF"/>
            </a:solidFill>
            <a:prstDash val="solid"/>
            <a:round/>
            <a:headEnd len="med" w="med" type="none"/>
            <a:tailEnd len="med" w="med" type="none"/>
          </a:ln>
        </p:spPr>
      </p:cxnSp>
      <p:cxnSp>
        <p:nvCxnSpPr>
          <p:cNvPr id="682" name="Google Shape;682;p81"/>
          <p:cNvCxnSpPr/>
          <p:nvPr/>
        </p:nvCxnSpPr>
        <p:spPr>
          <a:xfrm rot="10800000">
            <a:off x="6258550" y="1693225"/>
            <a:ext cx="0" cy="3450600"/>
          </a:xfrm>
          <a:prstGeom prst="straightConnector1">
            <a:avLst/>
          </a:prstGeom>
          <a:noFill/>
          <a:ln cap="flat" cmpd="sng" w="28575">
            <a:solidFill>
              <a:srgbClr val="FFFFFF"/>
            </a:solidFill>
            <a:prstDash val="solid"/>
            <a:round/>
            <a:headEnd len="med" w="med" type="none"/>
            <a:tailEnd len="med" w="med" type="none"/>
          </a:ln>
        </p:spPr>
      </p:cxnSp>
      <p:sp>
        <p:nvSpPr>
          <p:cNvPr id="683" name="Google Shape;683;p81"/>
          <p:cNvSpPr txBox="1"/>
          <p:nvPr>
            <p:ph type="ctrTitle"/>
          </p:nvPr>
        </p:nvSpPr>
        <p:spPr>
          <a:xfrm>
            <a:off x="1716237" y="3009604"/>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800"/>
              <a:buNone/>
              <a:defRPr sz="1800">
                <a:solidFill>
                  <a:srgbClr val="FFFFFF"/>
                </a:solidFill>
              </a:defRPr>
            </a:lvl2pPr>
            <a:lvl3pPr lvl="2" rtl="0">
              <a:spcBef>
                <a:spcPts val="0"/>
              </a:spcBef>
              <a:spcAft>
                <a:spcPts val="0"/>
              </a:spcAft>
              <a:buClr>
                <a:srgbClr val="FFFFFF"/>
              </a:buClr>
              <a:buSzPts val="1800"/>
              <a:buNone/>
              <a:defRPr sz="1800">
                <a:solidFill>
                  <a:srgbClr val="FFFFFF"/>
                </a:solidFill>
              </a:defRPr>
            </a:lvl3pPr>
            <a:lvl4pPr lvl="3" rtl="0">
              <a:spcBef>
                <a:spcPts val="0"/>
              </a:spcBef>
              <a:spcAft>
                <a:spcPts val="0"/>
              </a:spcAft>
              <a:buClr>
                <a:srgbClr val="FFFFFF"/>
              </a:buClr>
              <a:buSzPts val="1800"/>
              <a:buNone/>
              <a:defRPr sz="1800">
                <a:solidFill>
                  <a:srgbClr val="FFFFFF"/>
                </a:solidFill>
              </a:defRPr>
            </a:lvl4pPr>
            <a:lvl5pPr lvl="4" rtl="0">
              <a:spcBef>
                <a:spcPts val="0"/>
              </a:spcBef>
              <a:spcAft>
                <a:spcPts val="0"/>
              </a:spcAft>
              <a:buClr>
                <a:srgbClr val="FFFFFF"/>
              </a:buClr>
              <a:buSzPts val="1800"/>
              <a:buNone/>
              <a:defRPr sz="1800">
                <a:solidFill>
                  <a:srgbClr val="FFFFFF"/>
                </a:solidFill>
              </a:defRPr>
            </a:lvl5pPr>
            <a:lvl6pPr lvl="5" rtl="0">
              <a:spcBef>
                <a:spcPts val="0"/>
              </a:spcBef>
              <a:spcAft>
                <a:spcPts val="0"/>
              </a:spcAft>
              <a:buClr>
                <a:srgbClr val="FFFFFF"/>
              </a:buClr>
              <a:buSzPts val="1800"/>
              <a:buNone/>
              <a:defRPr sz="1800">
                <a:solidFill>
                  <a:srgbClr val="FFFFFF"/>
                </a:solidFill>
              </a:defRPr>
            </a:lvl6pPr>
            <a:lvl7pPr lvl="6" rtl="0">
              <a:spcBef>
                <a:spcPts val="0"/>
              </a:spcBef>
              <a:spcAft>
                <a:spcPts val="0"/>
              </a:spcAft>
              <a:buClr>
                <a:srgbClr val="FFFFFF"/>
              </a:buClr>
              <a:buSzPts val="1800"/>
              <a:buNone/>
              <a:defRPr sz="1800">
                <a:solidFill>
                  <a:srgbClr val="FFFFFF"/>
                </a:solidFill>
              </a:defRPr>
            </a:lvl7pPr>
            <a:lvl8pPr lvl="7" rtl="0">
              <a:spcBef>
                <a:spcPts val="0"/>
              </a:spcBef>
              <a:spcAft>
                <a:spcPts val="0"/>
              </a:spcAft>
              <a:buClr>
                <a:srgbClr val="FFFFFF"/>
              </a:buClr>
              <a:buSzPts val="1800"/>
              <a:buNone/>
              <a:defRPr sz="1800">
                <a:solidFill>
                  <a:srgbClr val="FFFFFF"/>
                </a:solidFill>
              </a:defRPr>
            </a:lvl8pPr>
            <a:lvl9pPr lvl="8" rtl="0">
              <a:spcBef>
                <a:spcPts val="0"/>
              </a:spcBef>
              <a:spcAft>
                <a:spcPts val="0"/>
              </a:spcAft>
              <a:buClr>
                <a:srgbClr val="FFFFFF"/>
              </a:buClr>
              <a:buSzPts val="1800"/>
              <a:buNone/>
              <a:defRPr sz="1800">
                <a:solidFill>
                  <a:srgbClr val="FFFFFF"/>
                </a:solidFill>
              </a:defRPr>
            </a:lvl9pPr>
          </a:lstStyle>
          <a:p/>
        </p:txBody>
      </p:sp>
      <p:sp>
        <p:nvSpPr>
          <p:cNvPr id="684" name="Google Shape;684;p81"/>
          <p:cNvSpPr txBox="1"/>
          <p:nvPr>
            <p:ph idx="1" type="subTitle"/>
          </p:nvPr>
        </p:nvSpPr>
        <p:spPr>
          <a:xfrm>
            <a:off x="1716228" y="3471066"/>
            <a:ext cx="19065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85" name="Google Shape;685;p81"/>
          <p:cNvSpPr txBox="1"/>
          <p:nvPr>
            <p:ph hasCustomPrompt="1" idx="2" type="title"/>
          </p:nvPr>
        </p:nvSpPr>
        <p:spPr>
          <a:xfrm>
            <a:off x="1640037" y="2416641"/>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686" name="Google Shape;686;p81"/>
          <p:cNvSpPr txBox="1"/>
          <p:nvPr>
            <p:ph idx="3" type="ctrTitle"/>
          </p:nvPr>
        </p:nvSpPr>
        <p:spPr>
          <a:xfrm>
            <a:off x="4013612" y="3006205"/>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800"/>
              <a:buNone/>
              <a:defRPr sz="1800">
                <a:solidFill>
                  <a:srgbClr val="FFFFFF"/>
                </a:solidFill>
              </a:defRPr>
            </a:lvl2pPr>
            <a:lvl3pPr lvl="2" rtl="0">
              <a:spcBef>
                <a:spcPts val="0"/>
              </a:spcBef>
              <a:spcAft>
                <a:spcPts val="0"/>
              </a:spcAft>
              <a:buClr>
                <a:srgbClr val="FFFFFF"/>
              </a:buClr>
              <a:buSzPts val="1800"/>
              <a:buNone/>
              <a:defRPr sz="1800">
                <a:solidFill>
                  <a:srgbClr val="FFFFFF"/>
                </a:solidFill>
              </a:defRPr>
            </a:lvl3pPr>
            <a:lvl4pPr lvl="3" rtl="0">
              <a:spcBef>
                <a:spcPts val="0"/>
              </a:spcBef>
              <a:spcAft>
                <a:spcPts val="0"/>
              </a:spcAft>
              <a:buClr>
                <a:srgbClr val="FFFFFF"/>
              </a:buClr>
              <a:buSzPts val="1800"/>
              <a:buNone/>
              <a:defRPr sz="1800">
                <a:solidFill>
                  <a:srgbClr val="FFFFFF"/>
                </a:solidFill>
              </a:defRPr>
            </a:lvl4pPr>
            <a:lvl5pPr lvl="4" rtl="0">
              <a:spcBef>
                <a:spcPts val="0"/>
              </a:spcBef>
              <a:spcAft>
                <a:spcPts val="0"/>
              </a:spcAft>
              <a:buClr>
                <a:srgbClr val="FFFFFF"/>
              </a:buClr>
              <a:buSzPts val="1800"/>
              <a:buNone/>
              <a:defRPr sz="1800">
                <a:solidFill>
                  <a:srgbClr val="FFFFFF"/>
                </a:solidFill>
              </a:defRPr>
            </a:lvl5pPr>
            <a:lvl6pPr lvl="5" rtl="0">
              <a:spcBef>
                <a:spcPts val="0"/>
              </a:spcBef>
              <a:spcAft>
                <a:spcPts val="0"/>
              </a:spcAft>
              <a:buClr>
                <a:srgbClr val="FFFFFF"/>
              </a:buClr>
              <a:buSzPts val="1800"/>
              <a:buNone/>
              <a:defRPr sz="1800">
                <a:solidFill>
                  <a:srgbClr val="FFFFFF"/>
                </a:solidFill>
              </a:defRPr>
            </a:lvl6pPr>
            <a:lvl7pPr lvl="6" rtl="0">
              <a:spcBef>
                <a:spcPts val="0"/>
              </a:spcBef>
              <a:spcAft>
                <a:spcPts val="0"/>
              </a:spcAft>
              <a:buClr>
                <a:srgbClr val="FFFFFF"/>
              </a:buClr>
              <a:buSzPts val="1800"/>
              <a:buNone/>
              <a:defRPr sz="1800">
                <a:solidFill>
                  <a:srgbClr val="FFFFFF"/>
                </a:solidFill>
              </a:defRPr>
            </a:lvl7pPr>
            <a:lvl8pPr lvl="7" rtl="0">
              <a:spcBef>
                <a:spcPts val="0"/>
              </a:spcBef>
              <a:spcAft>
                <a:spcPts val="0"/>
              </a:spcAft>
              <a:buClr>
                <a:srgbClr val="FFFFFF"/>
              </a:buClr>
              <a:buSzPts val="1800"/>
              <a:buNone/>
              <a:defRPr sz="1800">
                <a:solidFill>
                  <a:srgbClr val="FFFFFF"/>
                </a:solidFill>
              </a:defRPr>
            </a:lvl8pPr>
            <a:lvl9pPr lvl="8" rtl="0">
              <a:spcBef>
                <a:spcPts val="0"/>
              </a:spcBef>
              <a:spcAft>
                <a:spcPts val="0"/>
              </a:spcAft>
              <a:buClr>
                <a:srgbClr val="FFFFFF"/>
              </a:buClr>
              <a:buSzPts val="1800"/>
              <a:buNone/>
              <a:defRPr sz="1800">
                <a:solidFill>
                  <a:srgbClr val="FFFFFF"/>
                </a:solidFill>
              </a:defRPr>
            </a:lvl9pPr>
          </a:lstStyle>
          <a:p/>
        </p:txBody>
      </p:sp>
      <p:sp>
        <p:nvSpPr>
          <p:cNvPr id="687" name="Google Shape;687;p81"/>
          <p:cNvSpPr txBox="1"/>
          <p:nvPr>
            <p:ph idx="4" type="subTitle"/>
          </p:nvPr>
        </p:nvSpPr>
        <p:spPr>
          <a:xfrm>
            <a:off x="4013600" y="3467667"/>
            <a:ext cx="19767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88" name="Google Shape;688;p81"/>
          <p:cNvSpPr txBox="1"/>
          <p:nvPr>
            <p:ph hasCustomPrompt="1" idx="5" type="title"/>
          </p:nvPr>
        </p:nvSpPr>
        <p:spPr>
          <a:xfrm>
            <a:off x="3937412" y="2413242"/>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689" name="Google Shape;689;p81"/>
          <p:cNvSpPr txBox="1"/>
          <p:nvPr>
            <p:ph idx="6" type="ctrTitle"/>
          </p:nvPr>
        </p:nvSpPr>
        <p:spPr>
          <a:xfrm>
            <a:off x="6310987" y="3006215"/>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800"/>
              <a:buNone/>
              <a:defRPr sz="1800">
                <a:solidFill>
                  <a:srgbClr val="FFFFFF"/>
                </a:solidFill>
              </a:defRPr>
            </a:lvl2pPr>
            <a:lvl3pPr lvl="2" rtl="0">
              <a:spcBef>
                <a:spcPts val="0"/>
              </a:spcBef>
              <a:spcAft>
                <a:spcPts val="0"/>
              </a:spcAft>
              <a:buClr>
                <a:srgbClr val="FFFFFF"/>
              </a:buClr>
              <a:buSzPts val="1800"/>
              <a:buNone/>
              <a:defRPr sz="1800">
                <a:solidFill>
                  <a:srgbClr val="FFFFFF"/>
                </a:solidFill>
              </a:defRPr>
            </a:lvl3pPr>
            <a:lvl4pPr lvl="3" rtl="0">
              <a:spcBef>
                <a:spcPts val="0"/>
              </a:spcBef>
              <a:spcAft>
                <a:spcPts val="0"/>
              </a:spcAft>
              <a:buClr>
                <a:srgbClr val="FFFFFF"/>
              </a:buClr>
              <a:buSzPts val="1800"/>
              <a:buNone/>
              <a:defRPr sz="1800">
                <a:solidFill>
                  <a:srgbClr val="FFFFFF"/>
                </a:solidFill>
              </a:defRPr>
            </a:lvl4pPr>
            <a:lvl5pPr lvl="4" rtl="0">
              <a:spcBef>
                <a:spcPts val="0"/>
              </a:spcBef>
              <a:spcAft>
                <a:spcPts val="0"/>
              </a:spcAft>
              <a:buClr>
                <a:srgbClr val="FFFFFF"/>
              </a:buClr>
              <a:buSzPts val="1800"/>
              <a:buNone/>
              <a:defRPr sz="1800">
                <a:solidFill>
                  <a:srgbClr val="FFFFFF"/>
                </a:solidFill>
              </a:defRPr>
            </a:lvl5pPr>
            <a:lvl6pPr lvl="5" rtl="0">
              <a:spcBef>
                <a:spcPts val="0"/>
              </a:spcBef>
              <a:spcAft>
                <a:spcPts val="0"/>
              </a:spcAft>
              <a:buClr>
                <a:srgbClr val="FFFFFF"/>
              </a:buClr>
              <a:buSzPts val="1800"/>
              <a:buNone/>
              <a:defRPr sz="1800">
                <a:solidFill>
                  <a:srgbClr val="FFFFFF"/>
                </a:solidFill>
              </a:defRPr>
            </a:lvl6pPr>
            <a:lvl7pPr lvl="6" rtl="0">
              <a:spcBef>
                <a:spcPts val="0"/>
              </a:spcBef>
              <a:spcAft>
                <a:spcPts val="0"/>
              </a:spcAft>
              <a:buClr>
                <a:srgbClr val="FFFFFF"/>
              </a:buClr>
              <a:buSzPts val="1800"/>
              <a:buNone/>
              <a:defRPr sz="1800">
                <a:solidFill>
                  <a:srgbClr val="FFFFFF"/>
                </a:solidFill>
              </a:defRPr>
            </a:lvl7pPr>
            <a:lvl8pPr lvl="7" rtl="0">
              <a:spcBef>
                <a:spcPts val="0"/>
              </a:spcBef>
              <a:spcAft>
                <a:spcPts val="0"/>
              </a:spcAft>
              <a:buClr>
                <a:srgbClr val="FFFFFF"/>
              </a:buClr>
              <a:buSzPts val="1800"/>
              <a:buNone/>
              <a:defRPr sz="1800">
                <a:solidFill>
                  <a:srgbClr val="FFFFFF"/>
                </a:solidFill>
              </a:defRPr>
            </a:lvl8pPr>
            <a:lvl9pPr lvl="8" rtl="0">
              <a:spcBef>
                <a:spcPts val="0"/>
              </a:spcBef>
              <a:spcAft>
                <a:spcPts val="0"/>
              </a:spcAft>
              <a:buClr>
                <a:srgbClr val="FFFFFF"/>
              </a:buClr>
              <a:buSzPts val="1800"/>
              <a:buNone/>
              <a:defRPr sz="1800">
                <a:solidFill>
                  <a:srgbClr val="FFFFFF"/>
                </a:solidFill>
              </a:defRPr>
            </a:lvl9pPr>
          </a:lstStyle>
          <a:p/>
        </p:txBody>
      </p:sp>
      <p:sp>
        <p:nvSpPr>
          <p:cNvPr id="690" name="Google Shape;690;p81"/>
          <p:cNvSpPr txBox="1"/>
          <p:nvPr>
            <p:ph idx="7" type="subTitle"/>
          </p:nvPr>
        </p:nvSpPr>
        <p:spPr>
          <a:xfrm>
            <a:off x="6310978" y="3467677"/>
            <a:ext cx="19065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000"/>
              <a:buNone/>
              <a:defRPr sz="1000">
                <a:solidFill>
                  <a:srgbClr val="FFFFFF"/>
                </a:solidFill>
              </a:defRPr>
            </a:lvl1pPr>
            <a:lvl2pPr lvl="1" rtl="0">
              <a:lnSpc>
                <a:spcPct val="100000"/>
              </a:lnSpc>
              <a:spcBef>
                <a:spcPts val="0"/>
              </a:spcBef>
              <a:spcAft>
                <a:spcPts val="0"/>
              </a:spcAft>
              <a:buClr>
                <a:srgbClr val="FFFFFF"/>
              </a:buClr>
              <a:buSzPts val="1000"/>
              <a:buNone/>
              <a:defRPr sz="1000">
                <a:solidFill>
                  <a:srgbClr val="FFFFFF"/>
                </a:solidFill>
              </a:defRPr>
            </a:lvl2pPr>
            <a:lvl3pPr lvl="2" rtl="0">
              <a:lnSpc>
                <a:spcPct val="100000"/>
              </a:lnSpc>
              <a:spcBef>
                <a:spcPts val="0"/>
              </a:spcBef>
              <a:spcAft>
                <a:spcPts val="0"/>
              </a:spcAft>
              <a:buClr>
                <a:srgbClr val="FFFFFF"/>
              </a:buClr>
              <a:buSzPts val="1000"/>
              <a:buNone/>
              <a:defRPr sz="1000">
                <a:solidFill>
                  <a:srgbClr val="FFFFFF"/>
                </a:solidFill>
              </a:defRPr>
            </a:lvl3pPr>
            <a:lvl4pPr lvl="3" rtl="0">
              <a:lnSpc>
                <a:spcPct val="100000"/>
              </a:lnSpc>
              <a:spcBef>
                <a:spcPts val="0"/>
              </a:spcBef>
              <a:spcAft>
                <a:spcPts val="0"/>
              </a:spcAft>
              <a:buClr>
                <a:srgbClr val="FFFFFF"/>
              </a:buClr>
              <a:buSzPts val="1000"/>
              <a:buNone/>
              <a:defRPr sz="1000">
                <a:solidFill>
                  <a:srgbClr val="FFFFFF"/>
                </a:solidFill>
              </a:defRPr>
            </a:lvl4pPr>
            <a:lvl5pPr lvl="4" rtl="0">
              <a:lnSpc>
                <a:spcPct val="100000"/>
              </a:lnSpc>
              <a:spcBef>
                <a:spcPts val="0"/>
              </a:spcBef>
              <a:spcAft>
                <a:spcPts val="0"/>
              </a:spcAft>
              <a:buClr>
                <a:srgbClr val="FFFFFF"/>
              </a:buClr>
              <a:buSzPts val="1000"/>
              <a:buNone/>
              <a:defRPr sz="1000">
                <a:solidFill>
                  <a:srgbClr val="FFFFFF"/>
                </a:solidFill>
              </a:defRPr>
            </a:lvl5pPr>
            <a:lvl6pPr lvl="5" rtl="0">
              <a:lnSpc>
                <a:spcPct val="100000"/>
              </a:lnSpc>
              <a:spcBef>
                <a:spcPts val="0"/>
              </a:spcBef>
              <a:spcAft>
                <a:spcPts val="0"/>
              </a:spcAft>
              <a:buClr>
                <a:srgbClr val="FFFFFF"/>
              </a:buClr>
              <a:buSzPts val="1000"/>
              <a:buNone/>
              <a:defRPr sz="1000">
                <a:solidFill>
                  <a:srgbClr val="FFFFFF"/>
                </a:solidFill>
              </a:defRPr>
            </a:lvl6pPr>
            <a:lvl7pPr lvl="6" rtl="0">
              <a:lnSpc>
                <a:spcPct val="100000"/>
              </a:lnSpc>
              <a:spcBef>
                <a:spcPts val="0"/>
              </a:spcBef>
              <a:spcAft>
                <a:spcPts val="0"/>
              </a:spcAft>
              <a:buClr>
                <a:srgbClr val="FFFFFF"/>
              </a:buClr>
              <a:buSzPts val="1000"/>
              <a:buNone/>
              <a:defRPr sz="1000">
                <a:solidFill>
                  <a:srgbClr val="FFFFFF"/>
                </a:solidFill>
              </a:defRPr>
            </a:lvl7pPr>
            <a:lvl8pPr lvl="7" rtl="0">
              <a:lnSpc>
                <a:spcPct val="100000"/>
              </a:lnSpc>
              <a:spcBef>
                <a:spcPts val="0"/>
              </a:spcBef>
              <a:spcAft>
                <a:spcPts val="0"/>
              </a:spcAft>
              <a:buClr>
                <a:srgbClr val="FFFFFF"/>
              </a:buClr>
              <a:buSzPts val="1000"/>
              <a:buNone/>
              <a:defRPr sz="1000">
                <a:solidFill>
                  <a:srgbClr val="FFFFFF"/>
                </a:solidFill>
              </a:defRPr>
            </a:lvl8pPr>
            <a:lvl9pPr lvl="8" rtl="0">
              <a:lnSpc>
                <a:spcPct val="100000"/>
              </a:lnSpc>
              <a:spcBef>
                <a:spcPts val="0"/>
              </a:spcBef>
              <a:spcAft>
                <a:spcPts val="0"/>
              </a:spcAft>
              <a:buClr>
                <a:srgbClr val="FFFFFF"/>
              </a:buClr>
              <a:buSzPts val="1000"/>
              <a:buNone/>
              <a:defRPr sz="1000">
                <a:solidFill>
                  <a:srgbClr val="FFFFFF"/>
                </a:solidFill>
              </a:defRPr>
            </a:lvl9pPr>
          </a:lstStyle>
          <a:p/>
        </p:txBody>
      </p:sp>
      <p:sp>
        <p:nvSpPr>
          <p:cNvPr id="691" name="Google Shape;691;p81"/>
          <p:cNvSpPr txBox="1"/>
          <p:nvPr>
            <p:ph hasCustomPrompt="1" idx="8" type="title"/>
          </p:nvPr>
        </p:nvSpPr>
        <p:spPr>
          <a:xfrm>
            <a:off x="6234787" y="2413252"/>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defRPr>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692" name="Google Shape;692;p81"/>
          <p:cNvSpPr txBox="1"/>
          <p:nvPr>
            <p:ph idx="9" type="ctrTitle"/>
          </p:nvPr>
        </p:nvSpPr>
        <p:spPr>
          <a:xfrm>
            <a:off x="2031600" y="600200"/>
            <a:ext cx="50808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3000"/>
              <a:buNone/>
              <a:defRPr sz="3000">
                <a:solidFill>
                  <a:srgbClr val="413B49"/>
                </a:solidFill>
              </a:defRPr>
            </a:lvl1pPr>
            <a:lvl2pPr lvl="1" rtl="0" algn="ctr">
              <a:spcBef>
                <a:spcPts val="0"/>
              </a:spcBef>
              <a:spcAft>
                <a:spcPts val="0"/>
              </a:spcAft>
              <a:buClr>
                <a:srgbClr val="D9D9D9"/>
              </a:buClr>
              <a:buSzPts val="1800"/>
              <a:buNone/>
              <a:defRPr sz="1800">
                <a:solidFill>
                  <a:srgbClr val="D9D9D9"/>
                </a:solidFill>
              </a:defRPr>
            </a:lvl2pPr>
            <a:lvl3pPr lvl="2" rtl="0" algn="ctr">
              <a:spcBef>
                <a:spcPts val="0"/>
              </a:spcBef>
              <a:spcAft>
                <a:spcPts val="0"/>
              </a:spcAft>
              <a:buClr>
                <a:srgbClr val="D9D9D9"/>
              </a:buClr>
              <a:buSzPts val="1800"/>
              <a:buNone/>
              <a:defRPr sz="1800">
                <a:solidFill>
                  <a:srgbClr val="D9D9D9"/>
                </a:solidFill>
              </a:defRPr>
            </a:lvl3pPr>
            <a:lvl4pPr lvl="3" rtl="0" algn="ctr">
              <a:spcBef>
                <a:spcPts val="0"/>
              </a:spcBef>
              <a:spcAft>
                <a:spcPts val="0"/>
              </a:spcAft>
              <a:buClr>
                <a:srgbClr val="D9D9D9"/>
              </a:buClr>
              <a:buSzPts val="1800"/>
              <a:buNone/>
              <a:defRPr sz="1800">
                <a:solidFill>
                  <a:srgbClr val="D9D9D9"/>
                </a:solidFill>
              </a:defRPr>
            </a:lvl4pPr>
            <a:lvl5pPr lvl="4" rtl="0" algn="ctr">
              <a:spcBef>
                <a:spcPts val="0"/>
              </a:spcBef>
              <a:spcAft>
                <a:spcPts val="0"/>
              </a:spcAft>
              <a:buClr>
                <a:srgbClr val="D9D9D9"/>
              </a:buClr>
              <a:buSzPts val="1800"/>
              <a:buNone/>
              <a:defRPr sz="1800">
                <a:solidFill>
                  <a:srgbClr val="D9D9D9"/>
                </a:solidFill>
              </a:defRPr>
            </a:lvl5pPr>
            <a:lvl6pPr lvl="5" rtl="0" algn="ctr">
              <a:spcBef>
                <a:spcPts val="0"/>
              </a:spcBef>
              <a:spcAft>
                <a:spcPts val="0"/>
              </a:spcAft>
              <a:buClr>
                <a:srgbClr val="D9D9D9"/>
              </a:buClr>
              <a:buSzPts val="1800"/>
              <a:buNone/>
              <a:defRPr sz="1800">
                <a:solidFill>
                  <a:srgbClr val="D9D9D9"/>
                </a:solidFill>
              </a:defRPr>
            </a:lvl6pPr>
            <a:lvl7pPr lvl="6" rtl="0" algn="ctr">
              <a:spcBef>
                <a:spcPts val="0"/>
              </a:spcBef>
              <a:spcAft>
                <a:spcPts val="0"/>
              </a:spcAft>
              <a:buClr>
                <a:srgbClr val="D9D9D9"/>
              </a:buClr>
              <a:buSzPts val="1800"/>
              <a:buNone/>
              <a:defRPr sz="1800">
                <a:solidFill>
                  <a:srgbClr val="D9D9D9"/>
                </a:solidFill>
              </a:defRPr>
            </a:lvl7pPr>
            <a:lvl8pPr lvl="7" rtl="0" algn="ctr">
              <a:spcBef>
                <a:spcPts val="0"/>
              </a:spcBef>
              <a:spcAft>
                <a:spcPts val="0"/>
              </a:spcAft>
              <a:buClr>
                <a:srgbClr val="D9D9D9"/>
              </a:buClr>
              <a:buSzPts val="1800"/>
              <a:buNone/>
              <a:defRPr sz="1800">
                <a:solidFill>
                  <a:srgbClr val="D9D9D9"/>
                </a:solidFill>
              </a:defRPr>
            </a:lvl8pPr>
            <a:lvl9pPr lvl="8" rtl="0" algn="ctr">
              <a:spcBef>
                <a:spcPts val="0"/>
              </a:spcBef>
              <a:spcAft>
                <a:spcPts val="0"/>
              </a:spcAft>
              <a:buClr>
                <a:srgbClr val="D9D9D9"/>
              </a:buClr>
              <a:buSzPts val="1800"/>
              <a:buNone/>
              <a:defRPr sz="1800">
                <a:solidFill>
                  <a:srgbClr val="D9D9D9"/>
                </a:solidFill>
              </a:defRPr>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p:cSld name="CUSTOM_6_1_1">
    <p:bg>
      <p:bgPr>
        <a:solidFill>
          <a:srgbClr val="FFFFFF"/>
        </a:solidFill>
      </p:bgPr>
    </p:bg>
    <p:spTree>
      <p:nvGrpSpPr>
        <p:cNvPr id="693" name="Shape 693"/>
        <p:cNvGrpSpPr/>
        <p:nvPr/>
      </p:nvGrpSpPr>
      <p:grpSpPr>
        <a:xfrm>
          <a:off x="0" y="0"/>
          <a:ext cx="0" cy="0"/>
          <a:chOff x="0" y="0"/>
          <a:chExt cx="0" cy="0"/>
        </a:xfrm>
      </p:grpSpPr>
      <p:sp>
        <p:nvSpPr>
          <p:cNvPr id="694" name="Google Shape;694;p82"/>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695" name="Google Shape;695;p82"/>
          <p:cNvSpPr/>
          <p:nvPr/>
        </p:nvSpPr>
        <p:spPr>
          <a:xfrm>
            <a:off x="8729025" y="1230300"/>
            <a:ext cx="272700" cy="3913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696" name="Google Shape;696;p82"/>
          <p:cNvSpPr/>
          <p:nvPr/>
        </p:nvSpPr>
        <p:spPr>
          <a:xfrm>
            <a:off x="8871300" y="0"/>
            <a:ext cx="2727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2">
  <p:cSld name="CUSTOM_6_1_1_2">
    <p:bg>
      <p:bgPr>
        <a:solidFill>
          <a:srgbClr val="FFFFFF"/>
        </a:solidFill>
      </p:bgPr>
    </p:bg>
    <p:spTree>
      <p:nvGrpSpPr>
        <p:cNvPr id="697" name="Shape 697"/>
        <p:cNvGrpSpPr/>
        <p:nvPr/>
      </p:nvGrpSpPr>
      <p:grpSpPr>
        <a:xfrm>
          <a:off x="0" y="0"/>
          <a:ext cx="0" cy="0"/>
          <a:chOff x="0" y="0"/>
          <a:chExt cx="0" cy="0"/>
        </a:xfrm>
      </p:grpSpPr>
      <p:sp>
        <p:nvSpPr>
          <p:cNvPr id="698" name="Google Shape;698;p83"/>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13B49"/>
              </a:buClr>
              <a:buSzPts val="1800"/>
              <a:buNone/>
              <a:defRPr sz="1800">
                <a:solidFill>
                  <a:srgbClr val="413B49"/>
                </a:solidFill>
              </a:defRPr>
            </a:lvl2pPr>
            <a:lvl3pPr lvl="2" rtl="0" algn="r">
              <a:spcBef>
                <a:spcPts val="0"/>
              </a:spcBef>
              <a:spcAft>
                <a:spcPts val="0"/>
              </a:spcAft>
              <a:buClr>
                <a:srgbClr val="413B49"/>
              </a:buClr>
              <a:buSzPts val="1800"/>
              <a:buNone/>
              <a:defRPr sz="1800">
                <a:solidFill>
                  <a:srgbClr val="413B49"/>
                </a:solidFill>
              </a:defRPr>
            </a:lvl3pPr>
            <a:lvl4pPr lvl="3" rtl="0" algn="r">
              <a:spcBef>
                <a:spcPts val="0"/>
              </a:spcBef>
              <a:spcAft>
                <a:spcPts val="0"/>
              </a:spcAft>
              <a:buClr>
                <a:srgbClr val="413B49"/>
              </a:buClr>
              <a:buSzPts val="1800"/>
              <a:buNone/>
              <a:defRPr sz="1800">
                <a:solidFill>
                  <a:srgbClr val="413B49"/>
                </a:solidFill>
              </a:defRPr>
            </a:lvl4pPr>
            <a:lvl5pPr lvl="4" rtl="0" algn="r">
              <a:spcBef>
                <a:spcPts val="0"/>
              </a:spcBef>
              <a:spcAft>
                <a:spcPts val="0"/>
              </a:spcAft>
              <a:buClr>
                <a:srgbClr val="413B49"/>
              </a:buClr>
              <a:buSzPts val="1800"/>
              <a:buNone/>
              <a:defRPr sz="1800">
                <a:solidFill>
                  <a:srgbClr val="413B49"/>
                </a:solidFill>
              </a:defRPr>
            </a:lvl5pPr>
            <a:lvl6pPr lvl="5" rtl="0" algn="r">
              <a:spcBef>
                <a:spcPts val="0"/>
              </a:spcBef>
              <a:spcAft>
                <a:spcPts val="0"/>
              </a:spcAft>
              <a:buClr>
                <a:srgbClr val="413B49"/>
              </a:buClr>
              <a:buSzPts val="1800"/>
              <a:buNone/>
              <a:defRPr sz="1800">
                <a:solidFill>
                  <a:srgbClr val="413B49"/>
                </a:solidFill>
              </a:defRPr>
            </a:lvl6pPr>
            <a:lvl7pPr lvl="6" rtl="0" algn="r">
              <a:spcBef>
                <a:spcPts val="0"/>
              </a:spcBef>
              <a:spcAft>
                <a:spcPts val="0"/>
              </a:spcAft>
              <a:buClr>
                <a:srgbClr val="413B49"/>
              </a:buClr>
              <a:buSzPts val="1800"/>
              <a:buNone/>
              <a:defRPr sz="1800">
                <a:solidFill>
                  <a:srgbClr val="413B49"/>
                </a:solidFill>
              </a:defRPr>
            </a:lvl7pPr>
            <a:lvl8pPr lvl="7" rtl="0" algn="r">
              <a:spcBef>
                <a:spcPts val="0"/>
              </a:spcBef>
              <a:spcAft>
                <a:spcPts val="0"/>
              </a:spcAft>
              <a:buClr>
                <a:srgbClr val="413B49"/>
              </a:buClr>
              <a:buSzPts val="1800"/>
              <a:buNone/>
              <a:defRPr sz="1800">
                <a:solidFill>
                  <a:srgbClr val="413B49"/>
                </a:solidFill>
              </a:defRPr>
            </a:lvl8pPr>
            <a:lvl9pPr lvl="8" rtl="0" algn="r">
              <a:spcBef>
                <a:spcPts val="0"/>
              </a:spcBef>
              <a:spcAft>
                <a:spcPts val="0"/>
              </a:spcAft>
              <a:buClr>
                <a:srgbClr val="413B49"/>
              </a:buClr>
              <a:buSzPts val="1800"/>
              <a:buNone/>
              <a:defRPr sz="1800">
                <a:solidFill>
                  <a:srgbClr val="413B49"/>
                </a:solidFill>
              </a:defRPr>
            </a:lvl9pPr>
          </a:lstStyle>
          <a:p/>
        </p:txBody>
      </p:sp>
      <p:sp>
        <p:nvSpPr>
          <p:cNvPr id="699" name="Google Shape;699;p83"/>
          <p:cNvSpPr/>
          <p:nvPr/>
        </p:nvSpPr>
        <p:spPr>
          <a:xfrm>
            <a:off x="8729025" y="1230300"/>
            <a:ext cx="272700" cy="39132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0" name="Google Shape;700;p83"/>
          <p:cNvSpPr/>
          <p:nvPr/>
        </p:nvSpPr>
        <p:spPr>
          <a:xfrm>
            <a:off x="8871300" y="0"/>
            <a:ext cx="272700" cy="51435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1" name="Google Shape;701;p83"/>
          <p:cNvSpPr txBox="1"/>
          <p:nvPr>
            <p:ph idx="1" type="subTitle"/>
          </p:nvPr>
        </p:nvSpPr>
        <p:spPr>
          <a:xfrm>
            <a:off x="2081097" y="4331625"/>
            <a:ext cx="49818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1">
  <p:cSld name="CUSTOM_6_1_1_1">
    <p:bg>
      <p:bgPr>
        <a:solidFill>
          <a:srgbClr val="FFFFFF"/>
        </a:solidFill>
      </p:bgPr>
    </p:bg>
    <p:spTree>
      <p:nvGrpSpPr>
        <p:cNvPr id="702" name="Shape 702"/>
        <p:cNvGrpSpPr/>
        <p:nvPr/>
      </p:nvGrpSpPr>
      <p:grpSpPr>
        <a:xfrm>
          <a:off x="0" y="0"/>
          <a:ext cx="0" cy="0"/>
          <a:chOff x="0" y="0"/>
          <a:chExt cx="0" cy="0"/>
        </a:xfrm>
      </p:grpSpPr>
      <p:sp>
        <p:nvSpPr>
          <p:cNvPr id="703" name="Google Shape;703;p84"/>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13B49"/>
              </a:buClr>
              <a:buSzPts val="1800"/>
              <a:buNone/>
              <a:defRPr sz="1800">
                <a:solidFill>
                  <a:srgbClr val="413B49"/>
                </a:solidFill>
              </a:defRPr>
            </a:lvl2pPr>
            <a:lvl3pPr lvl="2" rtl="0" algn="r">
              <a:spcBef>
                <a:spcPts val="0"/>
              </a:spcBef>
              <a:spcAft>
                <a:spcPts val="0"/>
              </a:spcAft>
              <a:buClr>
                <a:srgbClr val="413B49"/>
              </a:buClr>
              <a:buSzPts val="1800"/>
              <a:buNone/>
              <a:defRPr sz="1800">
                <a:solidFill>
                  <a:srgbClr val="413B49"/>
                </a:solidFill>
              </a:defRPr>
            </a:lvl3pPr>
            <a:lvl4pPr lvl="3" rtl="0" algn="r">
              <a:spcBef>
                <a:spcPts val="0"/>
              </a:spcBef>
              <a:spcAft>
                <a:spcPts val="0"/>
              </a:spcAft>
              <a:buClr>
                <a:srgbClr val="413B49"/>
              </a:buClr>
              <a:buSzPts val="1800"/>
              <a:buNone/>
              <a:defRPr sz="1800">
                <a:solidFill>
                  <a:srgbClr val="413B49"/>
                </a:solidFill>
              </a:defRPr>
            </a:lvl4pPr>
            <a:lvl5pPr lvl="4" rtl="0" algn="r">
              <a:spcBef>
                <a:spcPts val="0"/>
              </a:spcBef>
              <a:spcAft>
                <a:spcPts val="0"/>
              </a:spcAft>
              <a:buClr>
                <a:srgbClr val="413B49"/>
              </a:buClr>
              <a:buSzPts val="1800"/>
              <a:buNone/>
              <a:defRPr sz="1800">
                <a:solidFill>
                  <a:srgbClr val="413B49"/>
                </a:solidFill>
              </a:defRPr>
            </a:lvl5pPr>
            <a:lvl6pPr lvl="5" rtl="0" algn="r">
              <a:spcBef>
                <a:spcPts val="0"/>
              </a:spcBef>
              <a:spcAft>
                <a:spcPts val="0"/>
              </a:spcAft>
              <a:buClr>
                <a:srgbClr val="413B49"/>
              </a:buClr>
              <a:buSzPts val="1800"/>
              <a:buNone/>
              <a:defRPr sz="1800">
                <a:solidFill>
                  <a:srgbClr val="413B49"/>
                </a:solidFill>
              </a:defRPr>
            </a:lvl6pPr>
            <a:lvl7pPr lvl="6" rtl="0" algn="r">
              <a:spcBef>
                <a:spcPts val="0"/>
              </a:spcBef>
              <a:spcAft>
                <a:spcPts val="0"/>
              </a:spcAft>
              <a:buClr>
                <a:srgbClr val="413B49"/>
              </a:buClr>
              <a:buSzPts val="1800"/>
              <a:buNone/>
              <a:defRPr sz="1800">
                <a:solidFill>
                  <a:srgbClr val="413B49"/>
                </a:solidFill>
              </a:defRPr>
            </a:lvl7pPr>
            <a:lvl8pPr lvl="7" rtl="0" algn="r">
              <a:spcBef>
                <a:spcPts val="0"/>
              </a:spcBef>
              <a:spcAft>
                <a:spcPts val="0"/>
              </a:spcAft>
              <a:buClr>
                <a:srgbClr val="413B49"/>
              </a:buClr>
              <a:buSzPts val="1800"/>
              <a:buNone/>
              <a:defRPr sz="1800">
                <a:solidFill>
                  <a:srgbClr val="413B49"/>
                </a:solidFill>
              </a:defRPr>
            </a:lvl8pPr>
            <a:lvl9pPr lvl="8" rtl="0" algn="r">
              <a:spcBef>
                <a:spcPts val="0"/>
              </a:spcBef>
              <a:spcAft>
                <a:spcPts val="0"/>
              </a:spcAft>
              <a:buClr>
                <a:srgbClr val="413B49"/>
              </a:buClr>
              <a:buSzPts val="1800"/>
              <a:buNone/>
              <a:defRPr sz="1800">
                <a:solidFill>
                  <a:srgbClr val="413B49"/>
                </a:solidFill>
              </a:defRPr>
            </a:lvl9pPr>
          </a:lstStyle>
          <a:p/>
        </p:txBody>
      </p:sp>
      <p:sp>
        <p:nvSpPr>
          <p:cNvPr id="704" name="Google Shape;704;p84"/>
          <p:cNvSpPr/>
          <p:nvPr/>
        </p:nvSpPr>
        <p:spPr>
          <a:xfrm flipH="1">
            <a:off x="142275" y="1230300"/>
            <a:ext cx="272700" cy="3913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5" name="Google Shape;705;p84"/>
          <p:cNvSpPr/>
          <p:nvPr/>
        </p:nvSpPr>
        <p:spPr>
          <a:xfrm flipH="1">
            <a:off x="0" y="0"/>
            <a:ext cx="272700" cy="5143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06" name="Google Shape;706;p84"/>
          <p:cNvSpPr txBox="1"/>
          <p:nvPr>
            <p:ph idx="2" type="ctrTitle"/>
          </p:nvPr>
        </p:nvSpPr>
        <p:spPr>
          <a:xfrm>
            <a:off x="884600" y="1769925"/>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07" name="Google Shape;707;p84"/>
          <p:cNvSpPr txBox="1"/>
          <p:nvPr>
            <p:ph idx="1" type="subTitle"/>
          </p:nvPr>
        </p:nvSpPr>
        <p:spPr>
          <a:xfrm>
            <a:off x="1186052" y="2231399"/>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08" name="Google Shape;708;p84"/>
          <p:cNvSpPr txBox="1"/>
          <p:nvPr>
            <p:ph idx="3" type="ctrTitle"/>
          </p:nvPr>
        </p:nvSpPr>
        <p:spPr>
          <a:xfrm>
            <a:off x="3357313" y="1766525"/>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09" name="Google Shape;709;p84"/>
          <p:cNvSpPr txBox="1"/>
          <p:nvPr>
            <p:ph idx="4" type="subTitle"/>
          </p:nvPr>
        </p:nvSpPr>
        <p:spPr>
          <a:xfrm>
            <a:off x="3658770" y="2227996"/>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0" name="Google Shape;710;p84"/>
          <p:cNvSpPr txBox="1"/>
          <p:nvPr>
            <p:ph idx="5" type="ctrTitle"/>
          </p:nvPr>
        </p:nvSpPr>
        <p:spPr>
          <a:xfrm>
            <a:off x="5830012" y="1766550"/>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1" name="Google Shape;711;p84"/>
          <p:cNvSpPr txBox="1"/>
          <p:nvPr>
            <p:ph idx="6" type="subTitle"/>
          </p:nvPr>
        </p:nvSpPr>
        <p:spPr>
          <a:xfrm>
            <a:off x="6131601" y="2228000"/>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2" name="Google Shape;712;p84"/>
          <p:cNvSpPr txBox="1"/>
          <p:nvPr>
            <p:ph idx="7" type="ctrTitle"/>
          </p:nvPr>
        </p:nvSpPr>
        <p:spPr>
          <a:xfrm>
            <a:off x="884600" y="3295651"/>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3" name="Google Shape;713;p84"/>
          <p:cNvSpPr txBox="1"/>
          <p:nvPr>
            <p:ph idx="8" type="subTitle"/>
          </p:nvPr>
        </p:nvSpPr>
        <p:spPr>
          <a:xfrm>
            <a:off x="1186052" y="3757125"/>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4" name="Google Shape;714;p84"/>
          <p:cNvSpPr txBox="1"/>
          <p:nvPr>
            <p:ph idx="9" type="ctrTitle"/>
          </p:nvPr>
        </p:nvSpPr>
        <p:spPr>
          <a:xfrm>
            <a:off x="3357313" y="3292254"/>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5" name="Google Shape;715;p84"/>
          <p:cNvSpPr txBox="1"/>
          <p:nvPr>
            <p:ph idx="13" type="subTitle"/>
          </p:nvPr>
        </p:nvSpPr>
        <p:spPr>
          <a:xfrm>
            <a:off x="3658770" y="3753724"/>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
        <p:nvSpPr>
          <p:cNvPr id="716" name="Google Shape;716;p84"/>
          <p:cNvSpPr txBox="1"/>
          <p:nvPr>
            <p:ph idx="14" type="ctrTitle"/>
          </p:nvPr>
        </p:nvSpPr>
        <p:spPr>
          <a:xfrm>
            <a:off x="5830012" y="3292275"/>
            <a:ext cx="2429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3B49"/>
              </a:buClr>
              <a:buSzPts val="1600"/>
              <a:buNone/>
              <a:defRPr sz="1600">
                <a:solidFill>
                  <a:srgbClr val="413B49"/>
                </a:solidFill>
              </a:defRPr>
            </a:lvl1pPr>
            <a:lvl2pPr lvl="1" rtl="0" algn="ctr">
              <a:spcBef>
                <a:spcPts val="0"/>
              </a:spcBef>
              <a:spcAft>
                <a:spcPts val="0"/>
              </a:spcAft>
              <a:buClr>
                <a:srgbClr val="413B49"/>
              </a:buClr>
              <a:buSzPts val="1600"/>
              <a:buNone/>
              <a:defRPr sz="1600">
                <a:solidFill>
                  <a:srgbClr val="413B49"/>
                </a:solidFill>
              </a:defRPr>
            </a:lvl2pPr>
            <a:lvl3pPr lvl="2" rtl="0" algn="ctr">
              <a:spcBef>
                <a:spcPts val="0"/>
              </a:spcBef>
              <a:spcAft>
                <a:spcPts val="0"/>
              </a:spcAft>
              <a:buClr>
                <a:srgbClr val="413B49"/>
              </a:buClr>
              <a:buSzPts val="1600"/>
              <a:buNone/>
              <a:defRPr sz="1600">
                <a:solidFill>
                  <a:srgbClr val="413B49"/>
                </a:solidFill>
              </a:defRPr>
            </a:lvl3pPr>
            <a:lvl4pPr lvl="3" rtl="0" algn="ctr">
              <a:spcBef>
                <a:spcPts val="0"/>
              </a:spcBef>
              <a:spcAft>
                <a:spcPts val="0"/>
              </a:spcAft>
              <a:buClr>
                <a:srgbClr val="413B49"/>
              </a:buClr>
              <a:buSzPts val="1600"/>
              <a:buNone/>
              <a:defRPr sz="1600">
                <a:solidFill>
                  <a:srgbClr val="413B49"/>
                </a:solidFill>
              </a:defRPr>
            </a:lvl4pPr>
            <a:lvl5pPr lvl="4" rtl="0" algn="ctr">
              <a:spcBef>
                <a:spcPts val="0"/>
              </a:spcBef>
              <a:spcAft>
                <a:spcPts val="0"/>
              </a:spcAft>
              <a:buClr>
                <a:srgbClr val="413B49"/>
              </a:buClr>
              <a:buSzPts val="1600"/>
              <a:buNone/>
              <a:defRPr sz="1600">
                <a:solidFill>
                  <a:srgbClr val="413B49"/>
                </a:solidFill>
              </a:defRPr>
            </a:lvl5pPr>
            <a:lvl6pPr lvl="5" rtl="0" algn="ctr">
              <a:spcBef>
                <a:spcPts val="0"/>
              </a:spcBef>
              <a:spcAft>
                <a:spcPts val="0"/>
              </a:spcAft>
              <a:buClr>
                <a:srgbClr val="413B49"/>
              </a:buClr>
              <a:buSzPts val="1600"/>
              <a:buNone/>
              <a:defRPr sz="1600">
                <a:solidFill>
                  <a:srgbClr val="413B49"/>
                </a:solidFill>
              </a:defRPr>
            </a:lvl6pPr>
            <a:lvl7pPr lvl="6" rtl="0" algn="ctr">
              <a:spcBef>
                <a:spcPts val="0"/>
              </a:spcBef>
              <a:spcAft>
                <a:spcPts val="0"/>
              </a:spcAft>
              <a:buClr>
                <a:srgbClr val="413B49"/>
              </a:buClr>
              <a:buSzPts val="1600"/>
              <a:buNone/>
              <a:defRPr sz="1600">
                <a:solidFill>
                  <a:srgbClr val="413B49"/>
                </a:solidFill>
              </a:defRPr>
            </a:lvl7pPr>
            <a:lvl8pPr lvl="7" rtl="0" algn="ctr">
              <a:spcBef>
                <a:spcPts val="0"/>
              </a:spcBef>
              <a:spcAft>
                <a:spcPts val="0"/>
              </a:spcAft>
              <a:buClr>
                <a:srgbClr val="413B49"/>
              </a:buClr>
              <a:buSzPts val="1600"/>
              <a:buNone/>
              <a:defRPr sz="1600">
                <a:solidFill>
                  <a:srgbClr val="413B49"/>
                </a:solidFill>
              </a:defRPr>
            </a:lvl8pPr>
            <a:lvl9pPr lvl="8" rtl="0" algn="ctr">
              <a:spcBef>
                <a:spcPts val="0"/>
              </a:spcBef>
              <a:spcAft>
                <a:spcPts val="0"/>
              </a:spcAft>
              <a:buClr>
                <a:srgbClr val="413B49"/>
              </a:buClr>
              <a:buSzPts val="1600"/>
              <a:buNone/>
              <a:defRPr sz="1600">
                <a:solidFill>
                  <a:srgbClr val="413B49"/>
                </a:solidFill>
              </a:defRPr>
            </a:lvl9pPr>
          </a:lstStyle>
          <a:p/>
        </p:txBody>
      </p:sp>
      <p:sp>
        <p:nvSpPr>
          <p:cNvPr id="717" name="Google Shape;717;p84"/>
          <p:cNvSpPr txBox="1"/>
          <p:nvPr>
            <p:ph idx="15" type="subTitle"/>
          </p:nvPr>
        </p:nvSpPr>
        <p:spPr>
          <a:xfrm>
            <a:off x="6131601" y="3753725"/>
            <a:ext cx="1826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3B49"/>
              </a:buClr>
              <a:buSzPts val="1200"/>
              <a:buNone/>
              <a:defRPr>
                <a:solidFill>
                  <a:srgbClr val="413B49"/>
                </a:solidFill>
              </a:defRPr>
            </a:lvl1pPr>
            <a:lvl2pPr lvl="1" rtl="0" algn="ctr">
              <a:lnSpc>
                <a:spcPct val="100000"/>
              </a:lnSpc>
              <a:spcBef>
                <a:spcPts val="0"/>
              </a:spcBef>
              <a:spcAft>
                <a:spcPts val="0"/>
              </a:spcAft>
              <a:buClr>
                <a:srgbClr val="413B49"/>
              </a:buClr>
              <a:buSzPts val="1200"/>
              <a:buNone/>
              <a:defRPr>
                <a:solidFill>
                  <a:srgbClr val="413B49"/>
                </a:solidFill>
              </a:defRPr>
            </a:lvl2pPr>
            <a:lvl3pPr lvl="2" rtl="0" algn="ctr">
              <a:lnSpc>
                <a:spcPct val="100000"/>
              </a:lnSpc>
              <a:spcBef>
                <a:spcPts val="0"/>
              </a:spcBef>
              <a:spcAft>
                <a:spcPts val="0"/>
              </a:spcAft>
              <a:buClr>
                <a:srgbClr val="413B49"/>
              </a:buClr>
              <a:buSzPts val="1200"/>
              <a:buNone/>
              <a:defRPr>
                <a:solidFill>
                  <a:srgbClr val="413B49"/>
                </a:solidFill>
              </a:defRPr>
            </a:lvl3pPr>
            <a:lvl4pPr lvl="3" rtl="0" algn="ctr">
              <a:lnSpc>
                <a:spcPct val="100000"/>
              </a:lnSpc>
              <a:spcBef>
                <a:spcPts val="0"/>
              </a:spcBef>
              <a:spcAft>
                <a:spcPts val="0"/>
              </a:spcAft>
              <a:buClr>
                <a:srgbClr val="413B49"/>
              </a:buClr>
              <a:buSzPts val="1200"/>
              <a:buNone/>
              <a:defRPr>
                <a:solidFill>
                  <a:srgbClr val="413B49"/>
                </a:solidFill>
              </a:defRPr>
            </a:lvl4pPr>
            <a:lvl5pPr lvl="4" rtl="0" algn="ctr">
              <a:lnSpc>
                <a:spcPct val="100000"/>
              </a:lnSpc>
              <a:spcBef>
                <a:spcPts val="0"/>
              </a:spcBef>
              <a:spcAft>
                <a:spcPts val="0"/>
              </a:spcAft>
              <a:buClr>
                <a:srgbClr val="413B49"/>
              </a:buClr>
              <a:buSzPts val="1200"/>
              <a:buNone/>
              <a:defRPr>
                <a:solidFill>
                  <a:srgbClr val="413B49"/>
                </a:solidFill>
              </a:defRPr>
            </a:lvl5pPr>
            <a:lvl6pPr lvl="5" rtl="0" algn="ctr">
              <a:lnSpc>
                <a:spcPct val="100000"/>
              </a:lnSpc>
              <a:spcBef>
                <a:spcPts val="0"/>
              </a:spcBef>
              <a:spcAft>
                <a:spcPts val="0"/>
              </a:spcAft>
              <a:buClr>
                <a:srgbClr val="413B49"/>
              </a:buClr>
              <a:buSzPts val="1200"/>
              <a:buNone/>
              <a:defRPr>
                <a:solidFill>
                  <a:srgbClr val="413B49"/>
                </a:solidFill>
              </a:defRPr>
            </a:lvl6pPr>
            <a:lvl7pPr lvl="6" rtl="0" algn="ctr">
              <a:lnSpc>
                <a:spcPct val="100000"/>
              </a:lnSpc>
              <a:spcBef>
                <a:spcPts val="0"/>
              </a:spcBef>
              <a:spcAft>
                <a:spcPts val="0"/>
              </a:spcAft>
              <a:buClr>
                <a:srgbClr val="413B49"/>
              </a:buClr>
              <a:buSzPts val="1200"/>
              <a:buNone/>
              <a:defRPr>
                <a:solidFill>
                  <a:srgbClr val="413B49"/>
                </a:solidFill>
              </a:defRPr>
            </a:lvl7pPr>
            <a:lvl8pPr lvl="7" rtl="0" algn="ctr">
              <a:lnSpc>
                <a:spcPct val="100000"/>
              </a:lnSpc>
              <a:spcBef>
                <a:spcPts val="0"/>
              </a:spcBef>
              <a:spcAft>
                <a:spcPts val="0"/>
              </a:spcAft>
              <a:buClr>
                <a:srgbClr val="413B49"/>
              </a:buClr>
              <a:buSzPts val="1200"/>
              <a:buNone/>
              <a:defRPr>
                <a:solidFill>
                  <a:srgbClr val="413B49"/>
                </a:solidFill>
              </a:defRPr>
            </a:lvl8pPr>
            <a:lvl9pPr lvl="8" rtl="0" algn="ctr">
              <a:lnSpc>
                <a:spcPct val="100000"/>
              </a:lnSpc>
              <a:spcBef>
                <a:spcPts val="0"/>
              </a:spcBef>
              <a:spcAft>
                <a:spcPts val="0"/>
              </a:spcAft>
              <a:buClr>
                <a:srgbClr val="413B49"/>
              </a:buClr>
              <a:buSzPts val="1200"/>
              <a:buNone/>
              <a:defRPr>
                <a:solidFill>
                  <a:srgbClr val="413B49"/>
                </a:solidFill>
              </a:defRPr>
            </a:lvl9pPr>
          </a:lstStyle>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1 1 1 1">
  <p:cSld name="CUSTOM_6_1_1_1_1">
    <p:bg>
      <p:bgPr>
        <a:solidFill>
          <a:srgbClr val="FFFFFF"/>
        </a:solidFill>
      </p:bgPr>
    </p:bg>
    <p:spTree>
      <p:nvGrpSpPr>
        <p:cNvPr id="718" name="Shape 718"/>
        <p:cNvGrpSpPr/>
        <p:nvPr/>
      </p:nvGrpSpPr>
      <p:grpSpPr>
        <a:xfrm>
          <a:off x="0" y="0"/>
          <a:ext cx="0" cy="0"/>
          <a:chOff x="0" y="0"/>
          <a:chExt cx="0" cy="0"/>
        </a:xfrm>
      </p:grpSpPr>
      <p:sp>
        <p:nvSpPr>
          <p:cNvPr id="719" name="Google Shape;719;p85"/>
          <p:cNvSpPr txBox="1"/>
          <p:nvPr>
            <p:ph type="ctrTitle"/>
          </p:nvPr>
        </p:nvSpPr>
        <p:spPr>
          <a:xfrm>
            <a:off x="1964851" y="284100"/>
            <a:ext cx="52143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13B49"/>
              </a:buClr>
              <a:buSzPts val="1800"/>
              <a:buNone/>
              <a:defRPr sz="1800">
                <a:solidFill>
                  <a:srgbClr val="413B49"/>
                </a:solidFill>
              </a:defRPr>
            </a:lvl1pPr>
            <a:lvl2pPr lvl="1" rtl="0" algn="r">
              <a:spcBef>
                <a:spcPts val="0"/>
              </a:spcBef>
              <a:spcAft>
                <a:spcPts val="0"/>
              </a:spcAft>
              <a:buClr>
                <a:srgbClr val="413B49"/>
              </a:buClr>
              <a:buSzPts val="1800"/>
              <a:buNone/>
              <a:defRPr sz="1800">
                <a:solidFill>
                  <a:srgbClr val="413B49"/>
                </a:solidFill>
              </a:defRPr>
            </a:lvl2pPr>
            <a:lvl3pPr lvl="2" rtl="0" algn="r">
              <a:spcBef>
                <a:spcPts val="0"/>
              </a:spcBef>
              <a:spcAft>
                <a:spcPts val="0"/>
              </a:spcAft>
              <a:buClr>
                <a:srgbClr val="413B49"/>
              </a:buClr>
              <a:buSzPts val="1800"/>
              <a:buNone/>
              <a:defRPr sz="1800">
                <a:solidFill>
                  <a:srgbClr val="413B49"/>
                </a:solidFill>
              </a:defRPr>
            </a:lvl3pPr>
            <a:lvl4pPr lvl="3" rtl="0" algn="r">
              <a:spcBef>
                <a:spcPts val="0"/>
              </a:spcBef>
              <a:spcAft>
                <a:spcPts val="0"/>
              </a:spcAft>
              <a:buClr>
                <a:srgbClr val="413B49"/>
              </a:buClr>
              <a:buSzPts val="1800"/>
              <a:buNone/>
              <a:defRPr sz="1800">
                <a:solidFill>
                  <a:srgbClr val="413B49"/>
                </a:solidFill>
              </a:defRPr>
            </a:lvl4pPr>
            <a:lvl5pPr lvl="4" rtl="0" algn="r">
              <a:spcBef>
                <a:spcPts val="0"/>
              </a:spcBef>
              <a:spcAft>
                <a:spcPts val="0"/>
              </a:spcAft>
              <a:buClr>
                <a:srgbClr val="413B49"/>
              </a:buClr>
              <a:buSzPts val="1800"/>
              <a:buNone/>
              <a:defRPr sz="1800">
                <a:solidFill>
                  <a:srgbClr val="413B49"/>
                </a:solidFill>
              </a:defRPr>
            </a:lvl5pPr>
            <a:lvl6pPr lvl="5" rtl="0" algn="r">
              <a:spcBef>
                <a:spcPts val="0"/>
              </a:spcBef>
              <a:spcAft>
                <a:spcPts val="0"/>
              </a:spcAft>
              <a:buClr>
                <a:srgbClr val="413B49"/>
              </a:buClr>
              <a:buSzPts val="1800"/>
              <a:buNone/>
              <a:defRPr sz="1800">
                <a:solidFill>
                  <a:srgbClr val="413B49"/>
                </a:solidFill>
              </a:defRPr>
            </a:lvl6pPr>
            <a:lvl7pPr lvl="6" rtl="0" algn="r">
              <a:spcBef>
                <a:spcPts val="0"/>
              </a:spcBef>
              <a:spcAft>
                <a:spcPts val="0"/>
              </a:spcAft>
              <a:buClr>
                <a:srgbClr val="413B49"/>
              </a:buClr>
              <a:buSzPts val="1800"/>
              <a:buNone/>
              <a:defRPr sz="1800">
                <a:solidFill>
                  <a:srgbClr val="413B49"/>
                </a:solidFill>
              </a:defRPr>
            </a:lvl7pPr>
            <a:lvl8pPr lvl="7" rtl="0" algn="r">
              <a:spcBef>
                <a:spcPts val="0"/>
              </a:spcBef>
              <a:spcAft>
                <a:spcPts val="0"/>
              </a:spcAft>
              <a:buClr>
                <a:srgbClr val="413B49"/>
              </a:buClr>
              <a:buSzPts val="1800"/>
              <a:buNone/>
              <a:defRPr sz="1800">
                <a:solidFill>
                  <a:srgbClr val="413B49"/>
                </a:solidFill>
              </a:defRPr>
            </a:lvl8pPr>
            <a:lvl9pPr lvl="8" rtl="0" algn="r">
              <a:spcBef>
                <a:spcPts val="0"/>
              </a:spcBef>
              <a:spcAft>
                <a:spcPts val="0"/>
              </a:spcAft>
              <a:buClr>
                <a:srgbClr val="413B49"/>
              </a:buClr>
              <a:buSzPts val="1800"/>
              <a:buNone/>
              <a:defRPr sz="1800">
                <a:solidFill>
                  <a:srgbClr val="413B49"/>
                </a:solidFill>
              </a:defRPr>
            </a:lvl9pPr>
          </a:lstStyle>
          <a:p/>
        </p:txBody>
      </p:sp>
      <p:sp>
        <p:nvSpPr>
          <p:cNvPr id="720" name="Google Shape;720;p85"/>
          <p:cNvSpPr/>
          <p:nvPr/>
        </p:nvSpPr>
        <p:spPr>
          <a:xfrm flipH="1">
            <a:off x="142275" y="1230300"/>
            <a:ext cx="272700" cy="3913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1" name="Google Shape;721;p85"/>
          <p:cNvSpPr/>
          <p:nvPr/>
        </p:nvSpPr>
        <p:spPr>
          <a:xfrm flipH="1">
            <a:off x="0" y="0"/>
            <a:ext cx="272700" cy="5143500"/>
          </a:xfrm>
          <a:prstGeom prst="rect">
            <a:avLst/>
          </a:prstGeom>
          <a:solidFill>
            <a:srgbClr val="413B49">
              <a:alpha val="74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4 1">
  <p:cSld name="CUSTOM_10_1">
    <p:spTree>
      <p:nvGrpSpPr>
        <p:cNvPr id="722" name="Shape 722"/>
        <p:cNvGrpSpPr/>
        <p:nvPr/>
      </p:nvGrpSpPr>
      <p:grpSpPr>
        <a:xfrm>
          <a:off x="0" y="0"/>
          <a:ext cx="0" cy="0"/>
          <a:chOff x="0" y="0"/>
          <a:chExt cx="0" cy="0"/>
        </a:xfrm>
      </p:grpSpPr>
      <p:sp>
        <p:nvSpPr>
          <p:cNvPr id="723" name="Google Shape;723;p86"/>
          <p:cNvSpPr/>
          <p:nvPr/>
        </p:nvSpPr>
        <p:spPr>
          <a:xfrm flipH="1">
            <a:off x="0" y="679995"/>
            <a:ext cx="8481600" cy="44634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4" name="Google Shape;724;p86"/>
          <p:cNvSpPr/>
          <p:nvPr/>
        </p:nvSpPr>
        <p:spPr>
          <a:xfrm flipH="1">
            <a:off x="662875" y="7125"/>
            <a:ext cx="8481600" cy="45102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5" name="Google Shape;725;p86"/>
          <p:cNvSpPr txBox="1"/>
          <p:nvPr>
            <p:ph type="ctrTitle"/>
          </p:nvPr>
        </p:nvSpPr>
        <p:spPr>
          <a:xfrm>
            <a:off x="2031600" y="600200"/>
            <a:ext cx="50808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ctr">
              <a:spcBef>
                <a:spcPts val="0"/>
              </a:spcBef>
              <a:spcAft>
                <a:spcPts val="0"/>
              </a:spcAft>
              <a:buClr>
                <a:srgbClr val="FFFFFF"/>
              </a:buClr>
              <a:buSzPts val="1800"/>
              <a:buNone/>
              <a:defRPr sz="1800">
                <a:solidFill>
                  <a:srgbClr val="FFFFFF"/>
                </a:solidFill>
              </a:defRPr>
            </a:lvl2pPr>
            <a:lvl3pPr lvl="2" rtl="0" algn="ctr">
              <a:spcBef>
                <a:spcPts val="0"/>
              </a:spcBef>
              <a:spcAft>
                <a:spcPts val="0"/>
              </a:spcAft>
              <a:buClr>
                <a:srgbClr val="FFFFFF"/>
              </a:buClr>
              <a:buSzPts val="1800"/>
              <a:buNone/>
              <a:defRPr sz="1800">
                <a:solidFill>
                  <a:srgbClr val="FFFFFF"/>
                </a:solidFill>
              </a:defRPr>
            </a:lvl3pPr>
            <a:lvl4pPr lvl="3" rtl="0" algn="ctr">
              <a:spcBef>
                <a:spcPts val="0"/>
              </a:spcBef>
              <a:spcAft>
                <a:spcPts val="0"/>
              </a:spcAft>
              <a:buClr>
                <a:srgbClr val="FFFFFF"/>
              </a:buClr>
              <a:buSzPts val="1800"/>
              <a:buNone/>
              <a:defRPr sz="1800">
                <a:solidFill>
                  <a:srgbClr val="FFFFFF"/>
                </a:solidFill>
              </a:defRPr>
            </a:lvl4pPr>
            <a:lvl5pPr lvl="4" rtl="0" algn="ctr">
              <a:spcBef>
                <a:spcPts val="0"/>
              </a:spcBef>
              <a:spcAft>
                <a:spcPts val="0"/>
              </a:spcAft>
              <a:buClr>
                <a:srgbClr val="FFFFFF"/>
              </a:buClr>
              <a:buSzPts val="1800"/>
              <a:buNone/>
              <a:defRPr sz="1800">
                <a:solidFill>
                  <a:srgbClr val="FFFFFF"/>
                </a:solidFill>
              </a:defRPr>
            </a:lvl5pPr>
            <a:lvl6pPr lvl="5" rtl="0" algn="ctr">
              <a:spcBef>
                <a:spcPts val="0"/>
              </a:spcBef>
              <a:spcAft>
                <a:spcPts val="0"/>
              </a:spcAft>
              <a:buClr>
                <a:srgbClr val="FFFFFF"/>
              </a:buClr>
              <a:buSzPts val="1800"/>
              <a:buNone/>
              <a:defRPr sz="1800">
                <a:solidFill>
                  <a:srgbClr val="FFFFFF"/>
                </a:solidFill>
              </a:defRPr>
            </a:lvl6pPr>
            <a:lvl7pPr lvl="6" rtl="0" algn="ctr">
              <a:spcBef>
                <a:spcPts val="0"/>
              </a:spcBef>
              <a:spcAft>
                <a:spcPts val="0"/>
              </a:spcAft>
              <a:buClr>
                <a:srgbClr val="FFFFFF"/>
              </a:buClr>
              <a:buSzPts val="1800"/>
              <a:buNone/>
              <a:defRPr sz="1800">
                <a:solidFill>
                  <a:srgbClr val="FFFFFF"/>
                </a:solidFill>
              </a:defRPr>
            </a:lvl7pPr>
            <a:lvl8pPr lvl="7" rtl="0" algn="ctr">
              <a:spcBef>
                <a:spcPts val="0"/>
              </a:spcBef>
              <a:spcAft>
                <a:spcPts val="0"/>
              </a:spcAft>
              <a:buClr>
                <a:srgbClr val="FFFFFF"/>
              </a:buClr>
              <a:buSzPts val="1800"/>
              <a:buNone/>
              <a:defRPr sz="1800">
                <a:solidFill>
                  <a:srgbClr val="FFFFFF"/>
                </a:solidFill>
              </a:defRPr>
            </a:lvl8pPr>
            <a:lvl9pPr lvl="8" rtl="0" algn="ctr">
              <a:spcBef>
                <a:spcPts val="0"/>
              </a:spcBef>
              <a:spcAft>
                <a:spcPts val="0"/>
              </a:spcAft>
              <a:buClr>
                <a:srgbClr val="FFFFFF"/>
              </a:buClr>
              <a:buSzPts val="1800"/>
              <a:buNone/>
              <a:defRPr sz="1800">
                <a:solidFill>
                  <a:srgbClr val="FFFFFF"/>
                </a:solidFill>
              </a:defRPr>
            </a:lvl9pPr>
          </a:lstStyle>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p:cSld name="CUSTOM_11">
    <p:spTree>
      <p:nvGrpSpPr>
        <p:cNvPr id="726" name="Shape 726"/>
        <p:cNvGrpSpPr/>
        <p:nvPr/>
      </p:nvGrpSpPr>
      <p:grpSpPr>
        <a:xfrm>
          <a:off x="0" y="0"/>
          <a:ext cx="0" cy="0"/>
          <a:chOff x="0" y="0"/>
          <a:chExt cx="0" cy="0"/>
        </a:xfrm>
      </p:grpSpPr>
      <p:sp>
        <p:nvSpPr>
          <p:cNvPr id="727" name="Google Shape;727;p87"/>
          <p:cNvSpPr/>
          <p:nvPr/>
        </p:nvSpPr>
        <p:spPr>
          <a:xfrm flipH="1">
            <a:off x="210" y="-7350"/>
            <a:ext cx="9144000" cy="51582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87"/>
          <p:cNvSpPr/>
          <p:nvPr/>
        </p:nvSpPr>
        <p:spPr>
          <a:xfrm flipH="1">
            <a:off x="1158813" y="948450"/>
            <a:ext cx="7985400" cy="42024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29" name="Google Shape;729;p87"/>
          <p:cNvSpPr/>
          <p:nvPr/>
        </p:nvSpPr>
        <p:spPr>
          <a:xfrm flipH="1">
            <a:off x="-200" y="14450"/>
            <a:ext cx="7902900" cy="46848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1">
  <p:cSld name="CUSTOM_11_1">
    <p:spTree>
      <p:nvGrpSpPr>
        <p:cNvPr id="730" name="Shape 730"/>
        <p:cNvGrpSpPr/>
        <p:nvPr/>
      </p:nvGrpSpPr>
      <p:grpSpPr>
        <a:xfrm>
          <a:off x="0" y="0"/>
          <a:ext cx="0" cy="0"/>
          <a:chOff x="0" y="0"/>
          <a:chExt cx="0" cy="0"/>
        </a:xfrm>
      </p:grpSpPr>
      <p:sp>
        <p:nvSpPr>
          <p:cNvPr id="731" name="Google Shape;731;p88"/>
          <p:cNvSpPr/>
          <p:nvPr/>
        </p:nvSpPr>
        <p:spPr>
          <a:xfrm flipH="1">
            <a:off x="200" y="0"/>
            <a:ext cx="9144000" cy="51510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88"/>
          <p:cNvSpPr/>
          <p:nvPr/>
        </p:nvSpPr>
        <p:spPr>
          <a:xfrm flipH="1">
            <a:off x="-250" y="0"/>
            <a:ext cx="5677200" cy="4728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33" name="Google Shape;733;p88"/>
          <p:cNvSpPr/>
          <p:nvPr/>
        </p:nvSpPr>
        <p:spPr>
          <a:xfrm flipH="1">
            <a:off x="-225" y="3743150"/>
            <a:ext cx="7985400" cy="1407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34" name="Google Shape;734;p88"/>
          <p:cNvSpPr/>
          <p:nvPr/>
        </p:nvSpPr>
        <p:spPr>
          <a:xfrm>
            <a:off x="1754975" y="1113675"/>
            <a:ext cx="2341200" cy="2501400"/>
          </a:xfrm>
          <a:prstGeom prst="rect">
            <a:avLst/>
          </a:prstGeom>
          <a:no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88"/>
          <p:cNvSpPr/>
          <p:nvPr/>
        </p:nvSpPr>
        <p:spPr>
          <a:xfrm flipH="1">
            <a:off x="1158825" y="0"/>
            <a:ext cx="7985400" cy="376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36" name="Google Shape;736;p88"/>
          <p:cNvSpPr txBox="1"/>
          <p:nvPr>
            <p:ph idx="1" type="subTitle"/>
          </p:nvPr>
        </p:nvSpPr>
        <p:spPr>
          <a:xfrm>
            <a:off x="5982000" y="1472100"/>
            <a:ext cx="2429400" cy="178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73763"/>
              </a:buClr>
              <a:buSzPts val="1200"/>
              <a:buNone/>
              <a:defRPr>
                <a:solidFill>
                  <a:srgbClr val="073763"/>
                </a:solidFill>
              </a:defRPr>
            </a:lvl1pPr>
            <a:lvl2pPr lvl="1" rtl="0">
              <a:lnSpc>
                <a:spcPct val="100000"/>
              </a:lnSpc>
              <a:spcBef>
                <a:spcPts val="0"/>
              </a:spcBef>
              <a:spcAft>
                <a:spcPts val="0"/>
              </a:spcAft>
              <a:buClr>
                <a:srgbClr val="434343"/>
              </a:buClr>
              <a:buSzPts val="1200"/>
              <a:buNone/>
              <a:defRPr>
                <a:solidFill>
                  <a:srgbClr val="434343"/>
                </a:solidFill>
              </a:defRPr>
            </a:lvl2pPr>
            <a:lvl3pPr lvl="2" rtl="0">
              <a:lnSpc>
                <a:spcPct val="100000"/>
              </a:lnSpc>
              <a:spcBef>
                <a:spcPts val="0"/>
              </a:spcBef>
              <a:spcAft>
                <a:spcPts val="0"/>
              </a:spcAft>
              <a:buClr>
                <a:srgbClr val="434343"/>
              </a:buClr>
              <a:buSzPts val="1200"/>
              <a:buNone/>
              <a:defRPr>
                <a:solidFill>
                  <a:srgbClr val="434343"/>
                </a:solidFill>
              </a:defRPr>
            </a:lvl3pPr>
            <a:lvl4pPr lvl="3" rtl="0">
              <a:lnSpc>
                <a:spcPct val="100000"/>
              </a:lnSpc>
              <a:spcBef>
                <a:spcPts val="0"/>
              </a:spcBef>
              <a:spcAft>
                <a:spcPts val="0"/>
              </a:spcAft>
              <a:buClr>
                <a:srgbClr val="434343"/>
              </a:buClr>
              <a:buSzPts val="1200"/>
              <a:buNone/>
              <a:defRPr>
                <a:solidFill>
                  <a:srgbClr val="434343"/>
                </a:solidFill>
              </a:defRPr>
            </a:lvl4pPr>
            <a:lvl5pPr lvl="4" rtl="0">
              <a:lnSpc>
                <a:spcPct val="100000"/>
              </a:lnSpc>
              <a:spcBef>
                <a:spcPts val="0"/>
              </a:spcBef>
              <a:spcAft>
                <a:spcPts val="0"/>
              </a:spcAft>
              <a:buClr>
                <a:srgbClr val="434343"/>
              </a:buClr>
              <a:buSzPts val="1200"/>
              <a:buNone/>
              <a:defRPr>
                <a:solidFill>
                  <a:srgbClr val="434343"/>
                </a:solidFill>
              </a:defRPr>
            </a:lvl5pPr>
            <a:lvl6pPr lvl="5" rtl="0">
              <a:lnSpc>
                <a:spcPct val="100000"/>
              </a:lnSpc>
              <a:spcBef>
                <a:spcPts val="0"/>
              </a:spcBef>
              <a:spcAft>
                <a:spcPts val="0"/>
              </a:spcAft>
              <a:buClr>
                <a:srgbClr val="434343"/>
              </a:buClr>
              <a:buSzPts val="1200"/>
              <a:buNone/>
              <a:defRPr>
                <a:solidFill>
                  <a:srgbClr val="434343"/>
                </a:solidFill>
              </a:defRPr>
            </a:lvl6pPr>
            <a:lvl7pPr lvl="6" rtl="0">
              <a:lnSpc>
                <a:spcPct val="100000"/>
              </a:lnSpc>
              <a:spcBef>
                <a:spcPts val="0"/>
              </a:spcBef>
              <a:spcAft>
                <a:spcPts val="0"/>
              </a:spcAft>
              <a:buClr>
                <a:srgbClr val="434343"/>
              </a:buClr>
              <a:buSzPts val="1200"/>
              <a:buNone/>
              <a:defRPr>
                <a:solidFill>
                  <a:srgbClr val="434343"/>
                </a:solidFill>
              </a:defRPr>
            </a:lvl7pPr>
            <a:lvl8pPr lvl="7" rtl="0">
              <a:lnSpc>
                <a:spcPct val="100000"/>
              </a:lnSpc>
              <a:spcBef>
                <a:spcPts val="0"/>
              </a:spcBef>
              <a:spcAft>
                <a:spcPts val="0"/>
              </a:spcAft>
              <a:buClr>
                <a:srgbClr val="434343"/>
              </a:buClr>
              <a:buSzPts val="1200"/>
              <a:buNone/>
              <a:defRPr>
                <a:solidFill>
                  <a:srgbClr val="434343"/>
                </a:solidFill>
              </a:defRPr>
            </a:lvl8pPr>
            <a:lvl9pPr lvl="8" rtl="0">
              <a:lnSpc>
                <a:spcPct val="100000"/>
              </a:lnSpc>
              <a:spcBef>
                <a:spcPts val="0"/>
              </a:spcBef>
              <a:spcAft>
                <a:spcPts val="0"/>
              </a:spcAft>
              <a:buClr>
                <a:srgbClr val="434343"/>
              </a:buClr>
              <a:buSzPts val="1200"/>
              <a:buNone/>
              <a:defRPr>
                <a:solidFill>
                  <a:srgbClr val="434343"/>
                </a:solidFill>
              </a:defRPr>
            </a:lvl9pPr>
          </a:lstStyle>
          <a:p/>
        </p:txBody>
      </p:sp>
      <p:sp>
        <p:nvSpPr>
          <p:cNvPr id="737" name="Google Shape;737;p88"/>
          <p:cNvSpPr txBox="1"/>
          <p:nvPr>
            <p:ph type="ctrTitle"/>
          </p:nvPr>
        </p:nvSpPr>
        <p:spPr>
          <a:xfrm>
            <a:off x="342250" y="2219726"/>
            <a:ext cx="5166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rgbClr val="FFFFFF"/>
                </a:solidFill>
              </a:defRPr>
            </a:lvl1pPr>
            <a:lvl2pPr lvl="1" rtl="0" algn="ctr">
              <a:spcBef>
                <a:spcPts val="0"/>
              </a:spcBef>
              <a:spcAft>
                <a:spcPts val="0"/>
              </a:spcAft>
              <a:buClr>
                <a:srgbClr val="FFFFFF"/>
              </a:buClr>
              <a:buSzPts val="1600"/>
              <a:buNone/>
              <a:defRPr sz="1600">
                <a:solidFill>
                  <a:srgbClr val="FFFFFF"/>
                </a:solidFill>
              </a:defRPr>
            </a:lvl2pPr>
            <a:lvl3pPr lvl="2" rtl="0" algn="ctr">
              <a:spcBef>
                <a:spcPts val="0"/>
              </a:spcBef>
              <a:spcAft>
                <a:spcPts val="0"/>
              </a:spcAft>
              <a:buClr>
                <a:srgbClr val="FFFFFF"/>
              </a:buClr>
              <a:buSzPts val="1600"/>
              <a:buNone/>
              <a:defRPr sz="1600">
                <a:solidFill>
                  <a:srgbClr val="FFFFFF"/>
                </a:solidFill>
              </a:defRPr>
            </a:lvl3pPr>
            <a:lvl4pPr lvl="3" rtl="0" algn="ctr">
              <a:spcBef>
                <a:spcPts val="0"/>
              </a:spcBef>
              <a:spcAft>
                <a:spcPts val="0"/>
              </a:spcAft>
              <a:buClr>
                <a:srgbClr val="FFFFFF"/>
              </a:buClr>
              <a:buSzPts val="1600"/>
              <a:buNone/>
              <a:defRPr sz="1600">
                <a:solidFill>
                  <a:srgbClr val="FFFFFF"/>
                </a:solidFill>
              </a:defRPr>
            </a:lvl4pPr>
            <a:lvl5pPr lvl="4" rtl="0" algn="ctr">
              <a:spcBef>
                <a:spcPts val="0"/>
              </a:spcBef>
              <a:spcAft>
                <a:spcPts val="0"/>
              </a:spcAft>
              <a:buClr>
                <a:srgbClr val="FFFFFF"/>
              </a:buClr>
              <a:buSzPts val="1600"/>
              <a:buNone/>
              <a:defRPr sz="1600">
                <a:solidFill>
                  <a:srgbClr val="FFFFFF"/>
                </a:solidFill>
              </a:defRPr>
            </a:lvl5pPr>
            <a:lvl6pPr lvl="5" rtl="0" algn="ctr">
              <a:spcBef>
                <a:spcPts val="0"/>
              </a:spcBef>
              <a:spcAft>
                <a:spcPts val="0"/>
              </a:spcAft>
              <a:buClr>
                <a:srgbClr val="FFFFFF"/>
              </a:buClr>
              <a:buSzPts val="1600"/>
              <a:buNone/>
              <a:defRPr sz="1600">
                <a:solidFill>
                  <a:srgbClr val="FFFFFF"/>
                </a:solidFill>
              </a:defRPr>
            </a:lvl6pPr>
            <a:lvl7pPr lvl="6" rtl="0" algn="ctr">
              <a:spcBef>
                <a:spcPts val="0"/>
              </a:spcBef>
              <a:spcAft>
                <a:spcPts val="0"/>
              </a:spcAft>
              <a:buClr>
                <a:srgbClr val="FFFFFF"/>
              </a:buClr>
              <a:buSzPts val="1600"/>
              <a:buNone/>
              <a:defRPr sz="1600">
                <a:solidFill>
                  <a:srgbClr val="FFFFFF"/>
                </a:solidFill>
              </a:defRPr>
            </a:lvl7pPr>
            <a:lvl8pPr lvl="7" rtl="0" algn="ctr">
              <a:spcBef>
                <a:spcPts val="0"/>
              </a:spcBef>
              <a:spcAft>
                <a:spcPts val="0"/>
              </a:spcAft>
              <a:buClr>
                <a:srgbClr val="FFFFFF"/>
              </a:buClr>
              <a:buSzPts val="1600"/>
              <a:buNone/>
              <a:defRPr sz="1600">
                <a:solidFill>
                  <a:srgbClr val="FFFFFF"/>
                </a:solidFill>
              </a:defRPr>
            </a:lvl8pPr>
            <a:lvl9pPr lvl="8" rtl="0" algn="ctr">
              <a:spcBef>
                <a:spcPts val="0"/>
              </a:spcBef>
              <a:spcAft>
                <a:spcPts val="0"/>
              </a:spcAft>
              <a:buClr>
                <a:srgbClr val="FFFFFF"/>
              </a:buClr>
              <a:buSzPts val="1600"/>
              <a:buNone/>
              <a:defRPr sz="1600">
                <a:solidFill>
                  <a:srgbClr val="FFFFFF"/>
                </a:solidFill>
              </a:defRPr>
            </a:lvl9pPr>
          </a:lstStyle>
          <a:p/>
        </p:txBody>
      </p:sp>
      <p:sp>
        <p:nvSpPr>
          <p:cNvPr id="738" name="Google Shape;738;p88"/>
          <p:cNvSpPr txBox="1"/>
          <p:nvPr>
            <p:ph idx="2" type="subTitle"/>
          </p:nvPr>
        </p:nvSpPr>
        <p:spPr>
          <a:xfrm>
            <a:off x="2012375" y="2789155"/>
            <a:ext cx="1826400" cy="95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Font typeface="Fira Sans Extra Condensed Light"/>
              <a:buNone/>
              <a:defRPr>
                <a:solidFill>
                  <a:srgbClr val="FFFFFF"/>
                </a:solidFill>
                <a:latin typeface="Fira Sans Extra Condensed Light"/>
                <a:ea typeface="Fira Sans Extra Condensed Light"/>
                <a:cs typeface="Fira Sans Extra Condensed Light"/>
                <a:sym typeface="Fira Sans Extra Condensed Light"/>
              </a:defRPr>
            </a:lvl1pPr>
            <a:lvl2pPr lvl="1" rtl="0" algn="ctr">
              <a:lnSpc>
                <a:spcPct val="100000"/>
              </a:lnSpc>
              <a:spcBef>
                <a:spcPts val="0"/>
              </a:spcBef>
              <a:spcAft>
                <a:spcPts val="0"/>
              </a:spcAft>
              <a:buClr>
                <a:srgbClr val="FFFFFF"/>
              </a:buClr>
              <a:buSzPts val="1200"/>
              <a:buNone/>
              <a:defRPr>
                <a:solidFill>
                  <a:srgbClr val="FFFFFF"/>
                </a:solidFill>
              </a:defRPr>
            </a:lvl2pPr>
            <a:lvl3pPr lvl="2" rtl="0" algn="ctr">
              <a:lnSpc>
                <a:spcPct val="100000"/>
              </a:lnSpc>
              <a:spcBef>
                <a:spcPts val="0"/>
              </a:spcBef>
              <a:spcAft>
                <a:spcPts val="0"/>
              </a:spcAft>
              <a:buClr>
                <a:srgbClr val="FFFFFF"/>
              </a:buClr>
              <a:buSzPts val="1200"/>
              <a:buNone/>
              <a:defRPr>
                <a:solidFill>
                  <a:srgbClr val="FFFFFF"/>
                </a:solidFill>
              </a:defRPr>
            </a:lvl3pPr>
            <a:lvl4pPr lvl="3" rtl="0" algn="ctr">
              <a:lnSpc>
                <a:spcPct val="100000"/>
              </a:lnSpc>
              <a:spcBef>
                <a:spcPts val="0"/>
              </a:spcBef>
              <a:spcAft>
                <a:spcPts val="0"/>
              </a:spcAft>
              <a:buClr>
                <a:srgbClr val="FFFFFF"/>
              </a:buClr>
              <a:buSzPts val="1200"/>
              <a:buNone/>
              <a:defRPr>
                <a:solidFill>
                  <a:srgbClr val="FFFFFF"/>
                </a:solidFill>
              </a:defRPr>
            </a:lvl4pPr>
            <a:lvl5pPr lvl="4" rtl="0" algn="ctr">
              <a:lnSpc>
                <a:spcPct val="100000"/>
              </a:lnSpc>
              <a:spcBef>
                <a:spcPts val="0"/>
              </a:spcBef>
              <a:spcAft>
                <a:spcPts val="0"/>
              </a:spcAft>
              <a:buClr>
                <a:srgbClr val="FFFFFF"/>
              </a:buClr>
              <a:buSzPts val="1200"/>
              <a:buNone/>
              <a:defRPr>
                <a:solidFill>
                  <a:srgbClr val="FFFFFF"/>
                </a:solidFill>
              </a:defRPr>
            </a:lvl5pPr>
            <a:lvl6pPr lvl="5" rtl="0" algn="ctr">
              <a:lnSpc>
                <a:spcPct val="100000"/>
              </a:lnSpc>
              <a:spcBef>
                <a:spcPts val="0"/>
              </a:spcBef>
              <a:spcAft>
                <a:spcPts val="0"/>
              </a:spcAft>
              <a:buClr>
                <a:srgbClr val="FFFFFF"/>
              </a:buClr>
              <a:buSzPts val="1200"/>
              <a:buNone/>
              <a:defRPr>
                <a:solidFill>
                  <a:srgbClr val="FFFFFF"/>
                </a:solidFill>
              </a:defRPr>
            </a:lvl6pPr>
            <a:lvl7pPr lvl="6" rtl="0" algn="ctr">
              <a:lnSpc>
                <a:spcPct val="100000"/>
              </a:lnSpc>
              <a:spcBef>
                <a:spcPts val="0"/>
              </a:spcBef>
              <a:spcAft>
                <a:spcPts val="0"/>
              </a:spcAft>
              <a:buClr>
                <a:srgbClr val="FFFFFF"/>
              </a:buClr>
              <a:buSzPts val="1200"/>
              <a:buNone/>
              <a:defRPr>
                <a:solidFill>
                  <a:srgbClr val="FFFFFF"/>
                </a:solidFill>
              </a:defRPr>
            </a:lvl7pPr>
            <a:lvl8pPr lvl="7" rtl="0" algn="ctr">
              <a:lnSpc>
                <a:spcPct val="100000"/>
              </a:lnSpc>
              <a:spcBef>
                <a:spcPts val="0"/>
              </a:spcBef>
              <a:spcAft>
                <a:spcPts val="0"/>
              </a:spcAft>
              <a:buClr>
                <a:srgbClr val="FFFFFF"/>
              </a:buClr>
              <a:buSzPts val="1200"/>
              <a:buNone/>
              <a:defRPr>
                <a:solidFill>
                  <a:srgbClr val="FFFFFF"/>
                </a:solidFill>
              </a:defRPr>
            </a:lvl8pPr>
            <a:lvl9pPr lvl="8" rtl="0" algn="ctr">
              <a:lnSpc>
                <a:spcPct val="100000"/>
              </a:lnSpc>
              <a:spcBef>
                <a:spcPts val="0"/>
              </a:spcBef>
              <a:spcAft>
                <a:spcPts val="0"/>
              </a:spcAft>
              <a:buClr>
                <a:srgbClr val="FFFFFF"/>
              </a:buClr>
              <a:buSzPts val="1200"/>
              <a:buNone/>
              <a:defRPr>
                <a:solidFill>
                  <a:srgbClr val="FFFFFF"/>
                </a:solidFill>
              </a:defRPr>
            </a:lvl9pPr>
          </a:lstStyle>
          <a:p/>
        </p:txBody>
      </p:sp>
      <p:cxnSp>
        <p:nvCxnSpPr>
          <p:cNvPr id="739" name="Google Shape;739;p88"/>
          <p:cNvCxnSpPr/>
          <p:nvPr/>
        </p:nvCxnSpPr>
        <p:spPr>
          <a:xfrm>
            <a:off x="2257925" y="2789150"/>
            <a:ext cx="13353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1 3">
  <p:cSld name="CUSTOM_11_1_3">
    <p:spTree>
      <p:nvGrpSpPr>
        <p:cNvPr id="740" name="Shape 740"/>
        <p:cNvGrpSpPr/>
        <p:nvPr/>
      </p:nvGrpSpPr>
      <p:grpSpPr>
        <a:xfrm>
          <a:off x="0" y="0"/>
          <a:ext cx="0" cy="0"/>
          <a:chOff x="0" y="0"/>
          <a:chExt cx="0" cy="0"/>
        </a:xfrm>
      </p:grpSpPr>
      <p:sp>
        <p:nvSpPr>
          <p:cNvPr id="741" name="Google Shape;741;p89"/>
          <p:cNvSpPr/>
          <p:nvPr/>
        </p:nvSpPr>
        <p:spPr>
          <a:xfrm>
            <a:off x="-225" y="0"/>
            <a:ext cx="9144000" cy="51510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89"/>
          <p:cNvSpPr/>
          <p:nvPr/>
        </p:nvSpPr>
        <p:spPr>
          <a:xfrm>
            <a:off x="3467025" y="0"/>
            <a:ext cx="5677200" cy="47286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43" name="Google Shape;743;p89"/>
          <p:cNvSpPr/>
          <p:nvPr/>
        </p:nvSpPr>
        <p:spPr>
          <a:xfrm>
            <a:off x="1158800" y="3743150"/>
            <a:ext cx="7985400" cy="14076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44" name="Google Shape;744;p89"/>
          <p:cNvSpPr/>
          <p:nvPr/>
        </p:nvSpPr>
        <p:spPr>
          <a:xfrm flipH="1">
            <a:off x="5047800" y="1113675"/>
            <a:ext cx="2341200" cy="2501400"/>
          </a:xfrm>
          <a:prstGeom prst="rect">
            <a:avLst/>
          </a:prstGeom>
          <a:no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89"/>
          <p:cNvSpPr/>
          <p:nvPr/>
        </p:nvSpPr>
        <p:spPr>
          <a:xfrm>
            <a:off x="-250" y="0"/>
            <a:ext cx="7985400" cy="3765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46" name="Google Shape;746;p89"/>
          <p:cNvSpPr txBox="1"/>
          <p:nvPr>
            <p:ph idx="1" type="subTitle"/>
          </p:nvPr>
        </p:nvSpPr>
        <p:spPr>
          <a:xfrm flipH="1">
            <a:off x="732575" y="1472100"/>
            <a:ext cx="2429400" cy="178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73763"/>
              </a:buClr>
              <a:buSzPts val="1200"/>
              <a:buNone/>
              <a:defRPr>
                <a:solidFill>
                  <a:srgbClr val="073763"/>
                </a:solidFill>
              </a:defRPr>
            </a:lvl1pPr>
            <a:lvl2pPr lvl="1" rtl="0">
              <a:lnSpc>
                <a:spcPct val="100000"/>
              </a:lnSpc>
              <a:spcBef>
                <a:spcPts val="0"/>
              </a:spcBef>
              <a:spcAft>
                <a:spcPts val="0"/>
              </a:spcAft>
              <a:buClr>
                <a:srgbClr val="434343"/>
              </a:buClr>
              <a:buSzPts val="1200"/>
              <a:buNone/>
              <a:defRPr>
                <a:solidFill>
                  <a:srgbClr val="434343"/>
                </a:solidFill>
              </a:defRPr>
            </a:lvl2pPr>
            <a:lvl3pPr lvl="2" rtl="0">
              <a:lnSpc>
                <a:spcPct val="100000"/>
              </a:lnSpc>
              <a:spcBef>
                <a:spcPts val="0"/>
              </a:spcBef>
              <a:spcAft>
                <a:spcPts val="0"/>
              </a:spcAft>
              <a:buClr>
                <a:srgbClr val="434343"/>
              </a:buClr>
              <a:buSzPts val="1200"/>
              <a:buNone/>
              <a:defRPr>
                <a:solidFill>
                  <a:srgbClr val="434343"/>
                </a:solidFill>
              </a:defRPr>
            </a:lvl3pPr>
            <a:lvl4pPr lvl="3" rtl="0">
              <a:lnSpc>
                <a:spcPct val="100000"/>
              </a:lnSpc>
              <a:spcBef>
                <a:spcPts val="0"/>
              </a:spcBef>
              <a:spcAft>
                <a:spcPts val="0"/>
              </a:spcAft>
              <a:buClr>
                <a:srgbClr val="434343"/>
              </a:buClr>
              <a:buSzPts val="1200"/>
              <a:buNone/>
              <a:defRPr>
                <a:solidFill>
                  <a:srgbClr val="434343"/>
                </a:solidFill>
              </a:defRPr>
            </a:lvl4pPr>
            <a:lvl5pPr lvl="4" rtl="0">
              <a:lnSpc>
                <a:spcPct val="100000"/>
              </a:lnSpc>
              <a:spcBef>
                <a:spcPts val="0"/>
              </a:spcBef>
              <a:spcAft>
                <a:spcPts val="0"/>
              </a:spcAft>
              <a:buClr>
                <a:srgbClr val="434343"/>
              </a:buClr>
              <a:buSzPts val="1200"/>
              <a:buNone/>
              <a:defRPr>
                <a:solidFill>
                  <a:srgbClr val="434343"/>
                </a:solidFill>
              </a:defRPr>
            </a:lvl5pPr>
            <a:lvl6pPr lvl="5" rtl="0">
              <a:lnSpc>
                <a:spcPct val="100000"/>
              </a:lnSpc>
              <a:spcBef>
                <a:spcPts val="0"/>
              </a:spcBef>
              <a:spcAft>
                <a:spcPts val="0"/>
              </a:spcAft>
              <a:buClr>
                <a:srgbClr val="434343"/>
              </a:buClr>
              <a:buSzPts val="1200"/>
              <a:buNone/>
              <a:defRPr>
                <a:solidFill>
                  <a:srgbClr val="434343"/>
                </a:solidFill>
              </a:defRPr>
            </a:lvl6pPr>
            <a:lvl7pPr lvl="6" rtl="0">
              <a:lnSpc>
                <a:spcPct val="100000"/>
              </a:lnSpc>
              <a:spcBef>
                <a:spcPts val="0"/>
              </a:spcBef>
              <a:spcAft>
                <a:spcPts val="0"/>
              </a:spcAft>
              <a:buClr>
                <a:srgbClr val="434343"/>
              </a:buClr>
              <a:buSzPts val="1200"/>
              <a:buNone/>
              <a:defRPr>
                <a:solidFill>
                  <a:srgbClr val="434343"/>
                </a:solidFill>
              </a:defRPr>
            </a:lvl7pPr>
            <a:lvl8pPr lvl="7" rtl="0">
              <a:lnSpc>
                <a:spcPct val="100000"/>
              </a:lnSpc>
              <a:spcBef>
                <a:spcPts val="0"/>
              </a:spcBef>
              <a:spcAft>
                <a:spcPts val="0"/>
              </a:spcAft>
              <a:buClr>
                <a:srgbClr val="434343"/>
              </a:buClr>
              <a:buSzPts val="1200"/>
              <a:buNone/>
              <a:defRPr>
                <a:solidFill>
                  <a:srgbClr val="434343"/>
                </a:solidFill>
              </a:defRPr>
            </a:lvl8pPr>
            <a:lvl9pPr lvl="8" rtl="0">
              <a:lnSpc>
                <a:spcPct val="100000"/>
              </a:lnSpc>
              <a:spcBef>
                <a:spcPts val="0"/>
              </a:spcBef>
              <a:spcAft>
                <a:spcPts val="0"/>
              </a:spcAft>
              <a:buClr>
                <a:srgbClr val="434343"/>
              </a:buClr>
              <a:buSzPts val="1200"/>
              <a:buNone/>
              <a:defRPr>
                <a:solidFill>
                  <a:srgbClr val="434343"/>
                </a:solidFill>
              </a:defRPr>
            </a:lvl9pPr>
          </a:lstStyle>
          <a:p/>
        </p:txBody>
      </p:sp>
      <p:sp>
        <p:nvSpPr>
          <p:cNvPr id="747" name="Google Shape;747;p89"/>
          <p:cNvSpPr txBox="1"/>
          <p:nvPr>
            <p:ph type="ctrTitle"/>
          </p:nvPr>
        </p:nvSpPr>
        <p:spPr>
          <a:xfrm flipH="1">
            <a:off x="3635125" y="2219726"/>
            <a:ext cx="5166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rgbClr val="FFFFFF"/>
                </a:solidFill>
              </a:defRPr>
            </a:lvl1pPr>
            <a:lvl2pPr lvl="1" rtl="0" algn="ctr">
              <a:spcBef>
                <a:spcPts val="0"/>
              </a:spcBef>
              <a:spcAft>
                <a:spcPts val="0"/>
              </a:spcAft>
              <a:buClr>
                <a:srgbClr val="FFFFFF"/>
              </a:buClr>
              <a:buSzPts val="1600"/>
              <a:buNone/>
              <a:defRPr sz="1600">
                <a:solidFill>
                  <a:srgbClr val="FFFFFF"/>
                </a:solidFill>
              </a:defRPr>
            </a:lvl2pPr>
            <a:lvl3pPr lvl="2" rtl="0" algn="ctr">
              <a:spcBef>
                <a:spcPts val="0"/>
              </a:spcBef>
              <a:spcAft>
                <a:spcPts val="0"/>
              </a:spcAft>
              <a:buClr>
                <a:srgbClr val="FFFFFF"/>
              </a:buClr>
              <a:buSzPts val="1600"/>
              <a:buNone/>
              <a:defRPr sz="1600">
                <a:solidFill>
                  <a:srgbClr val="FFFFFF"/>
                </a:solidFill>
              </a:defRPr>
            </a:lvl3pPr>
            <a:lvl4pPr lvl="3" rtl="0" algn="ctr">
              <a:spcBef>
                <a:spcPts val="0"/>
              </a:spcBef>
              <a:spcAft>
                <a:spcPts val="0"/>
              </a:spcAft>
              <a:buClr>
                <a:srgbClr val="FFFFFF"/>
              </a:buClr>
              <a:buSzPts val="1600"/>
              <a:buNone/>
              <a:defRPr sz="1600">
                <a:solidFill>
                  <a:srgbClr val="FFFFFF"/>
                </a:solidFill>
              </a:defRPr>
            </a:lvl4pPr>
            <a:lvl5pPr lvl="4" rtl="0" algn="ctr">
              <a:spcBef>
                <a:spcPts val="0"/>
              </a:spcBef>
              <a:spcAft>
                <a:spcPts val="0"/>
              </a:spcAft>
              <a:buClr>
                <a:srgbClr val="FFFFFF"/>
              </a:buClr>
              <a:buSzPts val="1600"/>
              <a:buNone/>
              <a:defRPr sz="1600">
                <a:solidFill>
                  <a:srgbClr val="FFFFFF"/>
                </a:solidFill>
              </a:defRPr>
            </a:lvl5pPr>
            <a:lvl6pPr lvl="5" rtl="0" algn="ctr">
              <a:spcBef>
                <a:spcPts val="0"/>
              </a:spcBef>
              <a:spcAft>
                <a:spcPts val="0"/>
              </a:spcAft>
              <a:buClr>
                <a:srgbClr val="FFFFFF"/>
              </a:buClr>
              <a:buSzPts val="1600"/>
              <a:buNone/>
              <a:defRPr sz="1600">
                <a:solidFill>
                  <a:srgbClr val="FFFFFF"/>
                </a:solidFill>
              </a:defRPr>
            </a:lvl6pPr>
            <a:lvl7pPr lvl="6" rtl="0" algn="ctr">
              <a:spcBef>
                <a:spcPts val="0"/>
              </a:spcBef>
              <a:spcAft>
                <a:spcPts val="0"/>
              </a:spcAft>
              <a:buClr>
                <a:srgbClr val="FFFFFF"/>
              </a:buClr>
              <a:buSzPts val="1600"/>
              <a:buNone/>
              <a:defRPr sz="1600">
                <a:solidFill>
                  <a:srgbClr val="FFFFFF"/>
                </a:solidFill>
              </a:defRPr>
            </a:lvl7pPr>
            <a:lvl8pPr lvl="7" rtl="0" algn="ctr">
              <a:spcBef>
                <a:spcPts val="0"/>
              </a:spcBef>
              <a:spcAft>
                <a:spcPts val="0"/>
              </a:spcAft>
              <a:buClr>
                <a:srgbClr val="FFFFFF"/>
              </a:buClr>
              <a:buSzPts val="1600"/>
              <a:buNone/>
              <a:defRPr sz="1600">
                <a:solidFill>
                  <a:srgbClr val="FFFFFF"/>
                </a:solidFill>
              </a:defRPr>
            </a:lvl8pPr>
            <a:lvl9pPr lvl="8" rtl="0" algn="ctr">
              <a:spcBef>
                <a:spcPts val="0"/>
              </a:spcBef>
              <a:spcAft>
                <a:spcPts val="0"/>
              </a:spcAft>
              <a:buClr>
                <a:srgbClr val="FFFFFF"/>
              </a:buClr>
              <a:buSzPts val="1600"/>
              <a:buNone/>
              <a:defRPr sz="1600">
                <a:solidFill>
                  <a:srgbClr val="FFFFFF"/>
                </a:solidFill>
              </a:defRPr>
            </a:lvl9pPr>
          </a:lstStyle>
          <a:p/>
        </p:txBody>
      </p:sp>
      <p:sp>
        <p:nvSpPr>
          <p:cNvPr id="748" name="Google Shape;748;p89"/>
          <p:cNvSpPr txBox="1"/>
          <p:nvPr>
            <p:ph idx="2" type="subTitle"/>
          </p:nvPr>
        </p:nvSpPr>
        <p:spPr>
          <a:xfrm flipH="1">
            <a:off x="5305200" y="2789155"/>
            <a:ext cx="1826400" cy="95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Font typeface="Fira Sans Extra Condensed Light"/>
              <a:buNone/>
              <a:defRPr>
                <a:solidFill>
                  <a:srgbClr val="FFFFFF"/>
                </a:solidFill>
                <a:latin typeface="Fira Sans Extra Condensed Light"/>
                <a:ea typeface="Fira Sans Extra Condensed Light"/>
                <a:cs typeface="Fira Sans Extra Condensed Light"/>
                <a:sym typeface="Fira Sans Extra Condensed Light"/>
              </a:defRPr>
            </a:lvl1pPr>
            <a:lvl2pPr lvl="1" rtl="0" algn="ctr">
              <a:lnSpc>
                <a:spcPct val="100000"/>
              </a:lnSpc>
              <a:spcBef>
                <a:spcPts val="0"/>
              </a:spcBef>
              <a:spcAft>
                <a:spcPts val="0"/>
              </a:spcAft>
              <a:buClr>
                <a:srgbClr val="FFFFFF"/>
              </a:buClr>
              <a:buSzPts val="1200"/>
              <a:buNone/>
              <a:defRPr>
                <a:solidFill>
                  <a:srgbClr val="FFFFFF"/>
                </a:solidFill>
              </a:defRPr>
            </a:lvl2pPr>
            <a:lvl3pPr lvl="2" rtl="0" algn="ctr">
              <a:lnSpc>
                <a:spcPct val="100000"/>
              </a:lnSpc>
              <a:spcBef>
                <a:spcPts val="0"/>
              </a:spcBef>
              <a:spcAft>
                <a:spcPts val="0"/>
              </a:spcAft>
              <a:buClr>
                <a:srgbClr val="FFFFFF"/>
              </a:buClr>
              <a:buSzPts val="1200"/>
              <a:buNone/>
              <a:defRPr>
                <a:solidFill>
                  <a:srgbClr val="FFFFFF"/>
                </a:solidFill>
              </a:defRPr>
            </a:lvl3pPr>
            <a:lvl4pPr lvl="3" rtl="0" algn="ctr">
              <a:lnSpc>
                <a:spcPct val="100000"/>
              </a:lnSpc>
              <a:spcBef>
                <a:spcPts val="0"/>
              </a:spcBef>
              <a:spcAft>
                <a:spcPts val="0"/>
              </a:spcAft>
              <a:buClr>
                <a:srgbClr val="FFFFFF"/>
              </a:buClr>
              <a:buSzPts val="1200"/>
              <a:buNone/>
              <a:defRPr>
                <a:solidFill>
                  <a:srgbClr val="FFFFFF"/>
                </a:solidFill>
              </a:defRPr>
            </a:lvl4pPr>
            <a:lvl5pPr lvl="4" rtl="0" algn="ctr">
              <a:lnSpc>
                <a:spcPct val="100000"/>
              </a:lnSpc>
              <a:spcBef>
                <a:spcPts val="0"/>
              </a:spcBef>
              <a:spcAft>
                <a:spcPts val="0"/>
              </a:spcAft>
              <a:buClr>
                <a:srgbClr val="FFFFFF"/>
              </a:buClr>
              <a:buSzPts val="1200"/>
              <a:buNone/>
              <a:defRPr>
                <a:solidFill>
                  <a:srgbClr val="FFFFFF"/>
                </a:solidFill>
              </a:defRPr>
            </a:lvl5pPr>
            <a:lvl6pPr lvl="5" rtl="0" algn="ctr">
              <a:lnSpc>
                <a:spcPct val="100000"/>
              </a:lnSpc>
              <a:spcBef>
                <a:spcPts val="0"/>
              </a:spcBef>
              <a:spcAft>
                <a:spcPts val="0"/>
              </a:spcAft>
              <a:buClr>
                <a:srgbClr val="FFFFFF"/>
              </a:buClr>
              <a:buSzPts val="1200"/>
              <a:buNone/>
              <a:defRPr>
                <a:solidFill>
                  <a:srgbClr val="FFFFFF"/>
                </a:solidFill>
              </a:defRPr>
            </a:lvl6pPr>
            <a:lvl7pPr lvl="6" rtl="0" algn="ctr">
              <a:lnSpc>
                <a:spcPct val="100000"/>
              </a:lnSpc>
              <a:spcBef>
                <a:spcPts val="0"/>
              </a:spcBef>
              <a:spcAft>
                <a:spcPts val="0"/>
              </a:spcAft>
              <a:buClr>
                <a:srgbClr val="FFFFFF"/>
              </a:buClr>
              <a:buSzPts val="1200"/>
              <a:buNone/>
              <a:defRPr>
                <a:solidFill>
                  <a:srgbClr val="FFFFFF"/>
                </a:solidFill>
              </a:defRPr>
            </a:lvl7pPr>
            <a:lvl8pPr lvl="7" rtl="0" algn="ctr">
              <a:lnSpc>
                <a:spcPct val="100000"/>
              </a:lnSpc>
              <a:spcBef>
                <a:spcPts val="0"/>
              </a:spcBef>
              <a:spcAft>
                <a:spcPts val="0"/>
              </a:spcAft>
              <a:buClr>
                <a:srgbClr val="FFFFFF"/>
              </a:buClr>
              <a:buSzPts val="1200"/>
              <a:buNone/>
              <a:defRPr>
                <a:solidFill>
                  <a:srgbClr val="FFFFFF"/>
                </a:solidFill>
              </a:defRPr>
            </a:lvl8pPr>
            <a:lvl9pPr lvl="8" rtl="0" algn="ctr">
              <a:lnSpc>
                <a:spcPct val="100000"/>
              </a:lnSpc>
              <a:spcBef>
                <a:spcPts val="0"/>
              </a:spcBef>
              <a:spcAft>
                <a:spcPts val="0"/>
              </a:spcAft>
              <a:buClr>
                <a:srgbClr val="FFFFFF"/>
              </a:buClr>
              <a:buSzPts val="1200"/>
              <a:buNone/>
              <a:defRPr>
                <a:solidFill>
                  <a:srgbClr val="FFFFFF"/>
                </a:solidFill>
              </a:defRPr>
            </a:lvl9pPr>
          </a:lstStyle>
          <a:p/>
        </p:txBody>
      </p:sp>
      <p:cxnSp>
        <p:nvCxnSpPr>
          <p:cNvPr id="749" name="Google Shape;749;p89"/>
          <p:cNvCxnSpPr/>
          <p:nvPr/>
        </p:nvCxnSpPr>
        <p:spPr>
          <a:xfrm rot="10800000">
            <a:off x="5550750" y="2789150"/>
            <a:ext cx="13353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5 1 2">
  <p:cSld name="CUSTOM_11_1_2">
    <p:spTree>
      <p:nvGrpSpPr>
        <p:cNvPr id="750" name="Shape 750"/>
        <p:cNvGrpSpPr/>
        <p:nvPr/>
      </p:nvGrpSpPr>
      <p:grpSpPr>
        <a:xfrm>
          <a:off x="0" y="0"/>
          <a:ext cx="0" cy="0"/>
          <a:chOff x="0" y="0"/>
          <a:chExt cx="0" cy="0"/>
        </a:xfrm>
      </p:grpSpPr>
      <p:sp>
        <p:nvSpPr>
          <p:cNvPr id="751" name="Google Shape;751;p90"/>
          <p:cNvSpPr/>
          <p:nvPr/>
        </p:nvSpPr>
        <p:spPr>
          <a:xfrm flipH="1">
            <a:off x="200" y="0"/>
            <a:ext cx="9144000" cy="5151000"/>
          </a:xfrm>
          <a:prstGeom prst="rect">
            <a:avLst/>
          </a:prstGeom>
          <a:solidFill>
            <a:srgbClr val="FFFFFF">
              <a:alpha val="51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90"/>
          <p:cNvSpPr/>
          <p:nvPr/>
        </p:nvSpPr>
        <p:spPr>
          <a:xfrm flipH="1">
            <a:off x="-250" y="0"/>
            <a:ext cx="5677200" cy="4647300"/>
          </a:xfrm>
          <a:prstGeom prst="rect">
            <a:avLst/>
          </a:prstGeom>
          <a:solidFill>
            <a:srgbClr val="E65463">
              <a:alpha val="84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
        <p:nvSpPr>
          <p:cNvPr id="753" name="Google Shape;753;p90"/>
          <p:cNvSpPr txBox="1"/>
          <p:nvPr>
            <p:ph type="ctrTitle"/>
          </p:nvPr>
        </p:nvSpPr>
        <p:spPr>
          <a:xfrm>
            <a:off x="831200" y="376498"/>
            <a:ext cx="3867300" cy="205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3600"/>
              <a:buNone/>
              <a:defRPr sz="3600">
                <a:solidFill>
                  <a:srgbClr val="FFFFFF"/>
                </a:solidFill>
              </a:defRPr>
            </a:lvl1pPr>
            <a:lvl2pPr lvl="1" rtl="0">
              <a:spcBef>
                <a:spcPts val="0"/>
              </a:spcBef>
              <a:spcAft>
                <a:spcPts val="0"/>
              </a:spcAft>
              <a:buClr>
                <a:srgbClr val="FFFFFF"/>
              </a:buClr>
              <a:buSzPts val="1600"/>
              <a:buNone/>
              <a:defRPr sz="1600">
                <a:solidFill>
                  <a:srgbClr val="FFFFFF"/>
                </a:solidFill>
              </a:defRPr>
            </a:lvl2pPr>
            <a:lvl3pPr lvl="2" rtl="0">
              <a:spcBef>
                <a:spcPts val="0"/>
              </a:spcBef>
              <a:spcAft>
                <a:spcPts val="0"/>
              </a:spcAft>
              <a:buClr>
                <a:srgbClr val="FFFFFF"/>
              </a:buClr>
              <a:buSzPts val="1600"/>
              <a:buNone/>
              <a:defRPr sz="1600">
                <a:solidFill>
                  <a:srgbClr val="FFFFFF"/>
                </a:solidFill>
              </a:defRPr>
            </a:lvl3pPr>
            <a:lvl4pPr lvl="3" rtl="0">
              <a:spcBef>
                <a:spcPts val="0"/>
              </a:spcBef>
              <a:spcAft>
                <a:spcPts val="0"/>
              </a:spcAft>
              <a:buClr>
                <a:srgbClr val="FFFFFF"/>
              </a:buClr>
              <a:buSzPts val="1600"/>
              <a:buNone/>
              <a:defRPr sz="1600">
                <a:solidFill>
                  <a:srgbClr val="FFFFFF"/>
                </a:solidFill>
              </a:defRPr>
            </a:lvl4pPr>
            <a:lvl5pPr lvl="4" rtl="0">
              <a:spcBef>
                <a:spcPts val="0"/>
              </a:spcBef>
              <a:spcAft>
                <a:spcPts val="0"/>
              </a:spcAft>
              <a:buClr>
                <a:srgbClr val="FFFFFF"/>
              </a:buClr>
              <a:buSzPts val="1600"/>
              <a:buNone/>
              <a:defRPr sz="1600">
                <a:solidFill>
                  <a:srgbClr val="FFFFFF"/>
                </a:solidFill>
              </a:defRPr>
            </a:lvl5pPr>
            <a:lvl6pPr lvl="5" rtl="0">
              <a:spcBef>
                <a:spcPts val="0"/>
              </a:spcBef>
              <a:spcAft>
                <a:spcPts val="0"/>
              </a:spcAft>
              <a:buClr>
                <a:srgbClr val="FFFFFF"/>
              </a:buClr>
              <a:buSzPts val="1600"/>
              <a:buNone/>
              <a:defRPr sz="1600">
                <a:solidFill>
                  <a:srgbClr val="FFFFFF"/>
                </a:solidFill>
              </a:defRPr>
            </a:lvl6pPr>
            <a:lvl7pPr lvl="6" rtl="0">
              <a:spcBef>
                <a:spcPts val="0"/>
              </a:spcBef>
              <a:spcAft>
                <a:spcPts val="0"/>
              </a:spcAft>
              <a:buClr>
                <a:srgbClr val="FFFFFF"/>
              </a:buClr>
              <a:buSzPts val="1600"/>
              <a:buNone/>
              <a:defRPr sz="1600">
                <a:solidFill>
                  <a:srgbClr val="FFFFFF"/>
                </a:solidFill>
              </a:defRPr>
            </a:lvl7pPr>
            <a:lvl8pPr lvl="7" rtl="0">
              <a:spcBef>
                <a:spcPts val="0"/>
              </a:spcBef>
              <a:spcAft>
                <a:spcPts val="0"/>
              </a:spcAft>
              <a:buClr>
                <a:srgbClr val="FFFFFF"/>
              </a:buClr>
              <a:buSzPts val="1600"/>
              <a:buNone/>
              <a:defRPr sz="1600">
                <a:solidFill>
                  <a:srgbClr val="FFFFFF"/>
                </a:solidFill>
              </a:defRPr>
            </a:lvl8pPr>
            <a:lvl9pPr lvl="8" rtl="0">
              <a:spcBef>
                <a:spcPts val="0"/>
              </a:spcBef>
              <a:spcAft>
                <a:spcPts val="0"/>
              </a:spcAft>
              <a:buClr>
                <a:srgbClr val="FFFFFF"/>
              </a:buClr>
              <a:buSzPts val="1600"/>
              <a:buNone/>
              <a:defRPr sz="1600">
                <a:solidFill>
                  <a:srgbClr val="FFFFFF"/>
                </a:solidFill>
              </a:defRPr>
            </a:lvl9pPr>
          </a:lstStyle>
          <a:p/>
        </p:txBody>
      </p:sp>
      <p:sp>
        <p:nvSpPr>
          <p:cNvPr id="754" name="Google Shape;754;p90"/>
          <p:cNvSpPr txBox="1"/>
          <p:nvPr>
            <p:ph idx="1" type="subTitle"/>
          </p:nvPr>
        </p:nvSpPr>
        <p:spPr>
          <a:xfrm>
            <a:off x="831200" y="2314225"/>
            <a:ext cx="42249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Clr>
                <a:srgbClr val="FFFFFF"/>
              </a:buClr>
              <a:buSzPts val="1200"/>
              <a:buNone/>
              <a:defRPr>
                <a:solidFill>
                  <a:srgbClr val="FFFFFF"/>
                </a:solidFill>
              </a:defRPr>
            </a:lvl2pPr>
            <a:lvl3pPr lvl="2" rtl="0">
              <a:lnSpc>
                <a:spcPct val="100000"/>
              </a:lnSpc>
              <a:spcBef>
                <a:spcPts val="0"/>
              </a:spcBef>
              <a:spcAft>
                <a:spcPts val="0"/>
              </a:spcAft>
              <a:buClr>
                <a:srgbClr val="FFFFFF"/>
              </a:buClr>
              <a:buSzPts val="1200"/>
              <a:buNone/>
              <a:defRPr>
                <a:solidFill>
                  <a:srgbClr val="FFFFFF"/>
                </a:solidFill>
              </a:defRPr>
            </a:lvl3pPr>
            <a:lvl4pPr lvl="3" rtl="0">
              <a:lnSpc>
                <a:spcPct val="100000"/>
              </a:lnSpc>
              <a:spcBef>
                <a:spcPts val="0"/>
              </a:spcBef>
              <a:spcAft>
                <a:spcPts val="0"/>
              </a:spcAft>
              <a:buClr>
                <a:srgbClr val="FFFFFF"/>
              </a:buClr>
              <a:buSzPts val="1200"/>
              <a:buNone/>
              <a:defRPr>
                <a:solidFill>
                  <a:srgbClr val="FFFFFF"/>
                </a:solidFill>
              </a:defRPr>
            </a:lvl4pPr>
            <a:lvl5pPr lvl="4" rtl="0">
              <a:lnSpc>
                <a:spcPct val="100000"/>
              </a:lnSpc>
              <a:spcBef>
                <a:spcPts val="0"/>
              </a:spcBef>
              <a:spcAft>
                <a:spcPts val="0"/>
              </a:spcAft>
              <a:buClr>
                <a:srgbClr val="FFFFFF"/>
              </a:buClr>
              <a:buSzPts val="1200"/>
              <a:buNone/>
              <a:defRPr>
                <a:solidFill>
                  <a:srgbClr val="FFFFFF"/>
                </a:solidFill>
              </a:defRPr>
            </a:lvl5pPr>
            <a:lvl6pPr lvl="5" rtl="0">
              <a:lnSpc>
                <a:spcPct val="100000"/>
              </a:lnSpc>
              <a:spcBef>
                <a:spcPts val="0"/>
              </a:spcBef>
              <a:spcAft>
                <a:spcPts val="0"/>
              </a:spcAft>
              <a:buClr>
                <a:srgbClr val="FFFFFF"/>
              </a:buClr>
              <a:buSzPts val="1200"/>
              <a:buNone/>
              <a:defRPr>
                <a:solidFill>
                  <a:srgbClr val="FFFFFF"/>
                </a:solidFill>
              </a:defRPr>
            </a:lvl6pPr>
            <a:lvl7pPr lvl="6" rtl="0">
              <a:lnSpc>
                <a:spcPct val="100000"/>
              </a:lnSpc>
              <a:spcBef>
                <a:spcPts val="0"/>
              </a:spcBef>
              <a:spcAft>
                <a:spcPts val="0"/>
              </a:spcAft>
              <a:buClr>
                <a:srgbClr val="FFFFFF"/>
              </a:buClr>
              <a:buSzPts val="1200"/>
              <a:buNone/>
              <a:defRPr>
                <a:solidFill>
                  <a:srgbClr val="FFFFFF"/>
                </a:solidFill>
              </a:defRPr>
            </a:lvl7pPr>
            <a:lvl8pPr lvl="7" rtl="0">
              <a:lnSpc>
                <a:spcPct val="100000"/>
              </a:lnSpc>
              <a:spcBef>
                <a:spcPts val="0"/>
              </a:spcBef>
              <a:spcAft>
                <a:spcPts val="0"/>
              </a:spcAft>
              <a:buClr>
                <a:srgbClr val="FFFFFF"/>
              </a:buClr>
              <a:buSzPts val="1200"/>
              <a:buNone/>
              <a:defRPr>
                <a:solidFill>
                  <a:srgbClr val="FFFFFF"/>
                </a:solidFill>
              </a:defRPr>
            </a:lvl8pPr>
            <a:lvl9pPr lvl="8" rtl="0">
              <a:lnSpc>
                <a:spcPct val="100000"/>
              </a:lnSpc>
              <a:spcBef>
                <a:spcPts val="0"/>
              </a:spcBef>
              <a:spcAft>
                <a:spcPts val="0"/>
              </a:spcAft>
              <a:buClr>
                <a:srgbClr val="FFFFFF"/>
              </a:buClr>
              <a:buSzPts val="1200"/>
              <a:buNone/>
              <a:defRPr>
                <a:solidFill>
                  <a:srgbClr val="FFFFFF"/>
                </a:solidFill>
              </a:defRPr>
            </a:lvl9pPr>
          </a:lstStyle>
          <a:p/>
        </p:txBody>
      </p:sp>
      <p:sp>
        <p:nvSpPr>
          <p:cNvPr id="755" name="Google Shape;755;p90"/>
          <p:cNvSpPr/>
          <p:nvPr/>
        </p:nvSpPr>
        <p:spPr>
          <a:xfrm flipH="1">
            <a:off x="1158825" y="3827725"/>
            <a:ext cx="7985400" cy="1323000"/>
          </a:xfrm>
          <a:prstGeom prst="rect">
            <a:avLst/>
          </a:prstGeom>
          <a:solidFill>
            <a:srgbClr val="413B49">
              <a:alpha val="59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5D5"/>
              </a:solidFil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56" name="Shape 756"/>
        <p:cNvGrpSpPr/>
        <p:nvPr/>
      </p:nvGrpSpPr>
      <p:grpSpPr>
        <a:xfrm>
          <a:off x="0" y="0"/>
          <a:ext cx="0" cy="0"/>
          <a:chOff x="0" y="0"/>
          <a:chExt cx="0" cy="0"/>
        </a:xfrm>
      </p:grpSpPr>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0" name="Shape 76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62" Type="http://schemas.openxmlformats.org/officeDocument/2006/relationships/slideLayout" Target="../slideLayouts/slideLayout62.xml"/><Relationship Id="rId61" Type="http://schemas.openxmlformats.org/officeDocument/2006/relationships/slideLayout" Target="../slideLayouts/slideLayout61.xml"/><Relationship Id="rId20" Type="http://schemas.openxmlformats.org/officeDocument/2006/relationships/slideLayout" Target="../slideLayouts/slideLayout20.xml"/><Relationship Id="rId64" Type="http://schemas.openxmlformats.org/officeDocument/2006/relationships/theme" Target="../theme/theme2.xml"/><Relationship Id="rId63" Type="http://schemas.openxmlformats.org/officeDocument/2006/relationships/slideLayout" Target="../slideLayouts/slideLayout63.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60" Type="http://schemas.openxmlformats.org/officeDocument/2006/relationships/slideLayout" Target="../slideLayouts/slideLayout60.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slideLayout" Target="../slideLayouts/slideLayout55.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57" Type="http://schemas.openxmlformats.org/officeDocument/2006/relationships/slideLayout" Target="../slideLayouts/slideLayout57.xml"/><Relationship Id="rId12" Type="http://schemas.openxmlformats.org/officeDocument/2006/relationships/slideLayout" Target="../slideLayouts/slideLayout12.xml"/><Relationship Id="rId56" Type="http://schemas.openxmlformats.org/officeDocument/2006/relationships/slideLayout" Target="../slideLayouts/slideLayout56.xml"/><Relationship Id="rId15" Type="http://schemas.openxmlformats.org/officeDocument/2006/relationships/slideLayout" Target="../slideLayouts/slideLayout15.xml"/><Relationship Id="rId59" Type="http://schemas.openxmlformats.org/officeDocument/2006/relationships/slideLayout" Target="../slideLayouts/slideLayout59.xml"/><Relationship Id="rId14" Type="http://schemas.openxmlformats.org/officeDocument/2006/relationships/slideLayout" Target="../slideLayouts/slideLayout14.xml"/><Relationship Id="rId58" Type="http://schemas.openxmlformats.org/officeDocument/2006/relationships/slideLayout" Target="../slideLayouts/slideLayout5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65.xml"/><Relationship Id="rId2" Type="http://schemas.openxmlformats.org/officeDocument/2006/relationships/slideLayout" Target="../slideLayouts/slideLayout66.xml"/><Relationship Id="rId3" Type="http://schemas.openxmlformats.org/officeDocument/2006/relationships/slideLayout" Target="../slideLayouts/slideLayout67.xml"/><Relationship Id="rId4" Type="http://schemas.openxmlformats.org/officeDocument/2006/relationships/slideLayout" Target="../slideLayouts/slideLayout68.xml"/><Relationship Id="rId9" Type="http://schemas.openxmlformats.org/officeDocument/2006/relationships/slideLayout" Target="../slideLayouts/slideLayout73.xml"/><Relationship Id="rId5" Type="http://schemas.openxmlformats.org/officeDocument/2006/relationships/slideLayout" Target="../slideLayouts/slideLayout69.xml"/><Relationship Id="rId6" Type="http://schemas.openxmlformats.org/officeDocument/2006/relationships/slideLayout" Target="../slideLayouts/slideLayout70.xml"/><Relationship Id="rId7" Type="http://schemas.openxmlformats.org/officeDocument/2006/relationships/slideLayout" Target="../slideLayouts/slideLayout71.xml"/><Relationship Id="rId8" Type="http://schemas.openxmlformats.org/officeDocument/2006/relationships/slideLayout" Target="../slideLayouts/slideLayout72.xml"/><Relationship Id="rId20" Type="http://schemas.openxmlformats.org/officeDocument/2006/relationships/slideLayout" Target="../slideLayouts/slideLayout84.xml"/><Relationship Id="rId22" Type="http://schemas.openxmlformats.org/officeDocument/2006/relationships/slideLayout" Target="../slideLayouts/slideLayout86.xml"/><Relationship Id="rId21" Type="http://schemas.openxmlformats.org/officeDocument/2006/relationships/slideLayout" Target="../slideLayouts/slideLayout85.xml"/><Relationship Id="rId24" Type="http://schemas.openxmlformats.org/officeDocument/2006/relationships/slideLayout" Target="../slideLayouts/slideLayout88.xml"/><Relationship Id="rId23" Type="http://schemas.openxmlformats.org/officeDocument/2006/relationships/slideLayout" Target="../slideLayouts/slideLayout87.xml"/><Relationship Id="rId25" Type="http://schemas.openxmlformats.org/officeDocument/2006/relationships/theme" Target="../theme/theme5.xml"/><Relationship Id="rId11" Type="http://schemas.openxmlformats.org/officeDocument/2006/relationships/slideLayout" Target="../slideLayouts/slideLayout75.xml"/><Relationship Id="rId10" Type="http://schemas.openxmlformats.org/officeDocument/2006/relationships/slideLayout" Target="../slideLayouts/slideLayout74.xml"/><Relationship Id="rId13" Type="http://schemas.openxmlformats.org/officeDocument/2006/relationships/slideLayout" Target="../slideLayouts/slideLayout77.xml"/><Relationship Id="rId12" Type="http://schemas.openxmlformats.org/officeDocument/2006/relationships/slideLayout" Target="../slideLayouts/slideLayout76.xml"/><Relationship Id="rId15" Type="http://schemas.openxmlformats.org/officeDocument/2006/relationships/slideLayout" Target="../slideLayouts/slideLayout79.xml"/><Relationship Id="rId14" Type="http://schemas.openxmlformats.org/officeDocument/2006/relationships/slideLayout" Target="../slideLayouts/slideLayout78.xml"/><Relationship Id="rId17" Type="http://schemas.openxmlformats.org/officeDocument/2006/relationships/slideLayout" Target="../slideLayouts/slideLayout81.xml"/><Relationship Id="rId16" Type="http://schemas.openxmlformats.org/officeDocument/2006/relationships/slideLayout" Target="../slideLayouts/slideLayout80.xml"/><Relationship Id="rId19" Type="http://schemas.openxmlformats.org/officeDocument/2006/relationships/slideLayout" Target="../slideLayouts/slideLayout83.xml"/><Relationship Id="rId18" Type="http://schemas.openxmlformats.org/officeDocument/2006/relationships/slideLayout" Target="../slideLayouts/slideLayout82.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89.xml"/><Relationship Id="rId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chemeClr val="accent1"/>
            </a:gs>
            <a:gs pos="100000">
              <a:schemeClr val="accent2"/>
            </a:gs>
          </a:gsLst>
          <a:lin ang="5400012" scaled="0"/>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457200" y="445025"/>
            <a:ext cx="8229600" cy="572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3000"/>
              <a:buFont typeface="Squada One"/>
              <a:buNone/>
              <a:defRPr sz="3000">
                <a:solidFill>
                  <a:schemeClr val="lt1"/>
                </a:solidFill>
                <a:latin typeface="Squada One"/>
                <a:ea typeface="Squada One"/>
                <a:cs typeface="Squada One"/>
                <a:sym typeface="Squada One"/>
              </a:defRPr>
            </a:lvl1pPr>
            <a:lvl2pPr lvl="1" algn="ctr">
              <a:spcBef>
                <a:spcPts val="0"/>
              </a:spcBef>
              <a:spcAft>
                <a:spcPts val="0"/>
              </a:spcAft>
              <a:buClr>
                <a:schemeClr val="lt1"/>
              </a:buClr>
              <a:buSzPts val="2800"/>
              <a:buNone/>
              <a:defRPr sz="2800">
                <a:solidFill>
                  <a:schemeClr val="lt1"/>
                </a:solidFill>
              </a:defRPr>
            </a:lvl2pPr>
            <a:lvl3pPr lvl="2" algn="ctr">
              <a:spcBef>
                <a:spcPts val="0"/>
              </a:spcBef>
              <a:spcAft>
                <a:spcPts val="0"/>
              </a:spcAft>
              <a:buClr>
                <a:schemeClr val="lt1"/>
              </a:buClr>
              <a:buSzPts val="2800"/>
              <a:buNone/>
              <a:defRPr sz="2800">
                <a:solidFill>
                  <a:schemeClr val="lt1"/>
                </a:solidFill>
              </a:defRPr>
            </a:lvl3pPr>
            <a:lvl4pPr lvl="3" algn="ctr">
              <a:spcBef>
                <a:spcPts val="0"/>
              </a:spcBef>
              <a:spcAft>
                <a:spcPts val="0"/>
              </a:spcAft>
              <a:buClr>
                <a:schemeClr val="lt1"/>
              </a:buClr>
              <a:buSzPts val="2800"/>
              <a:buNone/>
              <a:defRPr sz="2800">
                <a:solidFill>
                  <a:schemeClr val="lt1"/>
                </a:solidFill>
              </a:defRPr>
            </a:lvl4pPr>
            <a:lvl5pPr lvl="4" algn="ctr">
              <a:spcBef>
                <a:spcPts val="0"/>
              </a:spcBef>
              <a:spcAft>
                <a:spcPts val="0"/>
              </a:spcAft>
              <a:buClr>
                <a:schemeClr val="lt1"/>
              </a:buClr>
              <a:buSzPts val="2800"/>
              <a:buNone/>
              <a:defRPr sz="2800">
                <a:solidFill>
                  <a:schemeClr val="lt1"/>
                </a:solidFill>
              </a:defRPr>
            </a:lvl5pPr>
            <a:lvl6pPr lvl="5" algn="ctr">
              <a:spcBef>
                <a:spcPts val="0"/>
              </a:spcBef>
              <a:spcAft>
                <a:spcPts val="0"/>
              </a:spcAft>
              <a:buClr>
                <a:schemeClr val="lt1"/>
              </a:buClr>
              <a:buSzPts val="2800"/>
              <a:buNone/>
              <a:defRPr sz="2800">
                <a:solidFill>
                  <a:schemeClr val="lt1"/>
                </a:solidFill>
              </a:defRPr>
            </a:lvl6pPr>
            <a:lvl7pPr lvl="6" algn="ctr">
              <a:spcBef>
                <a:spcPts val="0"/>
              </a:spcBef>
              <a:spcAft>
                <a:spcPts val="0"/>
              </a:spcAft>
              <a:buClr>
                <a:schemeClr val="lt1"/>
              </a:buClr>
              <a:buSzPts val="2800"/>
              <a:buNone/>
              <a:defRPr sz="2800">
                <a:solidFill>
                  <a:schemeClr val="lt1"/>
                </a:solidFill>
              </a:defRPr>
            </a:lvl7pPr>
            <a:lvl8pPr lvl="7" algn="ctr">
              <a:spcBef>
                <a:spcPts val="0"/>
              </a:spcBef>
              <a:spcAft>
                <a:spcPts val="0"/>
              </a:spcAft>
              <a:buClr>
                <a:schemeClr val="lt1"/>
              </a:buClr>
              <a:buSzPts val="2800"/>
              <a:buNone/>
              <a:defRPr sz="2800">
                <a:solidFill>
                  <a:schemeClr val="lt1"/>
                </a:solidFill>
              </a:defRPr>
            </a:lvl8pPr>
            <a:lvl9pPr lvl="8" algn="ctr">
              <a:spcBef>
                <a:spcPts val="0"/>
              </a:spcBef>
              <a:spcAft>
                <a:spcPts val="0"/>
              </a:spcAft>
              <a:buClr>
                <a:schemeClr val="lt1"/>
              </a:buClr>
              <a:buSzPts val="2800"/>
              <a:buNone/>
              <a:defRPr sz="2800">
                <a:solidFill>
                  <a:schemeClr val="lt1"/>
                </a:solidFill>
              </a:defRPr>
            </a:lvl9pPr>
          </a:lstStyle>
          <a:p/>
        </p:txBody>
      </p:sp>
      <p:sp>
        <p:nvSpPr>
          <p:cNvPr id="7" name="Google Shape;7;p1"/>
          <p:cNvSpPr txBox="1"/>
          <p:nvPr>
            <p:ph idx="1" type="body"/>
          </p:nvPr>
        </p:nvSpPr>
        <p:spPr>
          <a:xfrm>
            <a:off x="457200" y="1152475"/>
            <a:ext cx="8229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lt1"/>
              </a:buClr>
              <a:buSzPts val="1800"/>
              <a:buFont typeface="Roboto Condensed Light"/>
              <a:buChar char="●"/>
              <a:defRPr sz="1800">
                <a:solidFill>
                  <a:schemeClr val="lt1"/>
                </a:solidFill>
                <a:latin typeface="Roboto Condensed Light"/>
                <a:ea typeface="Roboto Condensed Light"/>
                <a:cs typeface="Roboto Condensed Light"/>
                <a:sym typeface="Roboto Condensed Light"/>
              </a:defRPr>
            </a:lvl1pPr>
            <a:lvl2pPr indent="-317500" lvl="1" marL="9144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2pPr>
            <a:lvl3pPr indent="-317500" lvl="2" marL="13716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3pPr>
            <a:lvl4pPr indent="-317500" lvl="3" marL="18288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4pPr>
            <a:lvl5pPr indent="-317500" lvl="4" marL="22860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5pPr>
            <a:lvl6pPr indent="-317500" lvl="5" marL="27432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6pPr>
            <a:lvl7pPr indent="-317500" lvl="6" marL="32004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7pPr>
            <a:lvl8pPr indent="-317500" lvl="7" marL="3657600">
              <a:lnSpc>
                <a:spcPct val="115000"/>
              </a:lnSpc>
              <a:spcBef>
                <a:spcPts val="1600"/>
              </a:spcBef>
              <a:spcAft>
                <a:spcPts val="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8pPr>
            <a:lvl9pPr indent="-317500" lvl="8" marL="4114800">
              <a:lnSpc>
                <a:spcPct val="115000"/>
              </a:lnSpc>
              <a:spcBef>
                <a:spcPts val="1600"/>
              </a:spcBef>
              <a:spcAft>
                <a:spcPts val="1600"/>
              </a:spcAft>
              <a:buClr>
                <a:schemeClr val="lt1"/>
              </a:buClr>
              <a:buSzPts val="1400"/>
              <a:buFont typeface="Roboto Condensed Light"/>
              <a:buChar char="■"/>
              <a:defRPr>
                <a:solidFill>
                  <a:schemeClr val="lt1"/>
                </a:solidFill>
                <a:latin typeface="Roboto Condensed Light"/>
                <a:ea typeface="Roboto Condensed Light"/>
                <a:cs typeface="Roboto Condensed Light"/>
                <a:sym typeface="Roboto Condensed Light"/>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 id="2147483702" r:id="rId55"/>
    <p:sldLayoutId id="2147483703" r:id="rId56"/>
    <p:sldLayoutId id="2147483704" r:id="rId57"/>
    <p:sldLayoutId id="2147483705" r:id="rId58"/>
    <p:sldLayoutId id="2147483706" r:id="rId59"/>
    <p:sldLayoutId id="2147483707" r:id="rId60"/>
    <p:sldLayoutId id="2147483708" r:id="rId61"/>
    <p:sldLayoutId id="2147483709" r:id="rId62"/>
    <p:sldLayoutId id="2147483710" r:id="rId6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67" name="Shape 567"/>
        <p:cNvGrpSpPr/>
        <p:nvPr/>
      </p:nvGrpSpPr>
      <p:grpSpPr>
        <a:xfrm>
          <a:off x="0" y="0"/>
          <a:ext cx="0" cy="0"/>
          <a:chOff x="0" y="0"/>
          <a:chExt cx="0" cy="0"/>
        </a:xfrm>
      </p:grpSpPr>
      <p:sp>
        <p:nvSpPr>
          <p:cNvPr id="568" name="Google Shape;568;p6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69" name="Google Shape;569;p6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570" name="Google Shape;570;p65"/>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1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72" name="Shape 572"/>
        <p:cNvGrpSpPr/>
        <p:nvPr/>
      </p:nvGrpSpPr>
      <p:grpSpPr>
        <a:xfrm>
          <a:off x="0" y="0"/>
          <a:ext cx="0" cy="0"/>
          <a:chOff x="0" y="0"/>
          <a:chExt cx="0" cy="0"/>
        </a:xfrm>
      </p:grpSpPr>
      <p:sp>
        <p:nvSpPr>
          <p:cNvPr id="573" name="Google Shape;573;p67"/>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434343"/>
              </a:buClr>
              <a:buSzPts val="2800"/>
              <a:buFont typeface="Fira Sans Extra Condensed Medium"/>
              <a:buNone/>
              <a:defRPr sz="2800">
                <a:solidFill>
                  <a:srgbClr val="434343"/>
                </a:solidFill>
                <a:latin typeface="Fira Sans Extra Condensed Medium"/>
                <a:ea typeface="Fira Sans Extra Condensed Medium"/>
                <a:cs typeface="Fira Sans Extra Condensed Medium"/>
                <a:sym typeface="Fira Sans Extra Condensed Medium"/>
              </a:defRPr>
            </a:lvl1pPr>
            <a:lvl2pPr lvl="1"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2pPr>
            <a:lvl3pPr lvl="2"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3pPr>
            <a:lvl4pPr lvl="3"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4pPr>
            <a:lvl5pPr lvl="4"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5pPr>
            <a:lvl6pPr lvl="5"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6pPr>
            <a:lvl7pPr lvl="6"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7pPr>
            <a:lvl8pPr lvl="7"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8pPr>
            <a:lvl9pPr lvl="8" rtl="0">
              <a:spcBef>
                <a:spcPts val="0"/>
              </a:spcBef>
              <a:spcAft>
                <a:spcPts val="0"/>
              </a:spcAft>
              <a:buClr>
                <a:srgbClr val="666666"/>
              </a:buClr>
              <a:buSzPts val="2800"/>
              <a:buFont typeface="Squada One"/>
              <a:buNone/>
              <a:defRPr sz="2800">
                <a:solidFill>
                  <a:srgbClr val="666666"/>
                </a:solidFill>
                <a:latin typeface="Squada One"/>
                <a:ea typeface="Squada One"/>
                <a:cs typeface="Squada One"/>
                <a:sym typeface="Squada One"/>
              </a:defRPr>
            </a:lvl9pPr>
          </a:lstStyle>
          <a:p/>
        </p:txBody>
      </p:sp>
      <p:sp>
        <p:nvSpPr>
          <p:cNvPr id="574" name="Google Shape;574;p67"/>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1pPr>
            <a:lvl2pPr indent="-304800" lvl="1" marL="9144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2pPr>
            <a:lvl3pPr indent="-304800" lvl="2" marL="13716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3pPr>
            <a:lvl4pPr indent="-304800" lvl="3" marL="18288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4pPr>
            <a:lvl5pPr indent="-304800" lvl="4" marL="22860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5pPr>
            <a:lvl6pPr indent="-304800" lvl="5" marL="27432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6pPr>
            <a:lvl7pPr indent="-304800" lvl="6" marL="32004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7pPr>
            <a:lvl8pPr indent="-304800" lvl="7" marL="3657600" rtl="0">
              <a:lnSpc>
                <a:spcPct val="115000"/>
              </a:lnSpc>
              <a:spcBef>
                <a:spcPts val="1600"/>
              </a:spcBef>
              <a:spcAft>
                <a:spcPts val="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8pPr>
            <a:lvl9pPr indent="-304800" lvl="8" marL="4114800" rtl="0">
              <a:lnSpc>
                <a:spcPct val="115000"/>
              </a:lnSpc>
              <a:spcBef>
                <a:spcPts val="1600"/>
              </a:spcBef>
              <a:spcAft>
                <a:spcPts val="1600"/>
              </a:spcAft>
              <a:buClr>
                <a:srgbClr val="666666"/>
              </a:buClr>
              <a:buSzPts val="1200"/>
              <a:buFont typeface="Roboto Slab Light"/>
              <a:buChar char="■"/>
              <a:defRPr sz="1200">
                <a:solidFill>
                  <a:srgbClr val="666666"/>
                </a:solidFill>
                <a:latin typeface="Roboto Slab Light"/>
                <a:ea typeface="Roboto Slab Light"/>
                <a:cs typeface="Roboto Slab Light"/>
                <a:sym typeface="Roboto Slab Light"/>
              </a:defRPr>
            </a:lvl9pPr>
          </a:lstStyle>
          <a:p/>
        </p:txBody>
      </p:sp>
      <p:sp>
        <p:nvSpPr>
          <p:cNvPr id="575" name="Google Shape;575;p6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rtl="0" algn="r">
              <a:buNone/>
              <a:defRPr sz="1300">
                <a:solidFill>
                  <a:srgbClr val="666666"/>
                </a:solidFill>
                <a:latin typeface="Roboto Slab Light"/>
                <a:ea typeface="Roboto Slab Light"/>
                <a:cs typeface="Roboto Slab Light"/>
                <a:sym typeface="Roboto Slab Light"/>
              </a:defRPr>
            </a:lvl1pPr>
            <a:lvl2pPr lvl="1" rtl="0" algn="r">
              <a:buNone/>
              <a:defRPr sz="1300">
                <a:solidFill>
                  <a:srgbClr val="666666"/>
                </a:solidFill>
                <a:latin typeface="Roboto Slab Light"/>
                <a:ea typeface="Roboto Slab Light"/>
                <a:cs typeface="Roboto Slab Light"/>
                <a:sym typeface="Roboto Slab Light"/>
              </a:defRPr>
            </a:lvl2pPr>
            <a:lvl3pPr lvl="2" rtl="0" algn="r">
              <a:buNone/>
              <a:defRPr sz="1300">
                <a:solidFill>
                  <a:srgbClr val="666666"/>
                </a:solidFill>
                <a:latin typeface="Roboto Slab Light"/>
                <a:ea typeface="Roboto Slab Light"/>
                <a:cs typeface="Roboto Slab Light"/>
                <a:sym typeface="Roboto Slab Light"/>
              </a:defRPr>
            </a:lvl3pPr>
            <a:lvl4pPr lvl="3" rtl="0" algn="r">
              <a:buNone/>
              <a:defRPr sz="1300">
                <a:solidFill>
                  <a:srgbClr val="666666"/>
                </a:solidFill>
                <a:latin typeface="Roboto Slab Light"/>
                <a:ea typeface="Roboto Slab Light"/>
                <a:cs typeface="Roboto Slab Light"/>
                <a:sym typeface="Roboto Slab Light"/>
              </a:defRPr>
            </a:lvl4pPr>
            <a:lvl5pPr lvl="4" rtl="0" algn="r">
              <a:buNone/>
              <a:defRPr sz="1300">
                <a:solidFill>
                  <a:srgbClr val="666666"/>
                </a:solidFill>
                <a:latin typeface="Roboto Slab Light"/>
                <a:ea typeface="Roboto Slab Light"/>
                <a:cs typeface="Roboto Slab Light"/>
                <a:sym typeface="Roboto Slab Light"/>
              </a:defRPr>
            </a:lvl5pPr>
            <a:lvl6pPr lvl="5" rtl="0" algn="r">
              <a:buNone/>
              <a:defRPr sz="1300">
                <a:solidFill>
                  <a:srgbClr val="666666"/>
                </a:solidFill>
                <a:latin typeface="Roboto Slab Light"/>
                <a:ea typeface="Roboto Slab Light"/>
                <a:cs typeface="Roboto Slab Light"/>
                <a:sym typeface="Roboto Slab Light"/>
              </a:defRPr>
            </a:lvl6pPr>
            <a:lvl7pPr lvl="6" rtl="0" algn="r">
              <a:buNone/>
              <a:defRPr sz="1300">
                <a:solidFill>
                  <a:srgbClr val="666666"/>
                </a:solidFill>
                <a:latin typeface="Roboto Slab Light"/>
                <a:ea typeface="Roboto Slab Light"/>
                <a:cs typeface="Roboto Slab Light"/>
                <a:sym typeface="Roboto Slab Light"/>
              </a:defRPr>
            </a:lvl7pPr>
            <a:lvl8pPr lvl="7" rtl="0" algn="r">
              <a:buNone/>
              <a:defRPr sz="1300">
                <a:solidFill>
                  <a:srgbClr val="666666"/>
                </a:solidFill>
                <a:latin typeface="Roboto Slab Light"/>
                <a:ea typeface="Roboto Slab Light"/>
                <a:cs typeface="Roboto Slab Light"/>
                <a:sym typeface="Roboto Slab Light"/>
              </a:defRPr>
            </a:lvl8pPr>
            <a:lvl9pPr lvl="8" rtl="0" algn="r">
              <a:buNone/>
              <a:defRPr sz="1300">
                <a:solidFill>
                  <a:srgbClr val="666666"/>
                </a:solidFill>
                <a:latin typeface="Roboto Slab Light"/>
                <a:ea typeface="Roboto Slab Light"/>
                <a:cs typeface="Roboto Slab Light"/>
                <a:sym typeface="Roboto Slab Light"/>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12" r:id="rId1"/>
    <p:sldLayoutId id="2147483713" r:id="rId2"/>
    <p:sldLayoutId id="2147483714" r:id="rId3"/>
    <p:sldLayoutId id="2147483715" r:id="rId4"/>
    <p:sldLayoutId id="2147483716" r:id="rId5"/>
    <p:sldLayoutId id="2147483717" r:id="rId6"/>
    <p:sldLayoutId id="2147483718" r:id="rId7"/>
    <p:sldLayoutId id="2147483719" r:id="rId8"/>
    <p:sldLayoutId id="2147483720" r:id="rId9"/>
    <p:sldLayoutId id="2147483721" r:id="rId10"/>
    <p:sldLayoutId id="2147483722" r:id="rId11"/>
    <p:sldLayoutId id="2147483723" r:id="rId12"/>
    <p:sldLayoutId id="2147483724" r:id="rId13"/>
    <p:sldLayoutId id="2147483725" r:id="rId14"/>
    <p:sldLayoutId id="2147483726" r:id="rId15"/>
    <p:sldLayoutId id="2147483727" r:id="rId16"/>
    <p:sldLayoutId id="2147483728" r:id="rId17"/>
    <p:sldLayoutId id="2147483729" r:id="rId18"/>
    <p:sldLayoutId id="2147483730" r:id="rId19"/>
    <p:sldLayoutId id="2147483731" r:id="rId20"/>
    <p:sldLayoutId id="2147483732" r:id="rId21"/>
    <p:sldLayoutId id="2147483733" r:id="rId22"/>
    <p:sldLayoutId id="2147483734" r:id="rId23"/>
    <p:sldLayoutId id="2147483735"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57" name="Shape 757"/>
        <p:cNvGrpSpPr/>
        <p:nvPr/>
      </p:nvGrpSpPr>
      <p:grpSpPr>
        <a:xfrm>
          <a:off x="0" y="0"/>
          <a:ext cx="0" cy="0"/>
          <a:chOff x="0" y="0"/>
          <a:chExt cx="0" cy="0"/>
        </a:xfrm>
      </p:grpSpPr>
      <p:sp>
        <p:nvSpPr>
          <p:cNvPr id="758" name="Google Shape;758;p9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59" name="Google Shape;759;p9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3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5.xml"/><Relationship Id="rId5" Type="http://schemas.openxmlformats.org/officeDocument/2006/relationships/hyperlink" Target="http://bit.ly/33VAFh3" TargetMode="External"/><Relationship Id="rId6" Type="http://schemas.openxmlformats.org/officeDocument/2006/relationships/slide" Target="/ppt/slides/slide69.xml"/><Relationship Id="rId7" Type="http://schemas.openxmlformats.org/officeDocument/2006/relationships/slide" Target="/ppt/slides/slide71.xml"/><Relationship Id="rId8" Type="http://schemas.openxmlformats.org/officeDocument/2006/relationships/slide" Target="/ppt/slides/slide65.xml"/><Relationship Id="rId11" Type="http://schemas.openxmlformats.org/officeDocument/2006/relationships/slide" Target="/ppt/slides/slide68.xml"/><Relationship Id="rId10" Type="http://schemas.openxmlformats.org/officeDocument/2006/relationships/slide" Target="/ppt/slides/slide68.xml"/><Relationship Id="rId13" Type="http://schemas.openxmlformats.org/officeDocument/2006/relationships/slide" Target="/ppt/slides/slide74.xml"/><Relationship Id="rId12" Type="http://schemas.openxmlformats.org/officeDocument/2006/relationships/slide" Target="/ppt/slides/slide74.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75.xml"/><Relationship Id="rId17" Type="http://schemas.openxmlformats.org/officeDocument/2006/relationships/slide" Target="/ppt/slides/slide76.xml"/><Relationship Id="rId16" Type="http://schemas.openxmlformats.org/officeDocument/2006/relationships/slide" Target="/ppt/slides/slide76.xml"/><Relationship Id="rId18" Type="http://schemas.openxmlformats.org/officeDocument/2006/relationships/slide" Target="/ppt/slides/slide7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5.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image" Target="../media/image10.jp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7.xml"/><Relationship Id="rId3" Type="http://schemas.openxmlformats.org/officeDocument/2006/relationships/image" Target="../media/image9.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32.xml"/><Relationship Id="rId3" Type="http://schemas.openxmlformats.org/officeDocument/2006/relationships/image" Target="../media/image21.png"/><Relationship Id="rId4" Type="http://schemas.openxmlformats.org/officeDocument/2006/relationships/image" Target="../media/image15.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3.xml"/><Relationship Id="rId3" Type="http://schemas.openxmlformats.org/officeDocument/2006/relationships/image" Target="../media/image16.png"/><Relationship Id="rId4" Type="http://schemas.openxmlformats.org/officeDocument/2006/relationships/image" Target="../media/image19.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34.xml"/><Relationship Id="rId3" Type="http://schemas.openxmlformats.org/officeDocument/2006/relationships/image" Target="../media/image20.png"/><Relationship Id="rId4" Type="http://schemas.openxmlformats.org/officeDocument/2006/relationships/image" Target="../media/image11.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5.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7.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6.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7.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0.xml"/><Relationship Id="rId3" Type="http://schemas.openxmlformats.org/officeDocument/2006/relationships/image" Target="../media/image12.jpg"/><Relationship Id="rId4" Type="http://schemas.openxmlformats.org/officeDocument/2006/relationships/image" Target="../media/image17.jpg"/><Relationship Id="rId5" Type="http://schemas.openxmlformats.org/officeDocument/2006/relationships/image" Target="../media/image14.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1.xml"/><Relationship Id="rId3" Type="http://schemas.openxmlformats.org/officeDocument/2006/relationships/image" Target="../media/image8.jpg"/><Relationship Id="rId4" Type="http://schemas.openxmlformats.org/officeDocument/2006/relationships/image" Target="../media/image13.jp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0.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1.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6.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62.xml"/><Relationship Id="rId3" Type="http://schemas.openxmlformats.org/officeDocument/2006/relationships/hyperlink" Target="https://docs.google.com/spreadsheets/d/1EmCW05dTax-EnDYeo4xR-aiJeBpQm_a26wnpJvadGvg/copy" TargetMode="External"/><Relationship Id="rId4" Type="http://schemas.openxmlformats.org/officeDocument/2006/relationships/image" Target="../media/image4.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66.xml"/><Relationship Id="rId3" Type="http://schemas.openxmlformats.org/officeDocument/2006/relationships/hyperlink" Target="https://www.freepik.com/premium-psd/front-view-hand-holding-smartphone-with-cleaning_9861454.htm#page=1&amp;query=front%20hand%20mockup%20phone&amp;position=0/?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free-photo/close-up-man-using-smart-touch-screen-server_7133526.htm#page=1&amp;query=Close%20up%20man%20using%20smart%20touch%20screen%20server&amp;position=0/?utm_source=slidesgo_template&amp;utm_medium=referral-link&amp;utm_campaign=sg_resources&amp;utm_content=freepik/?utm_source=slidesgo_template&amp;utm_medium=referral-link&amp;utm_campaign=sg_resources&amp;utm_content=freepik/?utm_source=slidesgo_template&amp;utm_medium=referral-link&amp;utm_campaign=sg_resources&amp;utm_content=freepik" TargetMode="External"/><Relationship Id="rId5" Type="http://schemas.openxmlformats.org/officeDocument/2006/relationships/hyperlink" Target="https://www.freepik.com/free-photo/businessman-working-laptop_9634733.htm#page=2&amp;query=Businessman+working+on+laptop&amp;position=42/?utm_source=slidesgo_template&amp;utm_medium=referral-link&amp;utm_campaign=sg_resources&amp;utm_content=freepik/?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67.xml"/><Relationship Id="rId3" Type="http://schemas.openxmlformats.org/officeDocument/2006/relationships/hyperlink" Target="https://www.freepik.com/premium-photo/business-man-using-laptop_8496382.htm#page=1&amp;query=Business-man-using-laptop&amp;position=6/?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premium-photo/technology-texture-background_4140475.htm#page=1&amp;query=Technology%20background%20texture&amp;position=0/?utm_source=slidesgo_template&amp;utm_medium=referral-link&amp;utm_campaign=sg_resources&amp;utm_content=freepik" TargetMode="External"/><Relationship Id="rId9" Type="http://schemas.openxmlformats.org/officeDocument/2006/relationships/hyperlink" Target="https://www.freepik.com/premium-photo/front-view-businessman-holding-high-tech-tablet_9169184.htm#page=1&amp;query=Front%20view%20of%20businessman%20&amp;position=0/?utm_source=slidesgo_template&amp;utm_medium=referral-link&amp;utm_campaign=sg_resources&amp;utm_content=freepik/?utm_source=slidesgo_template&amp;utm_medium=referral-link&amp;utm_campaign=sg_resources&amp;utm_content=freepik" TargetMode="External"/><Relationship Id="rId5" Type="http://schemas.openxmlformats.org/officeDocument/2006/relationships/hyperlink" Target="https://www.freepik.com/premium-photo/woman-playing-games-vr-set-copy-space_7749423.htm#page=1&amp;query=Woman%20playing%20games%20on%20vr%20set%20copy%20space&amp;position=1/?utm_source=slidesgo_template&amp;utm_medium=referral-link&amp;utm_campaign=sg_resources&amp;utm_content=freepik" TargetMode="External"/><Relationship Id="rId6" Type="http://schemas.openxmlformats.org/officeDocument/2006/relationships/hyperlink" Target="https://www.freepik.com/premium-photo/notebook-sitting-floor-mockup_5080970.htm#page=1&amp;query=Notebook%20sitting%20on%20floor%20mockup&amp;position=0/?utm_source=slidesgo_template&amp;utm_medium=referral-link&amp;utm_campaign=sg_resources&amp;utm_content=freepik" TargetMode="External"/><Relationship Id="rId7" Type="http://schemas.openxmlformats.org/officeDocument/2006/relationships/hyperlink" Target="https://www.freepik.com/premium-photo/close-up-tablet-laptop-mock-up_5525375.htm#page=1&amp;query=Close-up%20tablet%20above%20laptop%20mockup&amp;position=0/?utm_source=slidesgo_template&amp;utm_medium=referral-link&amp;utm_campaign=sg_resources&amp;utm_content=freepik/?utm_source=slidesgo_template&amp;utm_medium=referral-link&amp;utm_campaign=sg_resources&amp;utm_content=freepik" TargetMode="External"/><Relationship Id="rId8" Type="http://schemas.openxmlformats.org/officeDocument/2006/relationships/hyperlink" Target="https://www.freepik.com/premium-photo/workspace-opened-laptop-diary-desk_5116467.htm#page=1&amp;query=open%20workspace%20on%20desk&amp;position=1/?utm_source=slidesgo_template&amp;utm_medium=referral-link&amp;utm_campaign=sg_resources&amp;utm_content=freepik/?utm_source=slidesgo_template&amp;utm_medium=referral-link&amp;utm_campaign=sg_resources&amp;utm_content=freepik" TargetMode="External"/><Relationship Id="rId11" Type="http://schemas.openxmlformats.org/officeDocument/2006/relationships/hyperlink" Target="https://www.freepik.com/premium-photo/side-view-businessman-using-technology-tablet_9169192.htm/?utm_source=slidesgo_template&amp;utm_medium=referral-link&amp;utm_campaign=sg_resources&amp;utm_content=freepik" TargetMode="External"/><Relationship Id="rId10" Type="http://schemas.openxmlformats.org/officeDocument/2006/relationships/hyperlink" Target="https://www.freepik.com/premium-photo/happy-employee-with-tablet-office_1063392.htm#page=1&amp;query=Happy+employee+with+tablet&amp;position=0/?utm_source=slidesgo_template&amp;utm_medium=referral-link&amp;utm_campaign=sg_resources&amp;utm_content=freepik/?utm_source=slidesgo_template&amp;utm_medium=referral-link&amp;utm_campaign=sg_resources&amp;utm_content=freepik"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69.xml"/><Relationship Id="rId3" Type="http://schemas.openxmlformats.org/officeDocument/2006/relationships/hyperlink" Target="https://www.freepik.com/premium-photo/front-view-businessman-technology_9169191.htm#page=1&amp;query=Front%20view%20of%20businessman%20and%20technology&amp;position=9/?utm_source=slidesgo_template&amp;utm_medium=referral-link&amp;utm_campaign=sg_resources&amp;utm_content=freepik" TargetMode="External"/><Relationship Id="rId4" Type="http://schemas.openxmlformats.org/officeDocument/2006/relationships/hyperlink" Target="https://www.freepik.com/premium-photo/smiley-businessman-holding-high-tech-hologram_9169190.htm#page=1&amp;query=Front%20view%20of%20businessman%20and%20technology&amp;position=4/?utm_source=slidesgo_template&amp;utm_medium=referral-link&amp;utm_campaign=sg_resources&amp;utm_content=freepik/?utm_source=slidesgo_template&amp;utm_medium=referral-link&amp;utm_campaign=sg_resources&amp;utm_content=freepik"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70.xml"/><Relationship Id="rId3" Type="http://schemas.openxmlformats.org/officeDocument/2006/relationships/hyperlink" Target="https://www.freepik.com/premium-vector/technology-background-with-abstract-hud_5170404.htm#page=1&amp;query=Technology%20background%20with%20abstract%20hud&amp;position=2/?utm_source=slidesgo_template&amp;utm_medium=referral-link&amp;utm_campaign=sg_resources&amp;utm_content=freepik" TargetMode="External"/><Relationship Id="rId4" Type="http://schemas.openxmlformats.org/officeDocument/2006/relationships/hyperlink" Target="https://www.freepik.com/premium-vector/futuristic-technology-infographic_6937578.htm#page=1&amp;query=Futuristic%20technology%20infographic&amp;position=0/?utm_source=slidesgo_template&amp;utm_medium=referral-link&amp;utm_campaign=sg_resources&amp;utm_content=freepik" TargetMode="External"/><Relationship Id="rId5" Type="http://schemas.openxmlformats.org/officeDocument/2006/relationships/hyperlink" Target="https://www.freepik.com/premium-vector/hexagonal-technology-background_7036321.htm#page=1&amp;query=Futuristic%20hexagonal%20background&amp;position=11/?utm_source=slidesgo_template&amp;utm_medium=referral-link&amp;utm_campaign=sg_resources&amp;utm_content=freepik" TargetMode="External"/><Relationship Id="rId6" Type="http://schemas.openxmlformats.org/officeDocument/2006/relationships/hyperlink" Target="https://www.freepik.com/premium-vector/abstract-big-data-concept-background_5777455.htm#page=1&amp;query=Abstract%20futuristic%20background%20concept&amp;position=4/?utm_source=slidesgo_template&amp;utm_medium=referral-link&amp;utm_campaign=sg_resources&amp;utm_content=freepik"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9.xml"/><Relationship Id="rId2" Type="http://schemas.openxmlformats.org/officeDocument/2006/relationships/notesSlide" Target="../notesSlides/notesSlide72.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9.xml"/><Relationship Id="rId2" Type="http://schemas.openxmlformats.org/officeDocument/2006/relationships/notesSlide" Target="../notesSlides/notesSlide73.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4.xml"/><Relationship Id="rId3" Type="http://schemas.openxmlformats.org/officeDocument/2006/relationships/hyperlink" Target="https://fonts.google.com/specimen/Squada+One?selection.family=Squada+One" TargetMode="External"/><Relationship Id="rId4" Type="http://schemas.openxmlformats.org/officeDocument/2006/relationships/hyperlink" Target="https://fonts.google.com/specimen/Roboto+Condensed" TargetMode="Externa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88.xml"/><Relationship Id="rId2" Type="http://schemas.openxmlformats.org/officeDocument/2006/relationships/notesSlide" Target="../notesSlides/notesSlide88.xml"/><Relationship Id="rId3" Type="http://schemas.openxmlformats.org/officeDocument/2006/relationships/hyperlink" Target="http://bit.ly/2X9RQ9U"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4" name="Shape 764"/>
        <p:cNvGrpSpPr/>
        <p:nvPr/>
      </p:nvGrpSpPr>
      <p:grpSpPr>
        <a:xfrm>
          <a:off x="0" y="0"/>
          <a:ext cx="0" cy="0"/>
          <a:chOff x="0" y="0"/>
          <a:chExt cx="0" cy="0"/>
        </a:xfrm>
      </p:grpSpPr>
      <p:sp>
        <p:nvSpPr>
          <p:cNvPr id="765" name="Google Shape;765;p94"/>
          <p:cNvSpPr txBox="1"/>
          <p:nvPr>
            <p:ph type="title"/>
          </p:nvPr>
        </p:nvSpPr>
        <p:spPr>
          <a:xfrm>
            <a:off x="457200" y="2932650"/>
            <a:ext cx="8229600" cy="51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TECH STARTUP </a:t>
            </a:r>
            <a:endParaRPr/>
          </a:p>
        </p:txBody>
      </p:sp>
      <p:sp>
        <p:nvSpPr>
          <p:cNvPr id="766" name="Google Shape;766;p94"/>
          <p:cNvSpPr txBox="1"/>
          <p:nvPr>
            <p:ph idx="1" type="subTitle"/>
          </p:nvPr>
        </p:nvSpPr>
        <p:spPr>
          <a:xfrm>
            <a:off x="457275" y="3649725"/>
            <a:ext cx="8229600" cy="41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Here is where your presentation begins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5"/>
                                        </p:tgtEl>
                                        <p:attrNameLst>
                                          <p:attrName>style.visibility</p:attrName>
                                        </p:attrNameLst>
                                      </p:cBhvr>
                                      <p:to>
                                        <p:strVal val="visible"/>
                                      </p:to>
                                    </p:set>
                                    <p:animEffect filter="fade" transition="in">
                                      <p:cBhvr>
                                        <p:cTn dur="1000"/>
                                        <p:tgtEl>
                                          <p:spTgt spid="765"/>
                                        </p:tgtEl>
                                      </p:cBhvr>
                                    </p:animEffect>
                                  </p:childTnLst>
                                </p:cTn>
                              </p:par>
                              <p:par>
                                <p:cTn fill="hold" nodeType="withEffect" presetClass="entr" presetID="2" presetSubtype="4">
                                  <p:stCondLst>
                                    <p:cond delay="0"/>
                                  </p:stCondLst>
                                  <p:childTnLst>
                                    <p:set>
                                      <p:cBhvr>
                                        <p:cTn dur="1" fill="hold">
                                          <p:stCondLst>
                                            <p:cond delay="0"/>
                                          </p:stCondLst>
                                        </p:cTn>
                                        <p:tgtEl>
                                          <p:spTgt spid="766"/>
                                        </p:tgtEl>
                                        <p:attrNameLst>
                                          <p:attrName>style.visibility</p:attrName>
                                        </p:attrNameLst>
                                      </p:cBhvr>
                                      <p:to>
                                        <p:strVal val="visible"/>
                                      </p:to>
                                    </p:set>
                                    <p:anim calcmode="lin" valueType="num">
                                      <p:cBhvr additive="base">
                                        <p:cTn dur="1000"/>
                                        <p:tgtEl>
                                          <p:spTgt spid="766"/>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sp>
        <p:nvSpPr>
          <p:cNvPr id="771" name="Google Shape;771;p95"/>
          <p:cNvSpPr txBox="1"/>
          <p:nvPr>
            <p:ph type="ctrTitle"/>
          </p:nvPr>
        </p:nvSpPr>
        <p:spPr>
          <a:xfrm flipH="1">
            <a:off x="502200" y="445025"/>
            <a:ext cx="8184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a:p>
            <a:pPr indent="0" lvl="0" marL="0" rtl="0" algn="ctr">
              <a:spcBef>
                <a:spcPts val="0"/>
              </a:spcBef>
              <a:spcAft>
                <a:spcPts val="0"/>
              </a:spcAft>
              <a:buNone/>
            </a:pPr>
            <a:r>
              <a:t/>
            </a:r>
            <a:endParaRPr/>
          </a:p>
        </p:txBody>
      </p:sp>
      <p:sp>
        <p:nvSpPr>
          <p:cNvPr id="772" name="Google Shape;772;p95"/>
          <p:cNvSpPr txBox="1"/>
          <p:nvPr>
            <p:ph idx="1" type="subTitle"/>
          </p:nvPr>
        </p:nvSpPr>
        <p:spPr>
          <a:xfrm>
            <a:off x="1255350" y="1454625"/>
            <a:ext cx="6633300" cy="324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latin typeface="Roboto Condensed"/>
                <a:ea typeface="Roboto Condensed"/>
                <a:cs typeface="Roboto Condensed"/>
                <a:sym typeface="Roboto Condensed"/>
                <a:hlinkClick r:id="rId3"/>
              </a:rPr>
              <a:t>Slidesgo</a:t>
            </a:r>
            <a:r>
              <a:rPr lang="en"/>
              <a:t> template: </a:t>
            </a:r>
            <a:endParaRPr/>
          </a:p>
          <a:p>
            <a:pPr indent="-304800" lvl="0" marL="457200" rtl="0" algn="l">
              <a:spcBef>
                <a:spcPts val="1600"/>
              </a:spcBef>
              <a:spcAft>
                <a:spcPts val="0"/>
              </a:spcAft>
              <a:buClr>
                <a:schemeClr val="lt1"/>
              </a:buClr>
              <a:buSzPts val="1200"/>
              <a:buFont typeface="Roboto Condensed"/>
              <a:buAutoNum type="arabicPeriod"/>
            </a:pPr>
            <a:r>
              <a:rPr lang="en"/>
              <a:t>A slide structure based on a presentation of a startup, which you can easily adapt to your needs. For more info on how to edit the template, please visit </a:t>
            </a:r>
            <a:r>
              <a:rPr b="1" lang="en">
                <a:uFill>
                  <a:noFill/>
                </a:uFill>
                <a:latin typeface="Roboto Condensed"/>
                <a:ea typeface="Roboto Condensed"/>
                <a:cs typeface="Roboto Condensed"/>
                <a:sym typeface="Roboto Condensed"/>
                <a:hlinkClick r:id="rId4"/>
              </a:rPr>
              <a:t>Slidesgo School</a:t>
            </a:r>
            <a:r>
              <a:rPr b="1" lang="en">
                <a:latin typeface="Roboto Condensed"/>
                <a:ea typeface="Roboto Condensed"/>
                <a:cs typeface="Roboto Condensed"/>
                <a:sym typeface="Roboto Condensed"/>
              </a:rPr>
              <a:t> or read our </a:t>
            </a:r>
            <a:r>
              <a:rPr b="1" lang="en">
                <a:uFill>
                  <a:noFill/>
                </a:uFill>
                <a:latin typeface="Roboto Condensed"/>
                <a:ea typeface="Roboto Condensed"/>
                <a:cs typeface="Roboto Condensed"/>
                <a:sym typeface="Roboto Condensed"/>
                <a:hlinkClick r:id="rId5"/>
              </a:rPr>
              <a:t>FAQs</a:t>
            </a:r>
            <a:r>
              <a:rPr lang="en"/>
              <a:t>.</a:t>
            </a:r>
            <a:endParaRPr/>
          </a:p>
          <a:p>
            <a:pPr indent="-304800" lvl="0" marL="457200" rtl="0" algn="l">
              <a:spcBef>
                <a:spcPts val="0"/>
              </a:spcBef>
              <a:spcAft>
                <a:spcPts val="0"/>
              </a:spcAft>
              <a:buClr>
                <a:schemeClr val="lt1"/>
              </a:buClr>
              <a:buSzPts val="1200"/>
              <a:buFont typeface="Roboto Condensed"/>
              <a:buAutoNum type="arabicPeriod"/>
            </a:pPr>
            <a:r>
              <a:rPr lang="en"/>
              <a:t>An assortment of pictures and illustrations that are suitable for use in the presentation can be found in </a:t>
            </a:r>
            <a:r>
              <a:rPr b="1" lang="en">
                <a:solidFill>
                  <a:schemeClr val="hlink"/>
                </a:solidFill>
                <a:uFill>
                  <a:noFill/>
                </a:uFill>
                <a:latin typeface="Roboto Condensed"/>
                <a:ea typeface="Roboto Condensed"/>
                <a:cs typeface="Roboto Condensed"/>
                <a:sym typeface="Roboto Condensed"/>
                <a:hlinkClick action="ppaction://hlinksldjump" r:id="rId6"/>
              </a:rPr>
              <a:t>the alternative resources</a:t>
            </a:r>
            <a:r>
              <a:rPr lang="en"/>
              <a:t> slide, plus several slides with </a:t>
            </a:r>
            <a:r>
              <a:rPr b="1" lang="en">
                <a:solidFill>
                  <a:schemeClr val="hlink"/>
                </a:solidFill>
                <a:uFill>
                  <a:noFill/>
                </a:uFill>
                <a:latin typeface="Roboto Condensed"/>
                <a:ea typeface="Roboto Condensed"/>
                <a:cs typeface="Roboto Condensed"/>
                <a:sym typeface="Roboto Condensed"/>
                <a:hlinkClick action="ppaction://hlinksldjump" r:id="rId7"/>
              </a:rPr>
              <a:t>premium resources</a:t>
            </a:r>
            <a:r>
              <a:rPr lang="en"/>
              <a:t>.</a:t>
            </a:r>
            <a:endParaRPr/>
          </a:p>
          <a:p>
            <a:pPr indent="-304800" lvl="0" marL="457200" rtl="0" algn="l">
              <a:spcBef>
                <a:spcPts val="0"/>
              </a:spcBef>
              <a:spcAft>
                <a:spcPts val="0"/>
              </a:spcAft>
              <a:buClr>
                <a:schemeClr val="lt1"/>
              </a:buClr>
              <a:buSzPts val="1200"/>
              <a:buFont typeface="Roboto Condensed"/>
              <a:buAutoNum type="arabicPeriod"/>
            </a:pPr>
            <a:r>
              <a:rPr lang="en"/>
              <a:t>A </a:t>
            </a:r>
            <a:r>
              <a:rPr b="1" lang="en">
                <a:uFill>
                  <a:noFill/>
                </a:uFill>
                <a:latin typeface="Roboto Condensed"/>
                <a:ea typeface="Roboto Condensed"/>
                <a:cs typeface="Roboto Condensed"/>
                <a:sym typeface="Roboto Condensed"/>
                <a:hlinkClick action="ppaction://hlinksldjump" r:id="rId8"/>
              </a:rPr>
              <a:t>thanks</a:t>
            </a:r>
            <a:r>
              <a:rPr lang="en">
                <a:uFill>
                  <a:noFill/>
                </a:uFill>
                <a:hlinkClick action="ppaction://hlinksldjump" r:id="rId9"/>
              </a:rPr>
              <a:t> </a:t>
            </a:r>
            <a:r>
              <a:rPr lang="en"/>
              <a:t>slide, which you must keep so that proper credits for our design are given.</a:t>
            </a:r>
            <a:endParaRPr/>
          </a:p>
          <a:p>
            <a:pPr indent="-304800" lvl="0" marL="457200" rtl="0" algn="l">
              <a:spcBef>
                <a:spcPts val="0"/>
              </a:spcBef>
              <a:spcAft>
                <a:spcPts val="0"/>
              </a:spcAft>
              <a:buClr>
                <a:schemeClr val="lt1"/>
              </a:buClr>
              <a:buSzPts val="1200"/>
              <a:buFont typeface="Roboto Condensed"/>
              <a:buAutoNum type="arabicPeriod"/>
            </a:pPr>
            <a:r>
              <a:rPr lang="en"/>
              <a:t>A</a:t>
            </a:r>
            <a:r>
              <a:rPr lang="en"/>
              <a:t> </a:t>
            </a:r>
            <a:r>
              <a:rPr b="1" lang="en">
                <a:uFill>
                  <a:noFill/>
                </a:uFill>
                <a:latin typeface="Roboto Condensed"/>
                <a:ea typeface="Roboto Condensed"/>
                <a:cs typeface="Roboto Condensed"/>
                <a:sym typeface="Roboto Condensed"/>
                <a:hlinkClick action="ppaction://hlinksldjump" r:id="rId10"/>
              </a:rPr>
              <a:t>resources</a:t>
            </a:r>
            <a:r>
              <a:rPr lang="en">
                <a:uFill>
                  <a:noFill/>
                </a:uFill>
                <a:hlinkClick action="ppaction://hlinksldjump" r:id="rId11"/>
              </a:rPr>
              <a:t> </a:t>
            </a:r>
            <a:r>
              <a:rPr lang="en"/>
              <a:t>slide, where you’ll find links to all the elements used in the template.</a:t>
            </a:r>
            <a:endParaRPr/>
          </a:p>
          <a:p>
            <a:pPr indent="-304800" lvl="0" marL="457200" rtl="0" algn="l">
              <a:spcBef>
                <a:spcPts val="0"/>
              </a:spcBef>
              <a:spcAft>
                <a:spcPts val="0"/>
              </a:spcAft>
              <a:buClr>
                <a:schemeClr val="lt1"/>
              </a:buClr>
              <a:buSzPts val="1200"/>
              <a:buFont typeface="Roboto Condensed"/>
              <a:buAutoNum type="arabicPeriod"/>
            </a:pPr>
            <a:r>
              <a:rPr lang="en">
                <a:uFill>
                  <a:noFill/>
                </a:uFill>
                <a:hlinkClick/>
              </a:rPr>
              <a:t>Instructions for use</a:t>
            </a:r>
            <a:r>
              <a:rPr lang="en"/>
              <a:t>.</a:t>
            </a:r>
            <a:endParaRPr/>
          </a:p>
          <a:p>
            <a:pPr indent="-304800" lvl="0" marL="457200" rtl="0" algn="l">
              <a:spcBef>
                <a:spcPts val="0"/>
              </a:spcBef>
              <a:spcAft>
                <a:spcPts val="0"/>
              </a:spcAft>
              <a:buClr>
                <a:schemeClr val="lt1"/>
              </a:buClr>
              <a:buSzPts val="1200"/>
              <a:buFont typeface="Roboto Condensed Light"/>
              <a:buAutoNum type="arabicPeriod"/>
            </a:pPr>
            <a:r>
              <a:rPr lang="en"/>
              <a:t>Final slides with: </a:t>
            </a:r>
            <a:endParaRPr/>
          </a:p>
          <a:p>
            <a:pPr indent="-304800" lvl="0" marL="914400" rtl="0" algn="l">
              <a:spcBef>
                <a:spcPts val="0"/>
              </a:spcBef>
              <a:spcAft>
                <a:spcPts val="0"/>
              </a:spcAft>
              <a:buClr>
                <a:schemeClr val="lt1"/>
              </a:buClr>
              <a:buSzPts val="1200"/>
              <a:buFont typeface="Roboto Condensed"/>
              <a:buAutoNum type="arabicPeriod"/>
            </a:pPr>
            <a:r>
              <a:rPr lang="en"/>
              <a:t>The</a:t>
            </a:r>
            <a:r>
              <a:rPr lang="en">
                <a:uFill>
                  <a:noFill/>
                </a:uFill>
                <a:hlinkClick action="ppaction://hlinksldjump" r:id="rId12"/>
              </a:rPr>
              <a:t> </a:t>
            </a:r>
            <a:r>
              <a:rPr b="1" lang="en">
                <a:uFill>
                  <a:noFill/>
                </a:uFill>
                <a:latin typeface="Roboto Condensed"/>
                <a:ea typeface="Roboto Condensed"/>
                <a:cs typeface="Roboto Condensed"/>
                <a:sym typeface="Roboto Condensed"/>
                <a:hlinkClick action="ppaction://hlinksldjump" r:id="rId13"/>
              </a:rPr>
              <a:t>fonts and colors</a:t>
            </a:r>
            <a:r>
              <a:rPr lang="en"/>
              <a:t> used in the template.</a:t>
            </a:r>
            <a:endParaRPr/>
          </a:p>
          <a:p>
            <a:pPr indent="-304800" lvl="0" marL="914400" rtl="0" algn="l">
              <a:spcBef>
                <a:spcPts val="0"/>
              </a:spcBef>
              <a:spcAft>
                <a:spcPts val="0"/>
              </a:spcAft>
              <a:buClr>
                <a:schemeClr val="lt1"/>
              </a:buClr>
              <a:buSzPts val="1200"/>
              <a:buFont typeface="Roboto Condensed"/>
              <a:buAutoNum type="arabicPeriod"/>
            </a:pPr>
            <a:r>
              <a:rPr lang="en"/>
              <a:t>A selection of </a:t>
            </a:r>
            <a:r>
              <a:rPr b="1" lang="en">
                <a:uFill>
                  <a:noFill/>
                </a:uFill>
                <a:latin typeface="Roboto Condensed"/>
                <a:ea typeface="Roboto Condensed"/>
                <a:cs typeface="Roboto Condensed"/>
                <a:sym typeface="Roboto Condensed"/>
                <a:hlinkClick action="ppaction://hlinksldjump" r:id="rId14"/>
              </a:rPr>
              <a:t>illustrations</a:t>
            </a:r>
            <a:r>
              <a:rPr lang="en"/>
              <a:t>. You can also customize and animate them as you wish with the online editor. </a:t>
            </a:r>
            <a:r>
              <a:rPr b="1" lang="en">
                <a:latin typeface="Roboto Condensed"/>
                <a:ea typeface="Roboto Condensed"/>
                <a:cs typeface="Roboto Condensed"/>
                <a:sym typeface="Roboto Condensed"/>
              </a:rPr>
              <a:t>Visit </a:t>
            </a:r>
            <a:r>
              <a:rPr b="1" lang="en">
                <a:uFill>
                  <a:noFill/>
                </a:uFill>
                <a:latin typeface="Roboto Condensed"/>
                <a:ea typeface="Roboto Condensed"/>
                <a:cs typeface="Roboto Condensed"/>
                <a:sym typeface="Roboto Condensed"/>
                <a:hlinkClick r:id="rId15"/>
              </a:rPr>
              <a:t>Storyset by Freepik</a:t>
            </a:r>
            <a:r>
              <a:rPr lang="en"/>
              <a:t> to find more. </a:t>
            </a:r>
            <a:endParaRPr/>
          </a:p>
          <a:p>
            <a:pPr indent="-304800" lvl="0" marL="914400" rtl="0" algn="l">
              <a:spcBef>
                <a:spcPts val="0"/>
              </a:spcBef>
              <a:spcAft>
                <a:spcPts val="0"/>
              </a:spcAft>
              <a:buClr>
                <a:schemeClr val="lt1"/>
              </a:buClr>
              <a:buSzPts val="1200"/>
              <a:buFont typeface="Roboto Condensed"/>
              <a:buAutoNum type="arabicPeriod"/>
            </a:pPr>
            <a:r>
              <a:rPr lang="en"/>
              <a:t>More</a:t>
            </a:r>
            <a:r>
              <a:rPr lang="en">
                <a:uFill>
                  <a:noFill/>
                </a:uFill>
                <a:hlinkClick action="ppaction://hlinksldjump" r:id="rId16"/>
              </a:rPr>
              <a:t> </a:t>
            </a:r>
            <a:r>
              <a:rPr b="1" lang="en">
                <a:uFill>
                  <a:noFill/>
                </a:uFill>
                <a:latin typeface="Roboto Condensed"/>
                <a:ea typeface="Roboto Condensed"/>
                <a:cs typeface="Roboto Condensed"/>
                <a:sym typeface="Roboto Condensed"/>
                <a:hlinkClick action="ppaction://hlinksldjump" r:id="rId17"/>
              </a:rPr>
              <a:t>infographic resources</a:t>
            </a:r>
            <a:r>
              <a:rPr lang="en"/>
              <a:t>, whose size and color can be edited. </a:t>
            </a:r>
            <a:endParaRPr/>
          </a:p>
          <a:p>
            <a:pPr indent="-304800" lvl="0" marL="914400" rtl="0" algn="l">
              <a:spcBef>
                <a:spcPts val="0"/>
              </a:spcBef>
              <a:spcAft>
                <a:spcPts val="0"/>
              </a:spcAft>
              <a:buClr>
                <a:schemeClr val="lt1"/>
              </a:buClr>
              <a:buSzPts val="1200"/>
              <a:buFont typeface="Roboto Condensed"/>
              <a:buAutoNum type="arabicPeriod"/>
            </a:pPr>
            <a:r>
              <a:rPr lang="en"/>
              <a:t>Sets of </a:t>
            </a:r>
            <a:r>
              <a:rPr b="1" lang="en">
                <a:uFill>
                  <a:noFill/>
                </a:uFill>
                <a:latin typeface="Roboto Condensed"/>
                <a:ea typeface="Roboto Condensed"/>
                <a:cs typeface="Roboto Condensed"/>
                <a:sym typeface="Roboto Condensed"/>
                <a:hlinkClick action="ppaction://hlinksldjump" r:id="rId18"/>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Clr>
                <a:schemeClr val="dk1"/>
              </a:buClr>
              <a:buSzPts val="1100"/>
              <a:buFont typeface="Arial"/>
              <a:buNone/>
            </a:pPr>
            <a:r>
              <a:rPr lang="en"/>
              <a:t>You can delete this slide when you’re done editing the presentation.</a:t>
            </a:r>
            <a:endParaRPr/>
          </a:p>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96"/>
          <p:cNvSpPr txBox="1"/>
          <p:nvPr>
            <p:ph idx="4" type="ctrTitle"/>
          </p:nvPr>
        </p:nvSpPr>
        <p:spPr>
          <a:xfrm>
            <a:off x="4824357" y="20524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a:t>
            </a:r>
            <a:endParaRPr/>
          </a:p>
        </p:txBody>
      </p:sp>
      <p:sp>
        <p:nvSpPr>
          <p:cNvPr id="778" name="Google Shape;778;p96"/>
          <p:cNvSpPr txBox="1"/>
          <p:nvPr>
            <p:ph idx="3" type="subTitle"/>
          </p:nvPr>
        </p:nvSpPr>
        <p:spPr>
          <a:xfrm>
            <a:off x="2051807" y="4048600"/>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79" name="Google Shape;779;p96"/>
          <p:cNvSpPr txBox="1"/>
          <p:nvPr>
            <p:ph type="ctrTitle"/>
          </p:nvPr>
        </p:nvSpPr>
        <p:spPr>
          <a:xfrm>
            <a:off x="1690457" y="20524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p:txBody>
      </p:sp>
      <p:sp>
        <p:nvSpPr>
          <p:cNvPr id="780" name="Google Shape;780;p96"/>
          <p:cNvSpPr txBox="1"/>
          <p:nvPr>
            <p:ph idx="1" type="subTitle"/>
          </p:nvPr>
        </p:nvSpPr>
        <p:spPr>
          <a:xfrm>
            <a:off x="2051807" y="2538657"/>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81" name="Google Shape;781;p96"/>
          <p:cNvSpPr txBox="1"/>
          <p:nvPr>
            <p:ph idx="2" type="ctrTitle"/>
          </p:nvPr>
        </p:nvSpPr>
        <p:spPr>
          <a:xfrm>
            <a:off x="1690457" y="3599531"/>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&amp; COMPETITION</a:t>
            </a:r>
            <a:endParaRPr/>
          </a:p>
        </p:txBody>
      </p:sp>
      <p:sp>
        <p:nvSpPr>
          <p:cNvPr id="782" name="Google Shape;782;p96"/>
          <p:cNvSpPr txBox="1"/>
          <p:nvPr>
            <p:ph idx="5" type="subTitle"/>
          </p:nvPr>
        </p:nvSpPr>
        <p:spPr>
          <a:xfrm>
            <a:off x="5185707" y="2538657"/>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83" name="Google Shape;783;p96"/>
          <p:cNvSpPr txBox="1"/>
          <p:nvPr>
            <p:ph idx="6" type="ctrTitle"/>
          </p:nvPr>
        </p:nvSpPr>
        <p:spPr>
          <a:xfrm>
            <a:off x="4824357" y="3599531"/>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sp>
        <p:nvSpPr>
          <p:cNvPr id="784" name="Google Shape;784;p96"/>
          <p:cNvSpPr txBox="1"/>
          <p:nvPr>
            <p:ph idx="7" type="subTitle"/>
          </p:nvPr>
        </p:nvSpPr>
        <p:spPr>
          <a:xfrm>
            <a:off x="5185707" y="4048600"/>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85" name="Google Shape;785;p96"/>
          <p:cNvSpPr txBox="1"/>
          <p:nvPr>
            <p:ph idx="8" type="ctrTitle"/>
          </p:nvPr>
        </p:nvSpPr>
        <p:spPr>
          <a:xfrm>
            <a:off x="1122278" y="401450"/>
            <a:ext cx="68994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TABLE OF CONTENTS</a:t>
            </a:r>
            <a:endParaRPr/>
          </a:p>
        </p:txBody>
      </p:sp>
      <p:sp>
        <p:nvSpPr>
          <p:cNvPr id="786" name="Google Shape;786;p96"/>
          <p:cNvSpPr txBox="1"/>
          <p:nvPr>
            <p:ph idx="9" type="title"/>
          </p:nvPr>
        </p:nvSpPr>
        <p:spPr>
          <a:xfrm>
            <a:off x="2128157" y="1555631"/>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
        <p:nvSpPr>
          <p:cNvPr id="787" name="Google Shape;787;p96"/>
          <p:cNvSpPr txBox="1"/>
          <p:nvPr>
            <p:ph idx="13" type="title"/>
          </p:nvPr>
        </p:nvSpPr>
        <p:spPr>
          <a:xfrm>
            <a:off x="2128157" y="307402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88" name="Google Shape;788;p96"/>
          <p:cNvSpPr txBox="1"/>
          <p:nvPr>
            <p:ph idx="14" type="title"/>
          </p:nvPr>
        </p:nvSpPr>
        <p:spPr>
          <a:xfrm>
            <a:off x="5262057" y="1555631"/>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89" name="Google Shape;789;p96"/>
          <p:cNvSpPr txBox="1"/>
          <p:nvPr>
            <p:ph idx="15" type="title"/>
          </p:nvPr>
        </p:nvSpPr>
        <p:spPr>
          <a:xfrm>
            <a:off x="5262057" y="307402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cxnSp>
        <p:nvCxnSpPr>
          <p:cNvPr id="790" name="Google Shape;790;p96"/>
          <p:cNvCxnSpPr/>
          <p:nvPr/>
        </p:nvCxnSpPr>
        <p:spPr>
          <a:xfrm>
            <a:off x="2273400" y="2166163"/>
            <a:ext cx="4597200" cy="0"/>
          </a:xfrm>
          <a:prstGeom prst="straightConnector1">
            <a:avLst/>
          </a:prstGeom>
          <a:noFill/>
          <a:ln cap="flat" cmpd="sng" w="19050">
            <a:solidFill>
              <a:schemeClr val="lt1"/>
            </a:solidFill>
            <a:prstDash val="solid"/>
            <a:round/>
            <a:headEnd len="med" w="med" type="none"/>
            <a:tailEnd len="med" w="med" type="none"/>
          </a:ln>
        </p:spPr>
      </p:cxnSp>
      <p:cxnSp>
        <p:nvCxnSpPr>
          <p:cNvPr id="791" name="Google Shape;791;p96"/>
          <p:cNvCxnSpPr/>
          <p:nvPr/>
        </p:nvCxnSpPr>
        <p:spPr>
          <a:xfrm>
            <a:off x="2273400" y="3699378"/>
            <a:ext cx="45972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785"/>
                                        </p:tgtEl>
                                        <p:attrNameLst>
                                          <p:attrName>style.visibility</p:attrName>
                                        </p:attrNameLst>
                                      </p:cBhvr>
                                      <p:to>
                                        <p:strVal val="visible"/>
                                      </p:to>
                                    </p:set>
                                    <p:anim calcmode="lin" valueType="num">
                                      <p:cBhvr additive="base">
                                        <p:cTn dur="1000"/>
                                        <p:tgtEl>
                                          <p:spTgt spid="78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9"/>
                                        </p:tgtEl>
                                        <p:attrNameLst>
                                          <p:attrName>style.visibility</p:attrName>
                                        </p:attrNameLst>
                                      </p:cBhvr>
                                      <p:to>
                                        <p:strVal val="visible"/>
                                      </p:to>
                                    </p:set>
                                    <p:animEffect filter="fade" transition="in">
                                      <p:cBhvr>
                                        <p:cTn dur="1000"/>
                                        <p:tgtEl>
                                          <p:spTgt spid="779"/>
                                        </p:tgtEl>
                                      </p:cBhvr>
                                    </p:animEffect>
                                  </p:childTnLst>
                                </p:cTn>
                              </p:par>
                              <p:par>
                                <p:cTn fill="hold" nodeType="withEffect" presetClass="entr" presetID="10" presetSubtype="0">
                                  <p:stCondLst>
                                    <p:cond delay="0"/>
                                  </p:stCondLst>
                                  <p:childTnLst>
                                    <p:set>
                                      <p:cBhvr>
                                        <p:cTn dur="1" fill="hold">
                                          <p:stCondLst>
                                            <p:cond delay="0"/>
                                          </p:stCondLst>
                                        </p:cTn>
                                        <p:tgtEl>
                                          <p:spTgt spid="786"/>
                                        </p:tgtEl>
                                        <p:attrNameLst>
                                          <p:attrName>style.visibility</p:attrName>
                                        </p:attrNameLst>
                                      </p:cBhvr>
                                      <p:to>
                                        <p:strVal val="visible"/>
                                      </p:to>
                                    </p:set>
                                    <p:animEffect filter="fade" transition="in">
                                      <p:cBhvr>
                                        <p:cTn dur="1000"/>
                                        <p:tgtEl>
                                          <p:spTgt spid="786"/>
                                        </p:tgtEl>
                                      </p:cBhvr>
                                    </p:animEffect>
                                  </p:childTnLst>
                                </p:cTn>
                              </p:par>
                              <p:par>
                                <p:cTn fill="hold" nodeType="withEffect" presetClass="entr" presetID="10" presetSubtype="0">
                                  <p:stCondLst>
                                    <p:cond delay="0"/>
                                  </p:stCondLst>
                                  <p:childTnLst>
                                    <p:set>
                                      <p:cBhvr>
                                        <p:cTn dur="1" fill="hold">
                                          <p:stCondLst>
                                            <p:cond delay="0"/>
                                          </p:stCondLst>
                                        </p:cTn>
                                        <p:tgtEl>
                                          <p:spTgt spid="780"/>
                                        </p:tgtEl>
                                        <p:attrNameLst>
                                          <p:attrName>style.visibility</p:attrName>
                                        </p:attrNameLst>
                                      </p:cBhvr>
                                      <p:to>
                                        <p:strVal val="visible"/>
                                      </p:to>
                                    </p:set>
                                    <p:animEffect filter="fade" transition="in">
                                      <p:cBhvr>
                                        <p:cTn dur="1000"/>
                                        <p:tgtEl>
                                          <p:spTgt spid="78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82"/>
                                        </p:tgtEl>
                                        <p:attrNameLst>
                                          <p:attrName>style.visibility</p:attrName>
                                        </p:attrNameLst>
                                      </p:cBhvr>
                                      <p:to>
                                        <p:strVal val="visible"/>
                                      </p:to>
                                    </p:set>
                                    <p:animEffect filter="fade" transition="in">
                                      <p:cBhvr>
                                        <p:cTn dur="1000"/>
                                        <p:tgtEl>
                                          <p:spTgt spid="782"/>
                                        </p:tgtEl>
                                      </p:cBhvr>
                                    </p:animEffect>
                                  </p:childTnLst>
                                </p:cTn>
                              </p:par>
                              <p:par>
                                <p:cTn fill="hold" nodeType="withEffect" presetClass="entr" presetID="10" presetSubtype="0">
                                  <p:stCondLst>
                                    <p:cond delay="0"/>
                                  </p:stCondLst>
                                  <p:childTnLst>
                                    <p:set>
                                      <p:cBhvr>
                                        <p:cTn dur="1" fill="hold">
                                          <p:stCondLst>
                                            <p:cond delay="0"/>
                                          </p:stCondLst>
                                        </p:cTn>
                                        <p:tgtEl>
                                          <p:spTgt spid="788"/>
                                        </p:tgtEl>
                                        <p:attrNameLst>
                                          <p:attrName>style.visibility</p:attrName>
                                        </p:attrNameLst>
                                      </p:cBhvr>
                                      <p:to>
                                        <p:strVal val="visible"/>
                                      </p:to>
                                    </p:set>
                                    <p:animEffect filter="fade" transition="in">
                                      <p:cBhvr>
                                        <p:cTn dur="1000"/>
                                        <p:tgtEl>
                                          <p:spTgt spid="788"/>
                                        </p:tgtEl>
                                      </p:cBhvr>
                                    </p:animEffect>
                                  </p:childTnLst>
                                </p:cTn>
                              </p:par>
                              <p:par>
                                <p:cTn fill="hold" nodeType="withEffect" presetClass="entr" presetID="10" presetSubtype="0">
                                  <p:stCondLst>
                                    <p:cond delay="0"/>
                                  </p:stCondLst>
                                  <p:childTnLst>
                                    <p:set>
                                      <p:cBhvr>
                                        <p:cTn dur="1" fill="hold">
                                          <p:stCondLst>
                                            <p:cond delay="0"/>
                                          </p:stCondLst>
                                        </p:cTn>
                                        <p:tgtEl>
                                          <p:spTgt spid="777"/>
                                        </p:tgtEl>
                                        <p:attrNameLst>
                                          <p:attrName>style.visibility</p:attrName>
                                        </p:attrNameLst>
                                      </p:cBhvr>
                                      <p:to>
                                        <p:strVal val="visible"/>
                                      </p:to>
                                    </p:set>
                                    <p:animEffect filter="fade" transition="in">
                                      <p:cBhvr>
                                        <p:cTn dur="1000"/>
                                        <p:tgtEl>
                                          <p:spTgt spid="7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8"/>
                                        </p:tgtEl>
                                        <p:attrNameLst>
                                          <p:attrName>style.visibility</p:attrName>
                                        </p:attrNameLst>
                                      </p:cBhvr>
                                      <p:to>
                                        <p:strVal val="visible"/>
                                      </p:to>
                                    </p:set>
                                    <p:animEffect filter="fade" transition="in">
                                      <p:cBhvr>
                                        <p:cTn dur="1000"/>
                                        <p:tgtEl>
                                          <p:spTgt spid="778"/>
                                        </p:tgtEl>
                                      </p:cBhvr>
                                    </p:animEffect>
                                  </p:childTnLst>
                                </p:cTn>
                              </p:par>
                              <p:par>
                                <p:cTn fill="hold" nodeType="withEffect" presetClass="entr" presetID="10" presetSubtype="0">
                                  <p:stCondLst>
                                    <p:cond delay="0"/>
                                  </p:stCondLst>
                                  <p:childTnLst>
                                    <p:set>
                                      <p:cBhvr>
                                        <p:cTn dur="1" fill="hold">
                                          <p:stCondLst>
                                            <p:cond delay="0"/>
                                          </p:stCondLst>
                                        </p:cTn>
                                        <p:tgtEl>
                                          <p:spTgt spid="781"/>
                                        </p:tgtEl>
                                        <p:attrNameLst>
                                          <p:attrName>style.visibility</p:attrName>
                                        </p:attrNameLst>
                                      </p:cBhvr>
                                      <p:to>
                                        <p:strVal val="visible"/>
                                      </p:to>
                                    </p:set>
                                    <p:animEffect filter="fade" transition="in">
                                      <p:cBhvr>
                                        <p:cTn dur="1000"/>
                                        <p:tgtEl>
                                          <p:spTgt spid="781"/>
                                        </p:tgtEl>
                                      </p:cBhvr>
                                    </p:animEffect>
                                  </p:childTnLst>
                                </p:cTn>
                              </p:par>
                              <p:par>
                                <p:cTn fill="hold" nodeType="withEffect" presetClass="entr" presetID="10" presetSubtype="0">
                                  <p:stCondLst>
                                    <p:cond delay="0"/>
                                  </p:stCondLst>
                                  <p:childTnLst>
                                    <p:set>
                                      <p:cBhvr>
                                        <p:cTn dur="1" fill="hold">
                                          <p:stCondLst>
                                            <p:cond delay="0"/>
                                          </p:stCondLst>
                                        </p:cTn>
                                        <p:tgtEl>
                                          <p:spTgt spid="784"/>
                                        </p:tgtEl>
                                        <p:attrNameLst>
                                          <p:attrName>style.visibility</p:attrName>
                                        </p:attrNameLst>
                                      </p:cBhvr>
                                      <p:to>
                                        <p:strVal val="visible"/>
                                      </p:to>
                                    </p:set>
                                    <p:animEffect filter="fade" transition="in">
                                      <p:cBhvr>
                                        <p:cTn dur="1000"/>
                                        <p:tgtEl>
                                          <p:spTgt spid="784"/>
                                        </p:tgtEl>
                                      </p:cBhvr>
                                    </p:animEffect>
                                  </p:childTnLst>
                                </p:cTn>
                              </p:par>
                              <p:par>
                                <p:cTn fill="hold" nodeType="withEffect" presetClass="entr" presetID="10" presetSubtype="0">
                                  <p:stCondLst>
                                    <p:cond delay="0"/>
                                  </p:stCondLst>
                                  <p:childTnLst>
                                    <p:set>
                                      <p:cBhvr>
                                        <p:cTn dur="1" fill="hold">
                                          <p:stCondLst>
                                            <p:cond delay="0"/>
                                          </p:stCondLst>
                                        </p:cTn>
                                        <p:tgtEl>
                                          <p:spTgt spid="787"/>
                                        </p:tgtEl>
                                        <p:attrNameLst>
                                          <p:attrName>style.visibility</p:attrName>
                                        </p:attrNameLst>
                                      </p:cBhvr>
                                      <p:to>
                                        <p:strVal val="visible"/>
                                      </p:to>
                                    </p:set>
                                    <p:animEffect filter="fade" transition="in">
                                      <p:cBhvr>
                                        <p:cTn dur="1000"/>
                                        <p:tgtEl>
                                          <p:spTgt spid="787"/>
                                        </p:tgtEl>
                                      </p:cBhvr>
                                    </p:animEffect>
                                  </p:childTnLst>
                                </p:cTn>
                              </p:par>
                              <p:par>
                                <p:cTn fill="hold" nodeType="withEffect" presetClass="entr" presetID="10" presetSubtype="0">
                                  <p:stCondLst>
                                    <p:cond delay="0"/>
                                  </p:stCondLst>
                                  <p:childTnLst>
                                    <p:set>
                                      <p:cBhvr>
                                        <p:cTn dur="1" fill="hold">
                                          <p:stCondLst>
                                            <p:cond delay="0"/>
                                          </p:stCondLst>
                                        </p:cTn>
                                        <p:tgtEl>
                                          <p:spTgt spid="789"/>
                                        </p:tgtEl>
                                        <p:attrNameLst>
                                          <p:attrName>style.visibility</p:attrName>
                                        </p:attrNameLst>
                                      </p:cBhvr>
                                      <p:to>
                                        <p:strVal val="visible"/>
                                      </p:to>
                                    </p:set>
                                    <p:animEffect filter="fade" transition="in">
                                      <p:cBhvr>
                                        <p:cTn dur="1000"/>
                                        <p:tgtEl>
                                          <p:spTgt spid="789"/>
                                        </p:tgtEl>
                                      </p:cBhvr>
                                    </p:animEffect>
                                  </p:childTnLst>
                                </p:cTn>
                              </p:par>
                              <p:par>
                                <p:cTn fill="hold" nodeType="withEffect" presetClass="entr" presetID="10" presetSubtype="0">
                                  <p:stCondLst>
                                    <p:cond delay="0"/>
                                  </p:stCondLst>
                                  <p:childTnLst>
                                    <p:set>
                                      <p:cBhvr>
                                        <p:cTn dur="1" fill="hold">
                                          <p:stCondLst>
                                            <p:cond delay="0"/>
                                          </p:stCondLst>
                                        </p:cTn>
                                        <p:tgtEl>
                                          <p:spTgt spid="783"/>
                                        </p:tgtEl>
                                        <p:attrNameLst>
                                          <p:attrName>style.visibility</p:attrName>
                                        </p:attrNameLst>
                                      </p:cBhvr>
                                      <p:to>
                                        <p:strVal val="visible"/>
                                      </p:to>
                                    </p:set>
                                    <p:animEffect filter="fade" transition="in">
                                      <p:cBhvr>
                                        <p:cTn dur="1000"/>
                                        <p:tgtEl>
                                          <p:spTgt spid="78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97"/>
          <p:cNvSpPr txBox="1"/>
          <p:nvPr>
            <p:ph type="ctrTitle"/>
          </p:nvPr>
        </p:nvSpPr>
        <p:spPr>
          <a:xfrm>
            <a:off x="657228" y="1778585"/>
            <a:ext cx="1959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p:txBody>
      </p:sp>
      <p:sp>
        <p:nvSpPr>
          <p:cNvPr id="797" name="Google Shape;797;p97"/>
          <p:cNvSpPr txBox="1"/>
          <p:nvPr>
            <p:ph idx="1" type="subTitle"/>
          </p:nvPr>
        </p:nvSpPr>
        <p:spPr>
          <a:xfrm>
            <a:off x="657228" y="2252441"/>
            <a:ext cx="19593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798" name="Google Shape;798;p97"/>
          <p:cNvSpPr txBox="1"/>
          <p:nvPr>
            <p:ph idx="2" type="ctrTitle"/>
          </p:nvPr>
        </p:nvSpPr>
        <p:spPr>
          <a:xfrm>
            <a:off x="693636" y="3580934"/>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&amp; COMPETITION</a:t>
            </a:r>
            <a:endParaRPr/>
          </a:p>
        </p:txBody>
      </p:sp>
      <p:sp>
        <p:nvSpPr>
          <p:cNvPr id="799" name="Google Shape;799;p97"/>
          <p:cNvSpPr txBox="1"/>
          <p:nvPr>
            <p:ph idx="3" type="subTitle"/>
          </p:nvPr>
        </p:nvSpPr>
        <p:spPr>
          <a:xfrm>
            <a:off x="693636" y="4036206"/>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800" name="Google Shape;800;p97"/>
          <p:cNvSpPr txBox="1"/>
          <p:nvPr>
            <p:ph idx="4" type="ctrTitle"/>
          </p:nvPr>
        </p:nvSpPr>
        <p:spPr>
          <a:xfrm>
            <a:off x="3207532" y="1784778"/>
            <a:ext cx="1799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a:t>
            </a:r>
            <a:endParaRPr/>
          </a:p>
        </p:txBody>
      </p:sp>
      <p:sp>
        <p:nvSpPr>
          <p:cNvPr id="801" name="Google Shape;801;p97"/>
          <p:cNvSpPr txBox="1"/>
          <p:nvPr>
            <p:ph idx="5" type="subTitle"/>
          </p:nvPr>
        </p:nvSpPr>
        <p:spPr>
          <a:xfrm>
            <a:off x="3188332" y="2252437"/>
            <a:ext cx="18381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802" name="Google Shape;802;p97"/>
          <p:cNvSpPr txBox="1"/>
          <p:nvPr>
            <p:ph idx="6" type="ctrTitle"/>
          </p:nvPr>
        </p:nvSpPr>
        <p:spPr>
          <a:xfrm>
            <a:off x="3233530" y="3580934"/>
            <a:ext cx="1753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sp>
        <p:nvSpPr>
          <p:cNvPr id="803" name="Google Shape;803;p97"/>
          <p:cNvSpPr txBox="1"/>
          <p:nvPr>
            <p:ph idx="7" type="subTitle"/>
          </p:nvPr>
        </p:nvSpPr>
        <p:spPr>
          <a:xfrm>
            <a:off x="3157180" y="4036206"/>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804" name="Google Shape;804;p97"/>
          <p:cNvSpPr txBox="1"/>
          <p:nvPr>
            <p:ph idx="8" type="ctrTitle"/>
          </p:nvPr>
        </p:nvSpPr>
        <p:spPr>
          <a:xfrm>
            <a:off x="579450" y="401450"/>
            <a:ext cx="45930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TABLE OF CONTENTS</a:t>
            </a:r>
            <a:endParaRPr/>
          </a:p>
        </p:txBody>
      </p:sp>
      <p:sp>
        <p:nvSpPr>
          <p:cNvPr id="805" name="Google Shape;805;p97"/>
          <p:cNvSpPr txBox="1"/>
          <p:nvPr>
            <p:ph idx="9" type="title"/>
          </p:nvPr>
        </p:nvSpPr>
        <p:spPr>
          <a:xfrm>
            <a:off x="683628" y="1358010"/>
            <a:ext cx="1906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
        <p:nvSpPr>
          <p:cNvPr id="806" name="Google Shape;806;p97"/>
          <p:cNvSpPr txBox="1"/>
          <p:nvPr>
            <p:ph idx="13" type="title"/>
          </p:nvPr>
        </p:nvSpPr>
        <p:spPr>
          <a:xfrm>
            <a:off x="693636" y="3141768"/>
            <a:ext cx="1906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07" name="Google Shape;807;p97"/>
          <p:cNvSpPr txBox="1"/>
          <p:nvPr>
            <p:ph idx="14" type="title"/>
          </p:nvPr>
        </p:nvSpPr>
        <p:spPr>
          <a:xfrm>
            <a:off x="3180682" y="1370400"/>
            <a:ext cx="1853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08" name="Google Shape;808;p97"/>
          <p:cNvSpPr txBox="1"/>
          <p:nvPr>
            <p:ph idx="15" type="title"/>
          </p:nvPr>
        </p:nvSpPr>
        <p:spPr>
          <a:xfrm>
            <a:off x="3233530" y="3141774"/>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04"/>
                                        </p:tgtEl>
                                        <p:attrNameLst>
                                          <p:attrName>style.visibility</p:attrName>
                                        </p:attrNameLst>
                                      </p:cBhvr>
                                      <p:to>
                                        <p:strVal val="visible"/>
                                      </p:to>
                                    </p:set>
                                    <p:anim calcmode="lin" valueType="num">
                                      <p:cBhvr additive="base">
                                        <p:cTn dur="1000"/>
                                        <p:tgtEl>
                                          <p:spTgt spid="80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796"/>
                                        </p:tgtEl>
                                        <p:attrNameLst>
                                          <p:attrName>style.visibility</p:attrName>
                                        </p:attrNameLst>
                                      </p:cBhvr>
                                      <p:to>
                                        <p:strVal val="visible"/>
                                      </p:to>
                                    </p:set>
                                    <p:animEffect filter="fade" transition="in">
                                      <p:cBhvr>
                                        <p:cTn dur="1000"/>
                                        <p:tgtEl>
                                          <p:spTgt spid="796"/>
                                        </p:tgtEl>
                                      </p:cBhvr>
                                    </p:animEffect>
                                  </p:childTnLst>
                                </p:cTn>
                              </p:par>
                              <p:par>
                                <p:cTn fill="hold" nodeType="withEffect" presetClass="entr" presetID="10" presetSubtype="0">
                                  <p:stCondLst>
                                    <p:cond delay="0"/>
                                  </p:stCondLst>
                                  <p:childTnLst>
                                    <p:set>
                                      <p:cBhvr>
                                        <p:cTn dur="1" fill="hold">
                                          <p:stCondLst>
                                            <p:cond delay="0"/>
                                          </p:stCondLst>
                                        </p:cTn>
                                        <p:tgtEl>
                                          <p:spTgt spid="797"/>
                                        </p:tgtEl>
                                        <p:attrNameLst>
                                          <p:attrName>style.visibility</p:attrName>
                                        </p:attrNameLst>
                                      </p:cBhvr>
                                      <p:to>
                                        <p:strVal val="visible"/>
                                      </p:to>
                                    </p:set>
                                    <p:animEffect filter="fade" transition="in">
                                      <p:cBhvr>
                                        <p:cTn dur="1000"/>
                                        <p:tgtEl>
                                          <p:spTgt spid="797"/>
                                        </p:tgtEl>
                                      </p:cBhvr>
                                    </p:animEffect>
                                  </p:childTnLst>
                                </p:cTn>
                              </p:par>
                              <p:par>
                                <p:cTn fill="hold" nodeType="withEffect" presetClass="entr" presetID="10" presetSubtype="0">
                                  <p:stCondLst>
                                    <p:cond delay="0"/>
                                  </p:stCondLst>
                                  <p:childTnLst>
                                    <p:set>
                                      <p:cBhvr>
                                        <p:cTn dur="1" fill="hold">
                                          <p:stCondLst>
                                            <p:cond delay="0"/>
                                          </p:stCondLst>
                                        </p:cTn>
                                        <p:tgtEl>
                                          <p:spTgt spid="805"/>
                                        </p:tgtEl>
                                        <p:attrNameLst>
                                          <p:attrName>style.visibility</p:attrName>
                                        </p:attrNameLst>
                                      </p:cBhvr>
                                      <p:to>
                                        <p:strVal val="visible"/>
                                      </p:to>
                                    </p:set>
                                    <p:animEffect filter="fade" transition="in">
                                      <p:cBhvr>
                                        <p:cTn dur="1000"/>
                                        <p:tgtEl>
                                          <p:spTgt spid="805"/>
                                        </p:tgtEl>
                                      </p:cBhvr>
                                    </p:animEffect>
                                  </p:childTnLst>
                                </p:cTn>
                              </p:par>
                              <p:par>
                                <p:cTn fill="hold" nodeType="withEffect" presetClass="entr" presetID="10" presetSubtype="0">
                                  <p:stCondLst>
                                    <p:cond delay="0"/>
                                  </p:stCondLst>
                                  <p:childTnLst>
                                    <p:set>
                                      <p:cBhvr>
                                        <p:cTn dur="1" fill="hold">
                                          <p:stCondLst>
                                            <p:cond delay="0"/>
                                          </p:stCondLst>
                                        </p:cTn>
                                        <p:tgtEl>
                                          <p:spTgt spid="800"/>
                                        </p:tgtEl>
                                        <p:attrNameLst>
                                          <p:attrName>style.visibility</p:attrName>
                                        </p:attrNameLst>
                                      </p:cBhvr>
                                      <p:to>
                                        <p:strVal val="visible"/>
                                      </p:to>
                                    </p:set>
                                    <p:animEffect filter="fade" transition="in">
                                      <p:cBhvr>
                                        <p:cTn dur="1000"/>
                                        <p:tgtEl>
                                          <p:spTgt spid="800"/>
                                        </p:tgtEl>
                                      </p:cBhvr>
                                    </p:animEffect>
                                  </p:childTnLst>
                                </p:cTn>
                              </p:par>
                              <p:par>
                                <p:cTn fill="hold" nodeType="withEffect" presetClass="entr" presetID="10" presetSubtype="0">
                                  <p:stCondLst>
                                    <p:cond delay="0"/>
                                  </p:stCondLst>
                                  <p:childTnLst>
                                    <p:set>
                                      <p:cBhvr>
                                        <p:cTn dur="1" fill="hold">
                                          <p:stCondLst>
                                            <p:cond delay="0"/>
                                          </p:stCondLst>
                                        </p:cTn>
                                        <p:tgtEl>
                                          <p:spTgt spid="801"/>
                                        </p:tgtEl>
                                        <p:attrNameLst>
                                          <p:attrName>style.visibility</p:attrName>
                                        </p:attrNameLst>
                                      </p:cBhvr>
                                      <p:to>
                                        <p:strVal val="visible"/>
                                      </p:to>
                                    </p:set>
                                    <p:animEffect filter="fade" transition="in">
                                      <p:cBhvr>
                                        <p:cTn dur="1000"/>
                                        <p:tgtEl>
                                          <p:spTgt spid="801"/>
                                        </p:tgtEl>
                                      </p:cBhvr>
                                    </p:animEffect>
                                  </p:childTnLst>
                                </p:cTn>
                              </p:par>
                              <p:par>
                                <p:cTn fill="hold" nodeType="withEffect" presetClass="entr" presetID="10" presetSubtype="0">
                                  <p:stCondLst>
                                    <p:cond delay="0"/>
                                  </p:stCondLst>
                                  <p:childTnLst>
                                    <p:set>
                                      <p:cBhvr>
                                        <p:cTn dur="1" fill="hold">
                                          <p:stCondLst>
                                            <p:cond delay="0"/>
                                          </p:stCondLst>
                                        </p:cTn>
                                        <p:tgtEl>
                                          <p:spTgt spid="807"/>
                                        </p:tgtEl>
                                        <p:attrNameLst>
                                          <p:attrName>style.visibility</p:attrName>
                                        </p:attrNameLst>
                                      </p:cBhvr>
                                      <p:to>
                                        <p:strVal val="visible"/>
                                      </p:to>
                                    </p:set>
                                    <p:animEffect filter="fade" transition="in">
                                      <p:cBhvr>
                                        <p:cTn dur="1000"/>
                                        <p:tgtEl>
                                          <p:spTgt spid="807"/>
                                        </p:tgtEl>
                                      </p:cBhvr>
                                    </p:animEffect>
                                  </p:childTnLst>
                                </p:cTn>
                              </p:par>
                              <p:par>
                                <p:cTn fill="hold" nodeType="withEffect" presetClass="entr" presetID="10" presetSubtype="0">
                                  <p:stCondLst>
                                    <p:cond delay="0"/>
                                  </p:stCondLst>
                                  <p:childTnLst>
                                    <p:set>
                                      <p:cBhvr>
                                        <p:cTn dur="1" fill="hold">
                                          <p:stCondLst>
                                            <p:cond delay="0"/>
                                          </p:stCondLst>
                                        </p:cTn>
                                        <p:tgtEl>
                                          <p:spTgt spid="798"/>
                                        </p:tgtEl>
                                        <p:attrNameLst>
                                          <p:attrName>style.visibility</p:attrName>
                                        </p:attrNameLst>
                                      </p:cBhvr>
                                      <p:to>
                                        <p:strVal val="visible"/>
                                      </p:to>
                                    </p:set>
                                    <p:animEffect filter="fade" transition="in">
                                      <p:cBhvr>
                                        <p:cTn dur="1000"/>
                                        <p:tgtEl>
                                          <p:spTgt spid="798"/>
                                        </p:tgtEl>
                                      </p:cBhvr>
                                    </p:animEffect>
                                  </p:childTnLst>
                                </p:cTn>
                              </p:par>
                              <p:par>
                                <p:cTn fill="hold" nodeType="withEffect" presetClass="entr" presetID="10" presetSubtype="0">
                                  <p:stCondLst>
                                    <p:cond delay="0"/>
                                  </p:stCondLst>
                                  <p:childTnLst>
                                    <p:set>
                                      <p:cBhvr>
                                        <p:cTn dur="1" fill="hold">
                                          <p:stCondLst>
                                            <p:cond delay="0"/>
                                          </p:stCondLst>
                                        </p:cTn>
                                        <p:tgtEl>
                                          <p:spTgt spid="799"/>
                                        </p:tgtEl>
                                        <p:attrNameLst>
                                          <p:attrName>style.visibility</p:attrName>
                                        </p:attrNameLst>
                                      </p:cBhvr>
                                      <p:to>
                                        <p:strVal val="visible"/>
                                      </p:to>
                                    </p:set>
                                    <p:animEffect filter="fade" transition="in">
                                      <p:cBhvr>
                                        <p:cTn dur="1000"/>
                                        <p:tgtEl>
                                          <p:spTgt spid="799"/>
                                        </p:tgtEl>
                                      </p:cBhvr>
                                    </p:animEffect>
                                  </p:childTnLst>
                                </p:cTn>
                              </p:par>
                              <p:par>
                                <p:cTn fill="hold" nodeType="withEffect" presetClass="entr" presetID="10" presetSubtype="0">
                                  <p:stCondLst>
                                    <p:cond delay="0"/>
                                  </p:stCondLst>
                                  <p:childTnLst>
                                    <p:set>
                                      <p:cBhvr>
                                        <p:cTn dur="1" fill="hold">
                                          <p:stCondLst>
                                            <p:cond delay="0"/>
                                          </p:stCondLst>
                                        </p:cTn>
                                        <p:tgtEl>
                                          <p:spTgt spid="806"/>
                                        </p:tgtEl>
                                        <p:attrNameLst>
                                          <p:attrName>style.visibility</p:attrName>
                                        </p:attrNameLst>
                                      </p:cBhvr>
                                      <p:to>
                                        <p:strVal val="visible"/>
                                      </p:to>
                                    </p:set>
                                    <p:animEffect filter="fade" transition="in">
                                      <p:cBhvr>
                                        <p:cTn dur="1000"/>
                                        <p:tgtEl>
                                          <p:spTgt spid="806"/>
                                        </p:tgtEl>
                                      </p:cBhvr>
                                    </p:animEffect>
                                  </p:childTnLst>
                                </p:cTn>
                              </p:par>
                              <p:par>
                                <p:cTn fill="hold" nodeType="withEffect" presetClass="entr" presetID="10" presetSubtype="0">
                                  <p:stCondLst>
                                    <p:cond delay="0"/>
                                  </p:stCondLst>
                                  <p:childTnLst>
                                    <p:set>
                                      <p:cBhvr>
                                        <p:cTn dur="1" fill="hold">
                                          <p:stCondLst>
                                            <p:cond delay="0"/>
                                          </p:stCondLst>
                                        </p:cTn>
                                        <p:tgtEl>
                                          <p:spTgt spid="802"/>
                                        </p:tgtEl>
                                        <p:attrNameLst>
                                          <p:attrName>style.visibility</p:attrName>
                                        </p:attrNameLst>
                                      </p:cBhvr>
                                      <p:to>
                                        <p:strVal val="visible"/>
                                      </p:to>
                                    </p:set>
                                    <p:animEffect filter="fade" transition="in">
                                      <p:cBhvr>
                                        <p:cTn dur="1000"/>
                                        <p:tgtEl>
                                          <p:spTgt spid="802"/>
                                        </p:tgtEl>
                                      </p:cBhvr>
                                    </p:animEffect>
                                  </p:childTnLst>
                                </p:cTn>
                              </p:par>
                              <p:par>
                                <p:cTn fill="hold" nodeType="withEffect" presetClass="entr" presetID="10" presetSubtype="0">
                                  <p:stCondLst>
                                    <p:cond delay="0"/>
                                  </p:stCondLst>
                                  <p:childTnLst>
                                    <p:set>
                                      <p:cBhvr>
                                        <p:cTn dur="1" fill="hold">
                                          <p:stCondLst>
                                            <p:cond delay="0"/>
                                          </p:stCondLst>
                                        </p:cTn>
                                        <p:tgtEl>
                                          <p:spTgt spid="803"/>
                                        </p:tgtEl>
                                        <p:attrNameLst>
                                          <p:attrName>style.visibility</p:attrName>
                                        </p:attrNameLst>
                                      </p:cBhvr>
                                      <p:to>
                                        <p:strVal val="visible"/>
                                      </p:to>
                                    </p:set>
                                    <p:animEffect filter="fade" transition="in">
                                      <p:cBhvr>
                                        <p:cTn dur="1000"/>
                                        <p:tgtEl>
                                          <p:spTgt spid="803"/>
                                        </p:tgtEl>
                                      </p:cBhvr>
                                    </p:animEffect>
                                  </p:childTnLst>
                                </p:cTn>
                              </p:par>
                              <p:par>
                                <p:cTn fill="hold" nodeType="withEffect" presetClass="entr" presetID="10" presetSubtype="0">
                                  <p:stCondLst>
                                    <p:cond delay="0"/>
                                  </p:stCondLst>
                                  <p:childTnLst>
                                    <p:set>
                                      <p:cBhvr>
                                        <p:cTn dur="1" fill="hold">
                                          <p:stCondLst>
                                            <p:cond delay="0"/>
                                          </p:stCondLst>
                                        </p:cTn>
                                        <p:tgtEl>
                                          <p:spTgt spid="808"/>
                                        </p:tgtEl>
                                        <p:attrNameLst>
                                          <p:attrName>style.visibility</p:attrName>
                                        </p:attrNameLst>
                                      </p:cBhvr>
                                      <p:to>
                                        <p:strVal val="visible"/>
                                      </p:to>
                                    </p:set>
                                    <p:animEffect filter="fade" transition="in">
                                      <p:cBhvr>
                                        <p:cTn dur="1000"/>
                                        <p:tgtEl>
                                          <p:spTgt spid="80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98"/>
          <p:cNvSpPr txBox="1"/>
          <p:nvPr>
            <p:ph idx="1" type="subTitle"/>
          </p:nvPr>
        </p:nvSpPr>
        <p:spPr>
          <a:xfrm>
            <a:off x="2722955" y="3329200"/>
            <a:ext cx="36981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a:p>
            <a:pPr indent="0" lvl="0" marL="0" rtl="0" algn="ctr">
              <a:spcBef>
                <a:spcPts val="0"/>
              </a:spcBef>
              <a:spcAft>
                <a:spcPts val="0"/>
              </a:spcAft>
              <a:buNone/>
            </a:pPr>
            <a:r>
              <a:t/>
            </a:r>
            <a:endParaRPr/>
          </a:p>
        </p:txBody>
      </p:sp>
      <p:sp>
        <p:nvSpPr>
          <p:cNvPr id="814" name="Google Shape;814;p98"/>
          <p:cNvSpPr txBox="1"/>
          <p:nvPr>
            <p:ph type="ctrTitle"/>
          </p:nvPr>
        </p:nvSpPr>
        <p:spPr>
          <a:xfrm>
            <a:off x="1710150" y="1328125"/>
            <a:ext cx="5723700" cy="1864500"/>
          </a:xfrm>
          <a:prstGeom prst="rect">
            <a:avLst/>
          </a:prstGeom>
        </p:spPr>
        <p:txBody>
          <a:bodyPr anchorCtr="0" anchor="ctr" bIns="91425" lIns="91425" spcFirstLastPara="1" rIns="91425" wrap="square" tIns="91425">
            <a:noAutofit/>
          </a:bodyPr>
          <a:lstStyle/>
          <a:p>
            <a:pPr indent="0" lvl="0" marL="0" rtl="0" algn="ctr">
              <a:spcBef>
                <a:spcPts val="3400"/>
              </a:spcBef>
              <a:spcAft>
                <a:spcPts val="0"/>
              </a:spcAft>
              <a:buClr>
                <a:schemeClr val="dk1"/>
              </a:buClr>
              <a:buSzPts val="1100"/>
              <a:buFont typeface="Arial"/>
              <a:buNone/>
            </a:pPr>
            <a:r>
              <a:rPr lang="en"/>
              <a:t>“This is a quote, words full of wisdom that someone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4"/>
                                        </p:tgtEl>
                                        <p:attrNameLst>
                                          <p:attrName>style.visibility</p:attrName>
                                        </p:attrNameLst>
                                      </p:cBhvr>
                                      <p:to>
                                        <p:strVal val="visible"/>
                                      </p:to>
                                    </p:set>
                                    <p:animEffect filter="fade" transition="in">
                                      <p:cBhvr>
                                        <p:cTn dur="1000"/>
                                        <p:tgtEl>
                                          <p:spTgt spid="81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3"/>
                                        </p:tgtEl>
                                        <p:attrNameLst>
                                          <p:attrName>style.visibility</p:attrName>
                                        </p:attrNameLst>
                                      </p:cBhvr>
                                      <p:to>
                                        <p:strVal val="visible"/>
                                      </p:to>
                                    </p:set>
                                    <p:animEffect filter="fade" transition="in">
                                      <p:cBhvr>
                                        <p:cTn dur="1000"/>
                                        <p:tgtEl>
                                          <p:spTgt spid="8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4"/>
                                        </p:tgtEl>
                                        <p:attrNameLst>
                                          <p:attrName>style.visibility</p:attrName>
                                        </p:attrNameLst>
                                      </p:cBhvr>
                                      <p:to>
                                        <p:strVal val="visible"/>
                                      </p:to>
                                    </p:set>
                                    <p:animEffect filter="fade" transition="in">
                                      <p:cBhvr>
                                        <p:cTn dur="1000"/>
                                        <p:tgtEl>
                                          <p:spTgt spid="81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 name="Shape 818"/>
        <p:cNvGrpSpPr/>
        <p:nvPr/>
      </p:nvGrpSpPr>
      <p:grpSpPr>
        <a:xfrm>
          <a:off x="0" y="0"/>
          <a:ext cx="0" cy="0"/>
          <a:chOff x="0" y="0"/>
          <a:chExt cx="0" cy="0"/>
        </a:xfrm>
      </p:grpSpPr>
      <p:sp>
        <p:nvSpPr>
          <p:cNvPr id="819" name="Google Shape;819;p99"/>
          <p:cNvSpPr txBox="1"/>
          <p:nvPr>
            <p:ph idx="1" type="subTitle"/>
          </p:nvPr>
        </p:nvSpPr>
        <p:spPr>
          <a:xfrm>
            <a:off x="4511650" y="3131900"/>
            <a:ext cx="3717900" cy="367800"/>
          </a:xfrm>
          <a:prstGeom prst="rect">
            <a:avLst/>
          </a:prstGeom>
        </p:spPr>
        <p:txBody>
          <a:bodyPr anchorCtr="0" anchor="t" bIns="91425" lIns="91425" spcFirstLastPara="1" rIns="91425" wrap="square" tIns="91425">
            <a:noAutofit/>
          </a:bodyPr>
          <a:lstStyle/>
          <a:p>
            <a:pPr indent="0" lvl="0" marL="457200" rtl="0" algn="r">
              <a:spcBef>
                <a:spcPts val="0"/>
              </a:spcBef>
              <a:spcAft>
                <a:spcPts val="0"/>
              </a:spcAft>
              <a:buNone/>
            </a:pPr>
            <a:r>
              <a:rPr lang="en"/>
              <a:t>—</a:t>
            </a:r>
            <a:r>
              <a:rPr lang="en"/>
              <a:t>SOMEONE FAMOUS</a:t>
            </a:r>
            <a:endParaRPr/>
          </a:p>
        </p:txBody>
      </p:sp>
      <p:sp>
        <p:nvSpPr>
          <p:cNvPr id="820" name="Google Shape;820;p99"/>
          <p:cNvSpPr txBox="1"/>
          <p:nvPr>
            <p:ph type="ctrTitle"/>
          </p:nvPr>
        </p:nvSpPr>
        <p:spPr>
          <a:xfrm>
            <a:off x="4511650" y="1054625"/>
            <a:ext cx="3717900" cy="1864500"/>
          </a:xfrm>
          <a:prstGeom prst="rect">
            <a:avLst/>
          </a:prstGeom>
        </p:spPr>
        <p:txBody>
          <a:bodyPr anchorCtr="0" anchor="ctr" bIns="91425" lIns="91425" spcFirstLastPara="1" rIns="91425" wrap="square" tIns="91425">
            <a:noAutofit/>
          </a:bodyPr>
          <a:lstStyle/>
          <a:p>
            <a:pPr indent="0" lvl="0" marL="0" rtl="0" algn="r">
              <a:spcBef>
                <a:spcPts val="3400"/>
              </a:spcBef>
              <a:spcAft>
                <a:spcPts val="0"/>
              </a:spcAft>
              <a:buClr>
                <a:schemeClr val="dk1"/>
              </a:buClr>
              <a:buSzPts val="1100"/>
              <a:buFont typeface="Arial"/>
              <a:buNone/>
            </a:pPr>
            <a:r>
              <a:rPr lang="en"/>
              <a:t>“This is a quote, words full of wisdom that </a:t>
            </a:r>
            <a:r>
              <a:rPr lang="en"/>
              <a:t>someone</a:t>
            </a:r>
            <a:r>
              <a:rPr lang="en"/>
              <a:t> important said and can make the reader get inspired.”</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0"/>
                                        </p:tgtEl>
                                        <p:attrNameLst>
                                          <p:attrName>style.visibility</p:attrName>
                                        </p:attrNameLst>
                                      </p:cBhvr>
                                      <p:to>
                                        <p:strVal val="visible"/>
                                      </p:to>
                                    </p:set>
                                    <p:animEffect filter="fade" transition="in">
                                      <p:cBhvr>
                                        <p:cTn dur="1000"/>
                                        <p:tgtEl>
                                          <p:spTgt spid="8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19"/>
                                        </p:tgtEl>
                                        <p:attrNameLst>
                                          <p:attrName>style.visibility</p:attrName>
                                        </p:attrNameLst>
                                      </p:cBhvr>
                                      <p:to>
                                        <p:strVal val="visible"/>
                                      </p:to>
                                    </p:set>
                                    <p:animEffect filter="fade" transition="in">
                                      <p:cBhvr>
                                        <p:cTn dur="1000"/>
                                        <p:tgtEl>
                                          <p:spTgt spid="8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 name="Shape 824"/>
        <p:cNvGrpSpPr/>
        <p:nvPr/>
      </p:nvGrpSpPr>
      <p:grpSpPr>
        <a:xfrm>
          <a:off x="0" y="0"/>
          <a:ext cx="0" cy="0"/>
          <a:chOff x="0" y="0"/>
          <a:chExt cx="0" cy="0"/>
        </a:xfrm>
      </p:grpSpPr>
      <p:sp>
        <p:nvSpPr>
          <p:cNvPr id="825" name="Google Shape;825;p100"/>
          <p:cNvSpPr txBox="1"/>
          <p:nvPr>
            <p:ph idx="1" type="subTitle"/>
          </p:nvPr>
        </p:nvSpPr>
        <p:spPr>
          <a:xfrm>
            <a:off x="4297175" y="2900355"/>
            <a:ext cx="42990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826" name="Google Shape;826;p100"/>
          <p:cNvSpPr txBox="1"/>
          <p:nvPr>
            <p:ph type="ctrTitle"/>
          </p:nvPr>
        </p:nvSpPr>
        <p:spPr>
          <a:xfrm>
            <a:off x="4297175" y="2355550"/>
            <a:ext cx="4299000" cy="65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a:p>
            <a:pPr indent="0" lvl="0" marL="0" rtl="0" algn="ctr">
              <a:spcBef>
                <a:spcPts val="0"/>
              </a:spcBef>
              <a:spcAft>
                <a:spcPts val="0"/>
              </a:spcAft>
              <a:buNone/>
            </a:pPr>
            <a:r>
              <a:t/>
            </a:r>
            <a:endParaRPr/>
          </a:p>
        </p:txBody>
      </p:sp>
      <p:sp>
        <p:nvSpPr>
          <p:cNvPr id="827" name="Google Shape;827;p100"/>
          <p:cNvSpPr txBox="1"/>
          <p:nvPr>
            <p:ph idx="2" type="title"/>
          </p:nvPr>
        </p:nvSpPr>
        <p:spPr>
          <a:xfrm>
            <a:off x="4297175" y="1317160"/>
            <a:ext cx="4299000" cy="10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27"/>
                                        </p:tgtEl>
                                        <p:attrNameLst>
                                          <p:attrName>style.visibility</p:attrName>
                                        </p:attrNameLst>
                                      </p:cBhvr>
                                      <p:to>
                                        <p:strVal val="visible"/>
                                      </p:to>
                                    </p:set>
                                    <p:anim calcmode="lin" valueType="num">
                                      <p:cBhvr additive="base">
                                        <p:cTn dur="1000"/>
                                        <p:tgtEl>
                                          <p:spTgt spid="82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25"/>
                                        </p:tgtEl>
                                        <p:attrNameLst>
                                          <p:attrName>style.visibility</p:attrName>
                                        </p:attrNameLst>
                                      </p:cBhvr>
                                      <p:to>
                                        <p:strVal val="visible"/>
                                      </p:to>
                                    </p:set>
                                    <p:animEffect filter="fade" transition="in">
                                      <p:cBhvr>
                                        <p:cTn dur="1000"/>
                                        <p:tgtEl>
                                          <p:spTgt spid="825"/>
                                        </p:tgtEl>
                                      </p:cBhvr>
                                    </p:animEffect>
                                  </p:childTnLst>
                                </p:cTn>
                              </p:par>
                              <p:par>
                                <p:cTn fill="hold" nodeType="withEffect" presetClass="entr" presetID="10" presetSubtype="0">
                                  <p:stCondLst>
                                    <p:cond delay="0"/>
                                  </p:stCondLst>
                                  <p:childTnLst>
                                    <p:set>
                                      <p:cBhvr>
                                        <p:cTn dur="1" fill="hold">
                                          <p:stCondLst>
                                            <p:cond delay="0"/>
                                          </p:stCondLst>
                                        </p:cTn>
                                        <p:tgtEl>
                                          <p:spTgt spid="826"/>
                                        </p:tgtEl>
                                        <p:attrNameLst>
                                          <p:attrName>style.visibility</p:attrName>
                                        </p:attrNameLst>
                                      </p:cBhvr>
                                      <p:to>
                                        <p:strVal val="visible"/>
                                      </p:to>
                                    </p:set>
                                    <p:animEffect filter="fade" transition="in">
                                      <p:cBhvr>
                                        <p:cTn dur="1000"/>
                                        <p:tgtEl>
                                          <p:spTgt spid="82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 name="Shape 831"/>
        <p:cNvGrpSpPr/>
        <p:nvPr/>
      </p:nvGrpSpPr>
      <p:grpSpPr>
        <a:xfrm>
          <a:off x="0" y="0"/>
          <a:ext cx="0" cy="0"/>
          <a:chOff x="0" y="0"/>
          <a:chExt cx="0" cy="0"/>
        </a:xfrm>
      </p:grpSpPr>
      <p:sp>
        <p:nvSpPr>
          <p:cNvPr id="832" name="Google Shape;832;p101"/>
          <p:cNvSpPr txBox="1"/>
          <p:nvPr>
            <p:ph idx="1" type="subTitle"/>
          </p:nvPr>
        </p:nvSpPr>
        <p:spPr>
          <a:xfrm>
            <a:off x="2422500" y="2893425"/>
            <a:ext cx="42990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833" name="Google Shape;833;p101"/>
          <p:cNvSpPr txBox="1"/>
          <p:nvPr>
            <p:ph type="ctrTitle"/>
          </p:nvPr>
        </p:nvSpPr>
        <p:spPr>
          <a:xfrm>
            <a:off x="2422500" y="2348625"/>
            <a:ext cx="4299000" cy="66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p:txBody>
      </p:sp>
      <p:sp>
        <p:nvSpPr>
          <p:cNvPr id="834" name="Google Shape;834;p101"/>
          <p:cNvSpPr txBox="1"/>
          <p:nvPr>
            <p:ph idx="2" type="title"/>
          </p:nvPr>
        </p:nvSpPr>
        <p:spPr>
          <a:xfrm>
            <a:off x="2422500" y="1296000"/>
            <a:ext cx="4299000" cy="10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4"/>
                                        </p:tgtEl>
                                        <p:attrNameLst>
                                          <p:attrName>style.visibility</p:attrName>
                                        </p:attrNameLst>
                                      </p:cBhvr>
                                      <p:to>
                                        <p:strVal val="visible"/>
                                      </p:to>
                                    </p:set>
                                    <p:animEffect filter="fade" transition="in">
                                      <p:cBhvr>
                                        <p:cTn dur="1000"/>
                                        <p:tgtEl>
                                          <p:spTgt spid="83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3"/>
                                        </p:tgtEl>
                                        <p:attrNameLst>
                                          <p:attrName>style.visibility</p:attrName>
                                        </p:attrNameLst>
                                      </p:cBhvr>
                                      <p:to>
                                        <p:strVal val="visible"/>
                                      </p:to>
                                    </p:set>
                                    <p:animEffect filter="fade" transition="in">
                                      <p:cBhvr>
                                        <p:cTn dur="1000"/>
                                        <p:tgtEl>
                                          <p:spTgt spid="833"/>
                                        </p:tgtEl>
                                      </p:cBhvr>
                                    </p:animEffect>
                                  </p:childTnLst>
                                </p:cTn>
                              </p:par>
                              <p:par>
                                <p:cTn fill="hold" nodeType="withEffect" presetClass="entr" presetID="10" presetSubtype="0">
                                  <p:stCondLst>
                                    <p:cond delay="0"/>
                                  </p:stCondLst>
                                  <p:childTnLst>
                                    <p:set>
                                      <p:cBhvr>
                                        <p:cTn dur="1" fill="hold">
                                          <p:stCondLst>
                                            <p:cond delay="0"/>
                                          </p:stCondLst>
                                        </p:cTn>
                                        <p:tgtEl>
                                          <p:spTgt spid="832"/>
                                        </p:tgtEl>
                                        <p:attrNameLst>
                                          <p:attrName>style.visibility</p:attrName>
                                        </p:attrNameLst>
                                      </p:cBhvr>
                                      <p:to>
                                        <p:strVal val="visible"/>
                                      </p:to>
                                    </p:set>
                                    <p:animEffect filter="fade" transition="in">
                                      <p:cBhvr>
                                        <p:cTn dur="1000"/>
                                        <p:tgtEl>
                                          <p:spTgt spid="8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38" name="Shape 838"/>
        <p:cNvGrpSpPr/>
        <p:nvPr/>
      </p:nvGrpSpPr>
      <p:grpSpPr>
        <a:xfrm>
          <a:off x="0" y="0"/>
          <a:ext cx="0" cy="0"/>
          <a:chOff x="0" y="0"/>
          <a:chExt cx="0" cy="0"/>
        </a:xfrm>
      </p:grpSpPr>
      <p:sp>
        <p:nvSpPr>
          <p:cNvPr id="839" name="Google Shape;839;p102"/>
          <p:cNvSpPr txBox="1"/>
          <p:nvPr>
            <p:ph type="ctrTitle"/>
          </p:nvPr>
        </p:nvSpPr>
        <p:spPr>
          <a:xfrm flipH="1">
            <a:off x="5427750" y="981587"/>
            <a:ext cx="2857500" cy="8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WHOA!</a:t>
            </a:r>
            <a:endParaRPr/>
          </a:p>
        </p:txBody>
      </p:sp>
      <p:sp>
        <p:nvSpPr>
          <p:cNvPr id="840" name="Google Shape;840;p102"/>
          <p:cNvSpPr txBox="1"/>
          <p:nvPr>
            <p:ph idx="1" type="subTitle"/>
          </p:nvPr>
        </p:nvSpPr>
        <p:spPr>
          <a:xfrm>
            <a:off x="5427750" y="1819787"/>
            <a:ext cx="2857500" cy="51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It could be the part of the presentation where you can introduce yourself, write your email…</a:t>
            </a:r>
            <a:endParaRPr/>
          </a:p>
          <a:p>
            <a:pPr indent="0" lvl="0" marL="0" rtl="0" algn="ct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39"/>
                                        </p:tgtEl>
                                        <p:attrNameLst>
                                          <p:attrName>style.visibility</p:attrName>
                                        </p:attrNameLst>
                                      </p:cBhvr>
                                      <p:to>
                                        <p:strVal val="visible"/>
                                      </p:to>
                                    </p:set>
                                    <p:animEffect filter="fade" transition="in">
                                      <p:cBhvr>
                                        <p:cTn dur="1000"/>
                                        <p:tgtEl>
                                          <p:spTgt spid="839"/>
                                        </p:tgtEl>
                                      </p:cBhvr>
                                    </p:animEffect>
                                  </p:childTnLst>
                                </p:cTn>
                              </p:par>
                              <p:par>
                                <p:cTn fill="hold" nodeType="withEffect" presetClass="entr" presetID="10" presetSubtype="0">
                                  <p:stCondLst>
                                    <p:cond delay="0"/>
                                  </p:stCondLst>
                                  <p:childTnLst>
                                    <p:set>
                                      <p:cBhvr>
                                        <p:cTn dur="1" fill="hold">
                                          <p:stCondLst>
                                            <p:cond delay="0"/>
                                          </p:stCondLst>
                                        </p:cTn>
                                        <p:tgtEl>
                                          <p:spTgt spid="840"/>
                                        </p:tgtEl>
                                        <p:attrNameLst>
                                          <p:attrName>style.visibility</p:attrName>
                                        </p:attrNameLst>
                                      </p:cBhvr>
                                      <p:to>
                                        <p:strVal val="visible"/>
                                      </p:to>
                                    </p:set>
                                    <p:animEffect filter="fade" transition="in">
                                      <p:cBhvr>
                                        <p:cTn dur="1000"/>
                                        <p:tgtEl>
                                          <p:spTgt spid="84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 name="Shape 844"/>
        <p:cNvGrpSpPr/>
        <p:nvPr/>
      </p:nvGrpSpPr>
      <p:grpSpPr>
        <a:xfrm>
          <a:off x="0" y="0"/>
          <a:ext cx="0" cy="0"/>
          <a:chOff x="0" y="0"/>
          <a:chExt cx="0" cy="0"/>
        </a:xfrm>
      </p:grpSpPr>
      <p:sp>
        <p:nvSpPr>
          <p:cNvPr id="845" name="Google Shape;845;p103"/>
          <p:cNvSpPr txBox="1"/>
          <p:nvPr>
            <p:ph type="ctrTitle"/>
          </p:nvPr>
        </p:nvSpPr>
        <p:spPr>
          <a:xfrm flipH="1">
            <a:off x="2876000" y="709650"/>
            <a:ext cx="3392100" cy="8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WHOA!</a:t>
            </a:r>
            <a:endParaRPr/>
          </a:p>
        </p:txBody>
      </p:sp>
      <p:sp>
        <p:nvSpPr>
          <p:cNvPr id="846" name="Google Shape;846;p103"/>
          <p:cNvSpPr txBox="1"/>
          <p:nvPr>
            <p:ph idx="1" type="subTitle"/>
          </p:nvPr>
        </p:nvSpPr>
        <p:spPr>
          <a:xfrm>
            <a:off x="3143300" y="1928850"/>
            <a:ext cx="2857500" cy="51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It could be the part of the presentation where you can introduce yourself, write your email…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45"/>
                                        </p:tgtEl>
                                        <p:attrNameLst>
                                          <p:attrName>style.visibility</p:attrName>
                                        </p:attrNameLst>
                                      </p:cBhvr>
                                      <p:to>
                                        <p:strVal val="visible"/>
                                      </p:to>
                                    </p:set>
                                    <p:anim calcmode="lin" valueType="num">
                                      <p:cBhvr additive="base">
                                        <p:cTn dur="1000"/>
                                        <p:tgtEl>
                                          <p:spTgt spid="84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46"/>
                                        </p:tgtEl>
                                        <p:attrNameLst>
                                          <p:attrName>style.visibility</p:attrName>
                                        </p:attrNameLst>
                                      </p:cBhvr>
                                      <p:to>
                                        <p:strVal val="visible"/>
                                      </p:to>
                                    </p:set>
                                    <p:animEffect filter="fade" transition="in">
                                      <p:cBhvr>
                                        <p:cTn dur="1000"/>
                                        <p:tgtEl>
                                          <p:spTgt spid="84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 name="Shape 850"/>
        <p:cNvGrpSpPr/>
        <p:nvPr/>
      </p:nvGrpSpPr>
      <p:grpSpPr>
        <a:xfrm>
          <a:off x="0" y="0"/>
          <a:ext cx="0" cy="0"/>
          <a:chOff x="0" y="0"/>
          <a:chExt cx="0" cy="0"/>
        </a:xfrm>
      </p:grpSpPr>
      <p:sp>
        <p:nvSpPr>
          <p:cNvPr id="851" name="Google Shape;851;p104"/>
          <p:cNvSpPr txBox="1"/>
          <p:nvPr>
            <p:ph type="ctrTitle"/>
          </p:nvPr>
        </p:nvSpPr>
        <p:spPr>
          <a:xfrm flipH="1">
            <a:off x="355600" y="2236500"/>
            <a:ext cx="39561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852" name="Google Shape;852;p104"/>
          <p:cNvSpPr txBox="1"/>
          <p:nvPr>
            <p:ph idx="1" type="subTitle"/>
          </p:nvPr>
        </p:nvSpPr>
        <p:spPr>
          <a:xfrm>
            <a:off x="4825200" y="1728900"/>
            <a:ext cx="2490300" cy="168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xit" presetID="2" presetSubtype="8">
                                  <p:stCondLst>
                                    <p:cond delay="0"/>
                                  </p:stCondLst>
                                  <p:childTnLst>
                                    <p:anim calcmode="lin" valueType="num">
                                      <p:cBhvr additive="base">
                                        <p:cTn dur="1000"/>
                                        <p:tgtEl>
                                          <p:spTgt spid="851"/>
                                        </p:tgtEl>
                                        <p:attrNameLst>
                                          <p:attrName>ppt_x</p:attrName>
                                        </p:attrNameLst>
                                      </p:cBhvr>
                                      <p:tavLst>
                                        <p:tav fmla="" tm="0">
                                          <p:val>
                                            <p:strVal val="#ppt_x"/>
                                          </p:val>
                                        </p:tav>
                                        <p:tav fmla="" tm="100000">
                                          <p:val>
                                            <p:strVal val="#ppt_x-1"/>
                                          </p:val>
                                        </p:tav>
                                      </p:tavLst>
                                    </p:anim>
                                    <p:set>
                                      <p:cBhvr>
                                        <p:cTn dur="1" fill="hold">
                                          <p:stCondLst>
                                            <p:cond delay="1000"/>
                                          </p:stCondLst>
                                        </p:cTn>
                                        <p:tgtEl>
                                          <p:spTgt spid="851"/>
                                        </p:tgtEl>
                                        <p:attrNameLst>
                                          <p:attrName>style.visibility</p:attrName>
                                        </p:attrNameLst>
                                      </p:cBhvr>
                                      <p:to>
                                        <p:strVal val="hidden"/>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52"/>
                                        </p:tgtEl>
                                        <p:attrNameLst>
                                          <p:attrName>style.visibility</p:attrName>
                                        </p:attrNameLst>
                                      </p:cBhvr>
                                      <p:to>
                                        <p:strVal val="visible"/>
                                      </p:to>
                                    </p:set>
                                    <p:animEffect filter="fade" transition="in">
                                      <p:cBhvr>
                                        <p:cTn dur="1000"/>
                                        <p:tgtEl>
                                          <p:spTgt spid="8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 name="Shape 856"/>
        <p:cNvGrpSpPr/>
        <p:nvPr/>
      </p:nvGrpSpPr>
      <p:grpSpPr>
        <a:xfrm>
          <a:off x="0" y="0"/>
          <a:ext cx="0" cy="0"/>
          <a:chOff x="0" y="0"/>
          <a:chExt cx="0" cy="0"/>
        </a:xfrm>
      </p:grpSpPr>
      <p:sp>
        <p:nvSpPr>
          <p:cNvPr id="857" name="Google Shape;857;p105"/>
          <p:cNvSpPr txBox="1"/>
          <p:nvPr>
            <p:ph type="ctrTitle"/>
          </p:nvPr>
        </p:nvSpPr>
        <p:spPr>
          <a:xfrm flipH="1">
            <a:off x="2359650" y="1400650"/>
            <a:ext cx="4424700" cy="93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INTRODUCTION</a:t>
            </a:r>
            <a:endParaRPr/>
          </a:p>
        </p:txBody>
      </p:sp>
      <p:sp>
        <p:nvSpPr>
          <p:cNvPr id="858" name="Google Shape;858;p105"/>
          <p:cNvSpPr txBox="1"/>
          <p:nvPr>
            <p:ph idx="1" type="subTitle"/>
          </p:nvPr>
        </p:nvSpPr>
        <p:spPr>
          <a:xfrm>
            <a:off x="2378700" y="2530005"/>
            <a:ext cx="4386600" cy="93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a:p>
            <a:pPr indent="0" lvl="0" marL="0" rtl="0" algn="ctr">
              <a:spcBef>
                <a:spcPts val="0"/>
              </a:spcBef>
              <a:spcAft>
                <a:spcPts val="0"/>
              </a:spcAft>
              <a:buNone/>
            </a:pPr>
            <a:r>
              <a:t/>
            </a:r>
            <a:endParaRPr/>
          </a:p>
        </p:txBody>
      </p:sp>
      <p:cxnSp>
        <p:nvCxnSpPr>
          <p:cNvPr id="859" name="Google Shape;859;p105"/>
          <p:cNvCxnSpPr/>
          <p:nvPr/>
        </p:nvCxnSpPr>
        <p:spPr>
          <a:xfrm rot="10800000">
            <a:off x="2493000" y="2315375"/>
            <a:ext cx="4158000" cy="0"/>
          </a:xfrm>
          <a:prstGeom prst="straightConnector1">
            <a:avLst/>
          </a:prstGeom>
          <a:noFill/>
          <a:ln cap="flat" cmpd="sng" w="28575">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57"/>
                                        </p:tgtEl>
                                        <p:attrNameLst>
                                          <p:attrName>style.visibility</p:attrName>
                                        </p:attrNameLst>
                                      </p:cBhvr>
                                      <p:to>
                                        <p:strVal val="visible"/>
                                      </p:to>
                                    </p:set>
                                    <p:animEffect filter="fade" transition="in">
                                      <p:cBhvr>
                                        <p:cTn dur="1000"/>
                                        <p:tgtEl>
                                          <p:spTgt spid="85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xit" presetID="2" presetSubtype="8">
                                  <p:stCondLst>
                                    <p:cond delay="0"/>
                                  </p:stCondLst>
                                  <p:childTnLst>
                                    <p:anim calcmode="lin" valueType="num">
                                      <p:cBhvr additive="base">
                                        <p:cTn dur="1000"/>
                                        <p:tgtEl>
                                          <p:spTgt spid="859"/>
                                        </p:tgtEl>
                                        <p:attrNameLst>
                                          <p:attrName>ppt_x</p:attrName>
                                        </p:attrNameLst>
                                      </p:cBhvr>
                                      <p:tavLst>
                                        <p:tav fmla="" tm="0">
                                          <p:val>
                                            <p:strVal val="#ppt_x"/>
                                          </p:val>
                                        </p:tav>
                                        <p:tav fmla="" tm="100000">
                                          <p:val>
                                            <p:strVal val="#ppt_x-1"/>
                                          </p:val>
                                        </p:tav>
                                      </p:tavLst>
                                    </p:anim>
                                    <p:set>
                                      <p:cBhvr>
                                        <p:cTn dur="1" fill="hold">
                                          <p:stCondLst>
                                            <p:cond delay="1000"/>
                                          </p:stCondLst>
                                        </p:cTn>
                                        <p:tgtEl>
                                          <p:spTgt spid="859"/>
                                        </p:tgtEl>
                                        <p:attrNameLst>
                                          <p:attrName>style.visibility</p:attrName>
                                        </p:attrNameLst>
                                      </p:cBhvr>
                                      <p:to>
                                        <p:strVal val="hidden"/>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58"/>
                                        </p:tgtEl>
                                        <p:attrNameLst>
                                          <p:attrName>style.visibility</p:attrName>
                                        </p:attrNameLst>
                                      </p:cBhvr>
                                      <p:to>
                                        <p:strVal val="visible"/>
                                      </p:to>
                                    </p:set>
                                    <p:animEffect filter="fade" transition="in">
                                      <p:cBhvr>
                                        <p:cTn dur="1000"/>
                                        <p:tgtEl>
                                          <p:spTgt spid="85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 name="Shape 863"/>
        <p:cNvGrpSpPr/>
        <p:nvPr/>
      </p:nvGrpSpPr>
      <p:grpSpPr>
        <a:xfrm>
          <a:off x="0" y="0"/>
          <a:ext cx="0" cy="0"/>
          <a:chOff x="0" y="0"/>
          <a:chExt cx="0" cy="0"/>
        </a:xfrm>
      </p:grpSpPr>
      <p:sp>
        <p:nvSpPr>
          <p:cNvPr id="864" name="Google Shape;864;p106"/>
          <p:cNvSpPr txBox="1"/>
          <p:nvPr>
            <p:ph type="ctrTitle"/>
          </p:nvPr>
        </p:nvSpPr>
        <p:spPr>
          <a:xfrm flipH="1">
            <a:off x="1372450" y="1886100"/>
            <a:ext cx="3486000" cy="67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OUR COMPANY</a:t>
            </a:r>
            <a:endParaRPr/>
          </a:p>
        </p:txBody>
      </p:sp>
      <p:sp>
        <p:nvSpPr>
          <p:cNvPr id="865" name="Google Shape;865;p106"/>
          <p:cNvSpPr txBox="1"/>
          <p:nvPr>
            <p:ph idx="1" type="subTitle"/>
          </p:nvPr>
        </p:nvSpPr>
        <p:spPr>
          <a:xfrm>
            <a:off x="1398700" y="2910300"/>
            <a:ext cx="3486000" cy="174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a:t>
            </a:r>
            <a:endParaRPr/>
          </a:p>
        </p:txBody>
      </p:sp>
      <p:grpSp>
        <p:nvGrpSpPr>
          <p:cNvPr id="866" name="Google Shape;866;p106"/>
          <p:cNvGrpSpPr/>
          <p:nvPr/>
        </p:nvGrpSpPr>
        <p:grpSpPr>
          <a:xfrm>
            <a:off x="4765500" y="1904113"/>
            <a:ext cx="1009500" cy="771116"/>
            <a:chOff x="1313100" y="1748166"/>
            <a:chExt cx="1009500" cy="771116"/>
          </a:xfrm>
        </p:grpSpPr>
        <p:grpSp>
          <p:nvGrpSpPr>
            <p:cNvPr id="867" name="Google Shape;867;p106"/>
            <p:cNvGrpSpPr/>
            <p:nvPr/>
          </p:nvGrpSpPr>
          <p:grpSpPr>
            <a:xfrm>
              <a:off x="1621266" y="1748166"/>
              <a:ext cx="393173" cy="442116"/>
              <a:chOff x="2523000" y="1954875"/>
              <a:chExt cx="262325" cy="295000"/>
            </a:xfrm>
          </p:grpSpPr>
          <p:sp>
            <p:nvSpPr>
              <p:cNvPr id="868" name="Google Shape;868;p10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0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 name="Google Shape;870;p106"/>
            <p:cNvSpPr txBox="1"/>
            <p:nvPr/>
          </p:nvSpPr>
          <p:spPr>
            <a:xfrm>
              <a:off x="1313100" y="2142782"/>
              <a:ext cx="1009500" cy="376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Squada One"/>
                  <a:ea typeface="Squada One"/>
                  <a:cs typeface="Squada One"/>
                  <a:sym typeface="Squada One"/>
                </a:rPr>
                <a:t>YOUR LOGO</a:t>
              </a:r>
              <a:endParaRPr sz="1200">
                <a:solidFill>
                  <a:schemeClr val="lt1"/>
                </a:solidFill>
                <a:latin typeface="Squada One"/>
                <a:ea typeface="Squada One"/>
                <a:cs typeface="Squada One"/>
                <a:sym typeface="Squada One"/>
              </a:endParaRPr>
            </a:p>
          </p:txBody>
        </p:sp>
      </p:grpSp>
      <p:cxnSp>
        <p:nvCxnSpPr>
          <p:cNvPr id="871" name="Google Shape;871;p106"/>
          <p:cNvCxnSpPr/>
          <p:nvPr/>
        </p:nvCxnSpPr>
        <p:spPr>
          <a:xfrm>
            <a:off x="1482719" y="2693550"/>
            <a:ext cx="3115500" cy="840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864"/>
                                        </p:tgtEl>
                                        <p:attrNameLst>
                                          <p:attrName>style.visibility</p:attrName>
                                        </p:attrNameLst>
                                      </p:cBhvr>
                                      <p:to>
                                        <p:strVal val="visible"/>
                                      </p:to>
                                    </p:set>
                                    <p:anim calcmode="lin" valueType="num">
                                      <p:cBhvr additive="base">
                                        <p:cTn dur="1000"/>
                                        <p:tgtEl>
                                          <p:spTgt spid="86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65"/>
                                        </p:tgtEl>
                                        <p:attrNameLst>
                                          <p:attrName>style.visibility</p:attrName>
                                        </p:attrNameLst>
                                      </p:cBhvr>
                                      <p:to>
                                        <p:strVal val="visible"/>
                                      </p:to>
                                    </p:set>
                                    <p:animEffect filter="fade" transition="in">
                                      <p:cBhvr>
                                        <p:cTn dur="1000"/>
                                        <p:tgtEl>
                                          <p:spTgt spid="8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 name="Shape 875"/>
        <p:cNvGrpSpPr/>
        <p:nvPr/>
      </p:nvGrpSpPr>
      <p:grpSpPr>
        <a:xfrm>
          <a:off x="0" y="0"/>
          <a:ext cx="0" cy="0"/>
          <a:chOff x="0" y="0"/>
          <a:chExt cx="0" cy="0"/>
        </a:xfrm>
      </p:grpSpPr>
      <p:sp>
        <p:nvSpPr>
          <p:cNvPr id="876" name="Google Shape;876;p107"/>
          <p:cNvSpPr txBox="1"/>
          <p:nvPr>
            <p:ph type="ctrTitle"/>
          </p:nvPr>
        </p:nvSpPr>
        <p:spPr>
          <a:xfrm flipH="1">
            <a:off x="4114500" y="2004895"/>
            <a:ext cx="3956100" cy="78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OUR COMPANY</a:t>
            </a:r>
            <a:endParaRPr/>
          </a:p>
        </p:txBody>
      </p:sp>
      <p:sp>
        <p:nvSpPr>
          <p:cNvPr id="877" name="Google Shape;877;p107"/>
          <p:cNvSpPr txBox="1"/>
          <p:nvPr>
            <p:ph idx="1" type="subTitle"/>
          </p:nvPr>
        </p:nvSpPr>
        <p:spPr>
          <a:xfrm>
            <a:off x="4390050" y="2938200"/>
            <a:ext cx="3405000" cy="174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a:t>
            </a:r>
            <a:endParaRPr/>
          </a:p>
        </p:txBody>
      </p:sp>
      <p:grpSp>
        <p:nvGrpSpPr>
          <p:cNvPr id="878" name="Google Shape;878;p107"/>
          <p:cNvGrpSpPr/>
          <p:nvPr/>
        </p:nvGrpSpPr>
        <p:grpSpPr>
          <a:xfrm>
            <a:off x="5895966" y="1233791"/>
            <a:ext cx="393173" cy="442116"/>
            <a:chOff x="2523000" y="1954875"/>
            <a:chExt cx="262325" cy="295000"/>
          </a:xfrm>
        </p:grpSpPr>
        <p:sp>
          <p:nvSpPr>
            <p:cNvPr id="879" name="Google Shape;879;p10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0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 name="Google Shape;881;p107"/>
          <p:cNvSpPr txBox="1"/>
          <p:nvPr/>
        </p:nvSpPr>
        <p:spPr>
          <a:xfrm>
            <a:off x="5587800" y="1628407"/>
            <a:ext cx="1009500" cy="376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Squada One"/>
                <a:ea typeface="Squada One"/>
                <a:cs typeface="Squada One"/>
                <a:sym typeface="Squada One"/>
              </a:rPr>
              <a:t>YOUR LOGO</a:t>
            </a:r>
            <a:endParaRPr sz="1200">
              <a:solidFill>
                <a:schemeClr val="lt1"/>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76"/>
                                        </p:tgtEl>
                                        <p:attrNameLst>
                                          <p:attrName>style.visibility</p:attrName>
                                        </p:attrNameLst>
                                      </p:cBhvr>
                                      <p:to>
                                        <p:strVal val="visible"/>
                                      </p:to>
                                    </p:set>
                                    <p:anim calcmode="lin" valueType="num">
                                      <p:cBhvr additive="base">
                                        <p:cTn dur="1000"/>
                                        <p:tgtEl>
                                          <p:spTgt spid="876"/>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878"/>
                                        </p:tgtEl>
                                        <p:attrNameLst>
                                          <p:attrName>style.visibility</p:attrName>
                                        </p:attrNameLst>
                                      </p:cBhvr>
                                      <p:to>
                                        <p:strVal val="visible"/>
                                      </p:to>
                                    </p:set>
                                    <p:animEffect filter="fade" transition="in">
                                      <p:cBhvr>
                                        <p:cTn dur="1000"/>
                                        <p:tgtEl>
                                          <p:spTgt spid="878"/>
                                        </p:tgtEl>
                                      </p:cBhvr>
                                    </p:animEffect>
                                  </p:childTnLst>
                                </p:cTn>
                              </p:par>
                              <p:par>
                                <p:cTn fill="hold" nodeType="withEffect" presetClass="entr" presetID="10" presetSubtype="0">
                                  <p:stCondLst>
                                    <p:cond delay="0"/>
                                  </p:stCondLst>
                                  <p:childTnLst>
                                    <p:set>
                                      <p:cBhvr>
                                        <p:cTn dur="1" fill="hold">
                                          <p:stCondLst>
                                            <p:cond delay="0"/>
                                          </p:stCondLst>
                                        </p:cTn>
                                        <p:tgtEl>
                                          <p:spTgt spid="881"/>
                                        </p:tgtEl>
                                        <p:attrNameLst>
                                          <p:attrName>style.visibility</p:attrName>
                                        </p:attrNameLst>
                                      </p:cBhvr>
                                      <p:to>
                                        <p:strVal val="visible"/>
                                      </p:to>
                                    </p:set>
                                    <p:animEffect filter="fade" transition="in">
                                      <p:cBhvr>
                                        <p:cTn dur="1000"/>
                                        <p:tgtEl>
                                          <p:spTgt spid="88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77"/>
                                        </p:tgtEl>
                                        <p:attrNameLst>
                                          <p:attrName>style.visibility</p:attrName>
                                        </p:attrNameLst>
                                      </p:cBhvr>
                                      <p:to>
                                        <p:strVal val="visible"/>
                                      </p:to>
                                    </p:set>
                                    <p:animEffect filter="fade" transition="in">
                                      <p:cBhvr>
                                        <p:cTn dur="1000"/>
                                        <p:tgtEl>
                                          <p:spTgt spid="8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 name="Shape 885"/>
        <p:cNvGrpSpPr/>
        <p:nvPr/>
      </p:nvGrpSpPr>
      <p:grpSpPr>
        <a:xfrm>
          <a:off x="0" y="0"/>
          <a:ext cx="0" cy="0"/>
          <a:chOff x="0" y="0"/>
          <a:chExt cx="0" cy="0"/>
        </a:xfrm>
      </p:grpSpPr>
      <p:grpSp>
        <p:nvGrpSpPr>
          <p:cNvPr id="886" name="Google Shape;886;p108"/>
          <p:cNvGrpSpPr/>
          <p:nvPr/>
        </p:nvGrpSpPr>
        <p:grpSpPr>
          <a:xfrm>
            <a:off x="3346080" y="1253492"/>
            <a:ext cx="338842" cy="336332"/>
            <a:chOff x="-56012425" y="1903275"/>
            <a:chExt cx="320600" cy="318225"/>
          </a:xfrm>
        </p:grpSpPr>
        <p:sp>
          <p:nvSpPr>
            <p:cNvPr id="887" name="Google Shape;887;p10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0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108"/>
          <p:cNvGrpSpPr/>
          <p:nvPr/>
        </p:nvGrpSpPr>
        <p:grpSpPr>
          <a:xfrm>
            <a:off x="4411059" y="2974124"/>
            <a:ext cx="337997" cy="336411"/>
            <a:chOff x="-55620175" y="2686900"/>
            <a:chExt cx="319800" cy="318300"/>
          </a:xfrm>
        </p:grpSpPr>
        <p:sp>
          <p:nvSpPr>
            <p:cNvPr id="890" name="Google Shape;890;p10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0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0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0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108"/>
          <p:cNvGrpSpPr/>
          <p:nvPr/>
        </p:nvGrpSpPr>
        <p:grpSpPr>
          <a:xfrm>
            <a:off x="5450711" y="1256258"/>
            <a:ext cx="295536" cy="336332"/>
            <a:chOff x="-56774050" y="1904075"/>
            <a:chExt cx="279625" cy="318225"/>
          </a:xfrm>
        </p:grpSpPr>
        <p:sp>
          <p:nvSpPr>
            <p:cNvPr id="895" name="Google Shape;895;p10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0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 name="Google Shape;897;p108"/>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OUR TEAM</a:t>
            </a:r>
            <a:endParaRPr/>
          </a:p>
        </p:txBody>
      </p:sp>
      <p:sp>
        <p:nvSpPr>
          <p:cNvPr id="898" name="Google Shape;898;p108"/>
          <p:cNvSpPr txBox="1"/>
          <p:nvPr>
            <p:ph idx="1" type="subTitle"/>
          </p:nvPr>
        </p:nvSpPr>
        <p:spPr>
          <a:xfrm>
            <a:off x="2750119" y="2192634"/>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
        <p:nvSpPr>
          <p:cNvPr id="899" name="Google Shape;899;p108"/>
          <p:cNvSpPr txBox="1"/>
          <p:nvPr>
            <p:ph idx="2" type="ctrTitle"/>
          </p:nvPr>
        </p:nvSpPr>
        <p:spPr>
          <a:xfrm>
            <a:off x="2750155" y="1492066"/>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JENNA DOE</a:t>
            </a:r>
            <a:endParaRPr/>
          </a:p>
        </p:txBody>
      </p:sp>
      <p:sp>
        <p:nvSpPr>
          <p:cNvPr id="900" name="Google Shape;900;p108"/>
          <p:cNvSpPr txBox="1"/>
          <p:nvPr>
            <p:ph idx="3" type="ctrTitle"/>
          </p:nvPr>
        </p:nvSpPr>
        <p:spPr>
          <a:xfrm>
            <a:off x="4800201" y="1497325"/>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PATTERSON</a:t>
            </a:r>
            <a:endParaRPr/>
          </a:p>
        </p:txBody>
      </p:sp>
      <p:sp>
        <p:nvSpPr>
          <p:cNvPr id="901" name="Google Shape;901;p108"/>
          <p:cNvSpPr txBox="1"/>
          <p:nvPr>
            <p:ph idx="4" type="subTitle"/>
          </p:nvPr>
        </p:nvSpPr>
        <p:spPr>
          <a:xfrm>
            <a:off x="4800165" y="2192634"/>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
        <p:nvSpPr>
          <p:cNvPr id="902" name="Google Shape;902;p108"/>
          <p:cNvSpPr txBox="1"/>
          <p:nvPr>
            <p:ph idx="5" type="ctrTitle"/>
          </p:nvPr>
        </p:nvSpPr>
        <p:spPr>
          <a:xfrm>
            <a:off x="3794948" y="3219050"/>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a:t>
            </a:r>
            <a:endParaRPr/>
          </a:p>
        </p:txBody>
      </p:sp>
      <p:sp>
        <p:nvSpPr>
          <p:cNvPr id="903" name="Google Shape;903;p108"/>
          <p:cNvSpPr txBox="1"/>
          <p:nvPr>
            <p:ph idx="6" type="subTitle"/>
          </p:nvPr>
        </p:nvSpPr>
        <p:spPr>
          <a:xfrm>
            <a:off x="3753025" y="3910976"/>
            <a:ext cx="16539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897"/>
                                        </p:tgtEl>
                                        <p:attrNameLst>
                                          <p:attrName>style.visibility</p:attrName>
                                        </p:attrNameLst>
                                      </p:cBhvr>
                                      <p:to>
                                        <p:strVal val="visible"/>
                                      </p:to>
                                    </p:set>
                                    <p:animEffect filter="fade" transition="in">
                                      <p:cBhvr>
                                        <p:cTn dur="1000"/>
                                        <p:tgtEl>
                                          <p:spTgt spid="897"/>
                                        </p:tgtEl>
                                      </p:cBhvr>
                                    </p:animEffect>
                                  </p:childTnLst>
                                </p:cTn>
                              </p:par>
                              <p:par>
                                <p:cTn fill="hold" nodeType="with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98"/>
                                        </p:tgtEl>
                                        <p:attrNameLst>
                                          <p:attrName>style.visibility</p:attrName>
                                        </p:attrNameLst>
                                      </p:cBhvr>
                                      <p:to>
                                        <p:strVal val="visible"/>
                                      </p:to>
                                    </p:set>
                                    <p:animEffect filter="fade" transition="in">
                                      <p:cBhvr>
                                        <p:cTn dur="1000"/>
                                        <p:tgtEl>
                                          <p:spTgt spid="898"/>
                                        </p:tgtEl>
                                      </p:cBhvr>
                                    </p:animEffect>
                                  </p:childTnLst>
                                </p:cTn>
                              </p:par>
                              <p:par>
                                <p:cTn fill="hold" nodeType="withEffect" presetClass="entr" presetID="10" presetSubtype="0">
                                  <p:stCondLst>
                                    <p:cond delay="0"/>
                                  </p:stCondLst>
                                  <p:childTnLst>
                                    <p:set>
                                      <p:cBhvr>
                                        <p:cTn dur="1" fill="hold">
                                          <p:stCondLst>
                                            <p:cond delay="0"/>
                                          </p:stCondLst>
                                        </p:cTn>
                                        <p:tgtEl>
                                          <p:spTgt spid="899"/>
                                        </p:tgtEl>
                                        <p:attrNameLst>
                                          <p:attrName>style.visibility</p:attrName>
                                        </p:attrNameLst>
                                      </p:cBhvr>
                                      <p:to>
                                        <p:strVal val="visible"/>
                                      </p:to>
                                    </p:set>
                                    <p:animEffect filter="fade" transition="in">
                                      <p:cBhvr>
                                        <p:cTn dur="1000"/>
                                        <p:tgtEl>
                                          <p:spTgt spid="899"/>
                                        </p:tgtEl>
                                      </p:cBhvr>
                                    </p:animEffect>
                                  </p:childTnLst>
                                </p:cTn>
                              </p:par>
                              <p:par>
                                <p:cTn fill="hold" nodeType="withEffect" presetClass="entr" presetID="10" presetSubtype="0">
                                  <p:stCondLst>
                                    <p:cond delay="0"/>
                                  </p:stCondLst>
                                  <p:childTnLst>
                                    <p:set>
                                      <p:cBhvr>
                                        <p:cTn dur="1" fill="hold">
                                          <p:stCondLst>
                                            <p:cond delay="0"/>
                                          </p:stCondLst>
                                        </p:cTn>
                                        <p:tgtEl>
                                          <p:spTgt spid="894"/>
                                        </p:tgtEl>
                                        <p:attrNameLst>
                                          <p:attrName>style.visibility</p:attrName>
                                        </p:attrNameLst>
                                      </p:cBhvr>
                                      <p:to>
                                        <p:strVal val="visible"/>
                                      </p:to>
                                    </p:set>
                                    <p:animEffect filter="fade" transition="in">
                                      <p:cBhvr>
                                        <p:cTn dur="1000"/>
                                        <p:tgtEl>
                                          <p:spTgt spid="894"/>
                                        </p:tgtEl>
                                      </p:cBhvr>
                                    </p:animEffect>
                                  </p:childTnLst>
                                </p:cTn>
                              </p:par>
                              <p:par>
                                <p:cTn fill="hold" nodeType="withEffect" presetClass="entr" presetID="10" presetSubtype="0">
                                  <p:stCondLst>
                                    <p:cond delay="0"/>
                                  </p:stCondLst>
                                  <p:childTnLst>
                                    <p:set>
                                      <p:cBhvr>
                                        <p:cTn dur="1" fill="hold">
                                          <p:stCondLst>
                                            <p:cond delay="0"/>
                                          </p:stCondLst>
                                        </p:cTn>
                                        <p:tgtEl>
                                          <p:spTgt spid="900"/>
                                        </p:tgtEl>
                                        <p:attrNameLst>
                                          <p:attrName>style.visibility</p:attrName>
                                        </p:attrNameLst>
                                      </p:cBhvr>
                                      <p:to>
                                        <p:strVal val="visible"/>
                                      </p:to>
                                    </p:set>
                                    <p:animEffect filter="fade" transition="in">
                                      <p:cBhvr>
                                        <p:cTn dur="1000"/>
                                        <p:tgtEl>
                                          <p:spTgt spid="900"/>
                                        </p:tgtEl>
                                      </p:cBhvr>
                                    </p:animEffect>
                                  </p:childTnLst>
                                </p:cTn>
                              </p:par>
                              <p:par>
                                <p:cTn fill="hold" nodeType="withEffect" presetClass="entr" presetID="10" presetSubtype="0">
                                  <p:stCondLst>
                                    <p:cond delay="0"/>
                                  </p:stCondLst>
                                  <p:childTnLst>
                                    <p:set>
                                      <p:cBhvr>
                                        <p:cTn dur="1" fill="hold">
                                          <p:stCondLst>
                                            <p:cond delay="0"/>
                                          </p:stCondLst>
                                        </p:cTn>
                                        <p:tgtEl>
                                          <p:spTgt spid="901"/>
                                        </p:tgtEl>
                                        <p:attrNameLst>
                                          <p:attrName>style.visibility</p:attrName>
                                        </p:attrNameLst>
                                      </p:cBhvr>
                                      <p:to>
                                        <p:strVal val="visible"/>
                                      </p:to>
                                    </p:set>
                                    <p:animEffect filter="fade" transition="in">
                                      <p:cBhvr>
                                        <p:cTn dur="1000"/>
                                        <p:tgtEl>
                                          <p:spTgt spid="901"/>
                                        </p:tgtEl>
                                      </p:cBhvr>
                                    </p:animEffect>
                                  </p:childTnLst>
                                </p:cTn>
                              </p:par>
                              <p:par>
                                <p:cTn fill="hold" nodeType="withEffect" presetClass="entr" presetID="10" presetSubtype="0">
                                  <p:stCondLst>
                                    <p:cond delay="0"/>
                                  </p:stCondLst>
                                  <p:childTnLst>
                                    <p:set>
                                      <p:cBhvr>
                                        <p:cTn dur="1" fill="hold">
                                          <p:stCondLst>
                                            <p:cond delay="0"/>
                                          </p:stCondLst>
                                        </p:cTn>
                                        <p:tgtEl>
                                          <p:spTgt spid="889"/>
                                        </p:tgtEl>
                                        <p:attrNameLst>
                                          <p:attrName>style.visibility</p:attrName>
                                        </p:attrNameLst>
                                      </p:cBhvr>
                                      <p:to>
                                        <p:strVal val="visible"/>
                                      </p:to>
                                    </p:set>
                                    <p:animEffect filter="fade" transition="in">
                                      <p:cBhvr>
                                        <p:cTn dur="1000"/>
                                        <p:tgtEl>
                                          <p:spTgt spid="889"/>
                                        </p:tgtEl>
                                      </p:cBhvr>
                                    </p:animEffect>
                                  </p:childTnLst>
                                </p:cTn>
                              </p:par>
                              <p:par>
                                <p:cTn fill="hold" nodeType="withEffect" presetClass="entr" presetID="10" presetSubtype="0">
                                  <p:stCondLst>
                                    <p:cond delay="0"/>
                                  </p:stCondLst>
                                  <p:childTnLst>
                                    <p:set>
                                      <p:cBhvr>
                                        <p:cTn dur="1" fill="hold">
                                          <p:stCondLst>
                                            <p:cond delay="0"/>
                                          </p:stCondLst>
                                        </p:cTn>
                                        <p:tgtEl>
                                          <p:spTgt spid="902"/>
                                        </p:tgtEl>
                                        <p:attrNameLst>
                                          <p:attrName>style.visibility</p:attrName>
                                        </p:attrNameLst>
                                      </p:cBhvr>
                                      <p:to>
                                        <p:strVal val="visible"/>
                                      </p:to>
                                    </p:set>
                                    <p:animEffect filter="fade" transition="in">
                                      <p:cBhvr>
                                        <p:cTn dur="1000"/>
                                        <p:tgtEl>
                                          <p:spTgt spid="90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903">
                                            <p:txEl>
                                              <p:pRg end="0" st="0"/>
                                            </p:txEl>
                                          </p:spTgt>
                                        </p:tgtEl>
                                        <p:attrNameLst>
                                          <p:attrName>style.visibility</p:attrName>
                                        </p:attrNameLst>
                                      </p:cBhvr>
                                      <p:to>
                                        <p:strVal val="visible"/>
                                      </p:to>
                                    </p:set>
                                    <p:animEffect filter="fade" transition="in">
                                      <p:cBhvr>
                                        <p:cTn dur="1000"/>
                                        <p:tgtEl>
                                          <p:spTgt spid="903">
                                            <p:txEl>
                                              <p:pRg end="0" st="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 name="Shape 907"/>
        <p:cNvGrpSpPr/>
        <p:nvPr/>
      </p:nvGrpSpPr>
      <p:grpSpPr>
        <a:xfrm>
          <a:off x="0" y="0"/>
          <a:ext cx="0" cy="0"/>
          <a:chOff x="0" y="0"/>
          <a:chExt cx="0" cy="0"/>
        </a:xfrm>
      </p:grpSpPr>
      <p:grpSp>
        <p:nvGrpSpPr>
          <p:cNvPr id="908" name="Google Shape;908;p109"/>
          <p:cNvGrpSpPr/>
          <p:nvPr/>
        </p:nvGrpSpPr>
        <p:grpSpPr>
          <a:xfrm>
            <a:off x="2137119" y="1878652"/>
            <a:ext cx="338842" cy="336332"/>
            <a:chOff x="-56012425" y="1903275"/>
            <a:chExt cx="320600" cy="318225"/>
          </a:xfrm>
        </p:grpSpPr>
        <p:sp>
          <p:nvSpPr>
            <p:cNvPr id="909" name="Google Shape;909;p10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0" name="Google Shape;910;p10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911" name="Google Shape;911;p109"/>
          <p:cNvGrpSpPr/>
          <p:nvPr/>
        </p:nvGrpSpPr>
        <p:grpSpPr>
          <a:xfrm>
            <a:off x="6527042" y="1878603"/>
            <a:ext cx="337997" cy="336411"/>
            <a:chOff x="-55620175" y="2686900"/>
            <a:chExt cx="319800" cy="318300"/>
          </a:xfrm>
        </p:grpSpPr>
        <p:sp>
          <p:nvSpPr>
            <p:cNvPr id="912" name="Google Shape;912;p10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3" name="Google Shape;913;p10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4" name="Google Shape;914;p10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5" name="Google Shape;915;p10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916" name="Google Shape;916;p109"/>
          <p:cNvGrpSpPr/>
          <p:nvPr/>
        </p:nvGrpSpPr>
        <p:grpSpPr>
          <a:xfrm>
            <a:off x="4353522" y="1878648"/>
            <a:ext cx="295536" cy="336332"/>
            <a:chOff x="-56774050" y="1904075"/>
            <a:chExt cx="279625" cy="318225"/>
          </a:xfrm>
        </p:grpSpPr>
        <p:sp>
          <p:nvSpPr>
            <p:cNvPr id="917" name="Google Shape;917;p10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18" name="Google Shape;918;p10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
        <p:nvSpPr>
          <p:cNvPr id="919" name="Google Shape;919;p109"/>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OUR TEAM</a:t>
            </a:r>
            <a:endParaRPr/>
          </a:p>
        </p:txBody>
      </p:sp>
      <p:sp>
        <p:nvSpPr>
          <p:cNvPr id="920" name="Google Shape;920;p109"/>
          <p:cNvSpPr txBox="1"/>
          <p:nvPr>
            <p:ph idx="1" type="subTitle"/>
          </p:nvPr>
        </p:nvSpPr>
        <p:spPr>
          <a:xfrm>
            <a:off x="3716190" y="2765019"/>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
        <p:nvSpPr>
          <p:cNvPr id="921" name="Google Shape;921;p109"/>
          <p:cNvSpPr txBox="1"/>
          <p:nvPr>
            <p:ph idx="2" type="ctrTitle"/>
          </p:nvPr>
        </p:nvSpPr>
        <p:spPr>
          <a:xfrm>
            <a:off x="3716190" y="2062575"/>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PATTERSON</a:t>
            </a:r>
            <a:endParaRPr/>
          </a:p>
        </p:txBody>
      </p:sp>
      <p:sp>
        <p:nvSpPr>
          <p:cNvPr id="922" name="Google Shape;922;p109"/>
          <p:cNvSpPr txBox="1"/>
          <p:nvPr>
            <p:ph idx="3" type="ctrTitle"/>
          </p:nvPr>
        </p:nvSpPr>
        <p:spPr>
          <a:xfrm>
            <a:off x="5910940" y="2066326"/>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a:t>
            </a:r>
            <a:endParaRPr/>
          </a:p>
        </p:txBody>
      </p:sp>
      <p:sp>
        <p:nvSpPr>
          <p:cNvPr id="923" name="Google Shape;923;p109"/>
          <p:cNvSpPr txBox="1"/>
          <p:nvPr>
            <p:ph idx="4" type="subTitle"/>
          </p:nvPr>
        </p:nvSpPr>
        <p:spPr>
          <a:xfrm>
            <a:off x="5910940" y="2866007"/>
            <a:ext cx="15702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a:p>
            <a:pPr indent="0" lvl="0" marL="0" rtl="0" algn="ctr">
              <a:spcBef>
                <a:spcPts val="0"/>
              </a:spcBef>
              <a:spcAft>
                <a:spcPts val="0"/>
              </a:spcAft>
              <a:buNone/>
            </a:pPr>
            <a:r>
              <a:t/>
            </a:r>
            <a:endParaRPr/>
          </a:p>
        </p:txBody>
      </p:sp>
      <p:sp>
        <p:nvSpPr>
          <p:cNvPr id="924" name="Google Shape;924;p109"/>
          <p:cNvSpPr txBox="1"/>
          <p:nvPr>
            <p:ph idx="5" type="ctrTitle"/>
          </p:nvPr>
        </p:nvSpPr>
        <p:spPr>
          <a:xfrm>
            <a:off x="1521440" y="2062585"/>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JENNA DOE</a:t>
            </a:r>
            <a:endParaRPr/>
          </a:p>
        </p:txBody>
      </p:sp>
      <p:sp>
        <p:nvSpPr>
          <p:cNvPr id="925" name="Google Shape;925;p109"/>
          <p:cNvSpPr txBox="1"/>
          <p:nvPr>
            <p:ph idx="6" type="subTitle"/>
          </p:nvPr>
        </p:nvSpPr>
        <p:spPr>
          <a:xfrm>
            <a:off x="1479590" y="2765029"/>
            <a:ext cx="1653900" cy="3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who this person is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19"/>
                                        </p:tgtEl>
                                        <p:attrNameLst>
                                          <p:attrName>style.visibility</p:attrName>
                                        </p:attrNameLst>
                                      </p:cBhvr>
                                      <p:to>
                                        <p:strVal val="visible"/>
                                      </p:to>
                                    </p:set>
                                    <p:animEffect filter="fade" transition="in">
                                      <p:cBhvr>
                                        <p:cTn dur="1000"/>
                                        <p:tgtEl>
                                          <p:spTgt spid="919"/>
                                        </p:tgtEl>
                                      </p:cBhvr>
                                    </p:animEffect>
                                  </p:childTnLst>
                                </p:cTn>
                              </p:par>
                              <p:par>
                                <p:cTn fill="hold" nodeType="withEffect" presetClass="entr" presetID="10" presetSubtype="0">
                                  <p:stCondLst>
                                    <p:cond delay="0"/>
                                  </p:stCondLst>
                                  <p:childTnLst>
                                    <p:set>
                                      <p:cBhvr>
                                        <p:cTn dur="1" fill="hold">
                                          <p:stCondLst>
                                            <p:cond delay="0"/>
                                          </p:stCondLst>
                                        </p:cTn>
                                        <p:tgtEl>
                                          <p:spTgt spid="908"/>
                                        </p:tgtEl>
                                        <p:attrNameLst>
                                          <p:attrName>style.visibility</p:attrName>
                                        </p:attrNameLst>
                                      </p:cBhvr>
                                      <p:to>
                                        <p:strVal val="visible"/>
                                      </p:to>
                                    </p:set>
                                    <p:animEffect filter="fade" transition="in">
                                      <p:cBhvr>
                                        <p:cTn dur="1000"/>
                                        <p:tgtEl>
                                          <p:spTgt spid="908"/>
                                        </p:tgtEl>
                                      </p:cBhvr>
                                    </p:animEffect>
                                  </p:childTnLst>
                                </p:cTn>
                              </p:par>
                              <p:par>
                                <p:cTn fill="hold" nodeType="withEffect" presetClass="entr" presetID="10" presetSubtype="0">
                                  <p:stCondLst>
                                    <p:cond delay="0"/>
                                  </p:stCondLst>
                                  <p:childTnLst>
                                    <p:set>
                                      <p:cBhvr>
                                        <p:cTn dur="1" fill="hold">
                                          <p:stCondLst>
                                            <p:cond delay="0"/>
                                          </p:stCondLst>
                                        </p:cTn>
                                        <p:tgtEl>
                                          <p:spTgt spid="924"/>
                                        </p:tgtEl>
                                        <p:attrNameLst>
                                          <p:attrName>style.visibility</p:attrName>
                                        </p:attrNameLst>
                                      </p:cBhvr>
                                      <p:to>
                                        <p:strVal val="visible"/>
                                      </p:to>
                                    </p:set>
                                    <p:animEffect filter="fade" transition="in">
                                      <p:cBhvr>
                                        <p:cTn dur="1000"/>
                                        <p:tgtEl>
                                          <p:spTgt spid="924"/>
                                        </p:tgtEl>
                                      </p:cBhvr>
                                    </p:animEffect>
                                  </p:childTnLst>
                                </p:cTn>
                              </p:par>
                              <p:par>
                                <p:cTn fill="hold" nodeType="withEffect" presetClass="entr" presetID="10" presetSubtype="0">
                                  <p:stCondLst>
                                    <p:cond delay="0"/>
                                  </p:stCondLst>
                                  <p:childTnLst>
                                    <p:set>
                                      <p:cBhvr>
                                        <p:cTn dur="1" fill="hold">
                                          <p:stCondLst>
                                            <p:cond delay="0"/>
                                          </p:stCondLst>
                                        </p:cTn>
                                        <p:tgtEl>
                                          <p:spTgt spid="925"/>
                                        </p:tgtEl>
                                        <p:attrNameLst>
                                          <p:attrName>style.visibility</p:attrName>
                                        </p:attrNameLst>
                                      </p:cBhvr>
                                      <p:to>
                                        <p:strVal val="visible"/>
                                      </p:to>
                                    </p:set>
                                    <p:animEffect filter="fade" transition="in">
                                      <p:cBhvr>
                                        <p:cTn dur="1000"/>
                                        <p:tgtEl>
                                          <p:spTgt spid="925"/>
                                        </p:tgtEl>
                                      </p:cBhvr>
                                    </p:animEffect>
                                  </p:childTnLst>
                                </p:cTn>
                              </p:par>
                              <p:par>
                                <p:cTn fill="hold" nodeType="withEffect" presetClass="entr" presetID="10" presetSubtype="0">
                                  <p:stCondLst>
                                    <p:cond delay="0"/>
                                  </p:stCondLst>
                                  <p:childTnLst>
                                    <p:set>
                                      <p:cBhvr>
                                        <p:cTn dur="1" fill="hold">
                                          <p:stCondLst>
                                            <p:cond delay="0"/>
                                          </p:stCondLst>
                                        </p:cTn>
                                        <p:tgtEl>
                                          <p:spTgt spid="916"/>
                                        </p:tgtEl>
                                        <p:attrNameLst>
                                          <p:attrName>style.visibility</p:attrName>
                                        </p:attrNameLst>
                                      </p:cBhvr>
                                      <p:to>
                                        <p:strVal val="visible"/>
                                      </p:to>
                                    </p:set>
                                    <p:animEffect filter="fade" transition="in">
                                      <p:cBhvr>
                                        <p:cTn dur="1000"/>
                                        <p:tgtEl>
                                          <p:spTgt spid="916"/>
                                        </p:tgtEl>
                                      </p:cBhvr>
                                    </p:animEffect>
                                  </p:childTnLst>
                                </p:cTn>
                              </p:par>
                              <p:par>
                                <p:cTn fill="hold" nodeType="withEffect" presetClass="entr" presetID="10" presetSubtype="0">
                                  <p:stCondLst>
                                    <p:cond delay="0"/>
                                  </p:stCondLst>
                                  <p:childTnLst>
                                    <p:set>
                                      <p:cBhvr>
                                        <p:cTn dur="1" fill="hold">
                                          <p:stCondLst>
                                            <p:cond delay="0"/>
                                          </p:stCondLst>
                                        </p:cTn>
                                        <p:tgtEl>
                                          <p:spTgt spid="920"/>
                                        </p:tgtEl>
                                        <p:attrNameLst>
                                          <p:attrName>style.visibility</p:attrName>
                                        </p:attrNameLst>
                                      </p:cBhvr>
                                      <p:to>
                                        <p:strVal val="visible"/>
                                      </p:to>
                                    </p:set>
                                    <p:animEffect filter="fade" transition="in">
                                      <p:cBhvr>
                                        <p:cTn dur="1000"/>
                                        <p:tgtEl>
                                          <p:spTgt spid="920"/>
                                        </p:tgtEl>
                                      </p:cBhvr>
                                    </p:animEffect>
                                  </p:childTnLst>
                                </p:cTn>
                              </p:par>
                              <p:par>
                                <p:cTn fill="hold" nodeType="withEffect" presetClass="entr" presetID="10" presetSubtype="0">
                                  <p:stCondLst>
                                    <p:cond delay="0"/>
                                  </p:stCondLst>
                                  <p:childTnLst>
                                    <p:set>
                                      <p:cBhvr>
                                        <p:cTn dur="1" fill="hold">
                                          <p:stCondLst>
                                            <p:cond delay="0"/>
                                          </p:stCondLst>
                                        </p:cTn>
                                        <p:tgtEl>
                                          <p:spTgt spid="921"/>
                                        </p:tgtEl>
                                        <p:attrNameLst>
                                          <p:attrName>style.visibility</p:attrName>
                                        </p:attrNameLst>
                                      </p:cBhvr>
                                      <p:to>
                                        <p:strVal val="visible"/>
                                      </p:to>
                                    </p:set>
                                    <p:animEffect filter="fade" transition="in">
                                      <p:cBhvr>
                                        <p:cTn dur="1000"/>
                                        <p:tgtEl>
                                          <p:spTgt spid="921"/>
                                        </p:tgtEl>
                                      </p:cBhvr>
                                    </p:animEffect>
                                  </p:childTnLst>
                                </p:cTn>
                              </p:par>
                              <p:par>
                                <p:cTn fill="hold" nodeType="withEffect" presetClass="entr" presetID="10" presetSubtype="0">
                                  <p:stCondLst>
                                    <p:cond delay="0"/>
                                  </p:stCondLst>
                                  <p:childTnLst>
                                    <p:set>
                                      <p:cBhvr>
                                        <p:cTn dur="1" fill="hold">
                                          <p:stCondLst>
                                            <p:cond delay="0"/>
                                          </p:stCondLst>
                                        </p:cTn>
                                        <p:tgtEl>
                                          <p:spTgt spid="911"/>
                                        </p:tgtEl>
                                        <p:attrNameLst>
                                          <p:attrName>style.visibility</p:attrName>
                                        </p:attrNameLst>
                                      </p:cBhvr>
                                      <p:to>
                                        <p:strVal val="visible"/>
                                      </p:to>
                                    </p:set>
                                    <p:animEffect filter="fade" transition="in">
                                      <p:cBhvr>
                                        <p:cTn dur="1000"/>
                                        <p:tgtEl>
                                          <p:spTgt spid="911"/>
                                        </p:tgtEl>
                                      </p:cBhvr>
                                    </p:animEffect>
                                  </p:childTnLst>
                                </p:cTn>
                              </p:par>
                              <p:par>
                                <p:cTn fill="hold" nodeType="withEffect" presetClass="entr" presetID="10" presetSubtype="0">
                                  <p:stCondLst>
                                    <p:cond delay="0"/>
                                  </p:stCondLst>
                                  <p:childTnLst>
                                    <p:set>
                                      <p:cBhvr>
                                        <p:cTn dur="1" fill="hold">
                                          <p:stCondLst>
                                            <p:cond delay="0"/>
                                          </p:stCondLst>
                                        </p:cTn>
                                        <p:tgtEl>
                                          <p:spTgt spid="922"/>
                                        </p:tgtEl>
                                        <p:attrNameLst>
                                          <p:attrName>style.visibility</p:attrName>
                                        </p:attrNameLst>
                                      </p:cBhvr>
                                      <p:to>
                                        <p:strVal val="visible"/>
                                      </p:to>
                                    </p:set>
                                    <p:animEffect filter="fade" transition="in">
                                      <p:cBhvr>
                                        <p:cTn dur="1000"/>
                                        <p:tgtEl>
                                          <p:spTgt spid="922"/>
                                        </p:tgtEl>
                                      </p:cBhvr>
                                    </p:animEffect>
                                  </p:childTnLst>
                                </p:cTn>
                              </p:par>
                              <p:par>
                                <p:cTn fill="hold" nodeType="withEffect" presetClass="entr" presetID="10" presetSubtype="0">
                                  <p:stCondLst>
                                    <p:cond delay="0"/>
                                  </p:stCondLst>
                                  <p:childTnLst>
                                    <p:set>
                                      <p:cBhvr>
                                        <p:cTn dur="1" fill="hold">
                                          <p:stCondLst>
                                            <p:cond delay="0"/>
                                          </p:stCondLst>
                                        </p:cTn>
                                        <p:tgtEl>
                                          <p:spTgt spid="923"/>
                                        </p:tgtEl>
                                        <p:attrNameLst>
                                          <p:attrName>style.visibility</p:attrName>
                                        </p:attrNameLst>
                                      </p:cBhvr>
                                      <p:to>
                                        <p:strVal val="visible"/>
                                      </p:to>
                                    </p:set>
                                    <p:animEffect filter="fade" transition="in">
                                      <p:cBhvr>
                                        <p:cTn dur="1000"/>
                                        <p:tgtEl>
                                          <p:spTgt spid="9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9" name="Shape 929"/>
        <p:cNvGrpSpPr/>
        <p:nvPr/>
      </p:nvGrpSpPr>
      <p:grpSpPr>
        <a:xfrm>
          <a:off x="0" y="0"/>
          <a:ext cx="0" cy="0"/>
          <a:chOff x="0" y="0"/>
          <a:chExt cx="0" cy="0"/>
        </a:xfrm>
      </p:grpSpPr>
      <p:sp>
        <p:nvSpPr>
          <p:cNvPr id="930" name="Google Shape;930;p110"/>
          <p:cNvSpPr txBox="1"/>
          <p:nvPr>
            <p:ph type="ctrTitle"/>
          </p:nvPr>
        </p:nvSpPr>
        <p:spPr>
          <a:xfrm>
            <a:off x="457200" y="517918"/>
            <a:ext cx="82296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REVIEWING IS GOOD IDEA</a:t>
            </a:r>
            <a:endParaRPr/>
          </a:p>
        </p:txBody>
      </p:sp>
      <p:sp>
        <p:nvSpPr>
          <p:cNvPr id="931" name="Google Shape;931;p110"/>
          <p:cNvSpPr txBox="1"/>
          <p:nvPr>
            <p:ph idx="2" type="ctrTitle"/>
          </p:nvPr>
        </p:nvSpPr>
        <p:spPr>
          <a:xfrm>
            <a:off x="3675800" y="1638900"/>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32" name="Google Shape;932;p110"/>
          <p:cNvSpPr txBox="1"/>
          <p:nvPr>
            <p:ph idx="1" type="subTitle"/>
          </p:nvPr>
        </p:nvSpPr>
        <p:spPr>
          <a:xfrm>
            <a:off x="3675813" y="2100350"/>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 cold place</a:t>
            </a:r>
            <a:endParaRPr/>
          </a:p>
        </p:txBody>
      </p:sp>
      <p:sp>
        <p:nvSpPr>
          <p:cNvPr id="933" name="Google Shape;933;p110"/>
          <p:cNvSpPr txBox="1"/>
          <p:nvPr>
            <p:ph idx="3" type="ctrTitle"/>
          </p:nvPr>
        </p:nvSpPr>
        <p:spPr>
          <a:xfrm>
            <a:off x="5921301" y="1628801"/>
            <a:ext cx="1818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34" name="Google Shape;934;p110"/>
          <p:cNvSpPr txBox="1"/>
          <p:nvPr>
            <p:ph idx="4" type="subTitle"/>
          </p:nvPr>
        </p:nvSpPr>
        <p:spPr>
          <a:xfrm>
            <a:off x="5898455" y="2074101"/>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hot</a:t>
            </a:r>
            <a:endParaRPr/>
          </a:p>
        </p:txBody>
      </p:sp>
      <p:sp>
        <p:nvSpPr>
          <p:cNvPr id="935" name="Google Shape;935;p110"/>
          <p:cNvSpPr txBox="1"/>
          <p:nvPr>
            <p:ph idx="5" type="ctrTitle"/>
          </p:nvPr>
        </p:nvSpPr>
        <p:spPr>
          <a:xfrm>
            <a:off x="1413972" y="1638900"/>
            <a:ext cx="1888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36" name="Google Shape;936;p110"/>
          <p:cNvSpPr txBox="1"/>
          <p:nvPr>
            <p:ph idx="6" type="subTitle"/>
          </p:nvPr>
        </p:nvSpPr>
        <p:spPr>
          <a:xfrm>
            <a:off x="1416400" y="2100350"/>
            <a:ext cx="18831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a:t>
            </a:r>
            <a:endParaRPr/>
          </a:p>
        </p:txBody>
      </p:sp>
      <p:sp>
        <p:nvSpPr>
          <p:cNvPr id="937" name="Google Shape;937;p110"/>
          <p:cNvSpPr txBox="1"/>
          <p:nvPr>
            <p:ph idx="7" type="ctrTitle"/>
          </p:nvPr>
        </p:nvSpPr>
        <p:spPr>
          <a:xfrm>
            <a:off x="5920295" y="3212913"/>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938" name="Google Shape;938;p110"/>
          <p:cNvSpPr txBox="1"/>
          <p:nvPr>
            <p:ph idx="8" type="subTitle"/>
          </p:nvPr>
        </p:nvSpPr>
        <p:spPr>
          <a:xfrm>
            <a:off x="5920252" y="3658212"/>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farthest planet from the Sun</a:t>
            </a:r>
            <a:endParaRPr/>
          </a:p>
        </p:txBody>
      </p:sp>
      <p:sp>
        <p:nvSpPr>
          <p:cNvPr id="939" name="Google Shape;939;p110"/>
          <p:cNvSpPr txBox="1"/>
          <p:nvPr>
            <p:ph idx="9" type="ctrTitle"/>
          </p:nvPr>
        </p:nvSpPr>
        <p:spPr>
          <a:xfrm>
            <a:off x="1413969" y="3212913"/>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40" name="Google Shape;940;p110"/>
          <p:cNvSpPr txBox="1"/>
          <p:nvPr>
            <p:ph idx="13" type="subTitle"/>
          </p:nvPr>
        </p:nvSpPr>
        <p:spPr>
          <a:xfrm>
            <a:off x="1413926" y="3658212"/>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biggest planet in the Solar System</a:t>
            </a:r>
            <a:endParaRPr/>
          </a:p>
          <a:p>
            <a:pPr indent="0" lvl="0" marL="0" rtl="0" algn="ctr">
              <a:spcBef>
                <a:spcPts val="0"/>
              </a:spcBef>
              <a:spcAft>
                <a:spcPts val="0"/>
              </a:spcAft>
              <a:buNone/>
            </a:pPr>
            <a:r>
              <a:t/>
            </a:r>
            <a:endParaRPr/>
          </a:p>
        </p:txBody>
      </p:sp>
      <p:sp>
        <p:nvSpPr>
          <p:cNvPr id="941" name="Google Shape;941;p110"/>
          <p:cNvSpPr txBox="1"/>
          <p:nvPr>
            <p:ph idx="14" type="ctrTitle"/>
          </p:nvPr>
        </p:nvSpPr>
        <p:spPr>
          <a:xfrm>
            <a:off x="3675843" y="3212913"/>
            <a:ext cx="1841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42" name="Google Shape;942;p110"/>
          <p:cNvSpPr txBox="1"/>
          <p:nvPr>
            <p:ph idx="15" type="subTitle"/>
          </p:nvPr>
        </p:nvSpPr>
        <p:spPr>
          <a:xfrm>
            <a:off x="3675800" y="3658212"/>
            <a:ext cx="1841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the ringed one and a gas giant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30"/>
                                        </p:tgtEl>
                                        <p:attrNameLst>
                                          <p:attrName>style.visibility</p:attrName>
                                        </p:attrNameLst>
                                      </p:cBhvr>
                                      <p:to>
                                        <p:strVal val="visible"/>
                                      </p:to>
                                    </p:set>
                                    <p:animEffect filter="fade" transition="in">
                                      <p:cBhvr>
                                        <p:cTn dur="1000"/>
                                        <p:tgtEl>
                                          <p:spTgt spid="930"/>
                                        </p:tgtEl>
                                      </p:cBhvr>
                                    </p:animEffect>
                                  </p:childTnLst>
                                </p:cTn>
                              </p:par>
                              <p:par>
                                <p:cTn fill="hold" nodeType="withEffect" presetClass="entr" presetID="10" presetSubtype="0">
                                  <p:stCondLst>
                                    <p:cond delay="0"/>
                                  </p:stCondLst>
                                  <p:childTnLst>
                                    <p:set>
                                      <p:cBhvr>
                                        <p:cTn dur="1" fill="hold">
                                          <p:stCondLst>
                                            <p:cond delay="0"/>
                                          </p:stCondLst>
                                        </p:cTn>
                                        <p:tgtEl>
                                          <p:spTgt spid="935"/>
                                        </p:tgtEl>
                                        <p:attrNameLst>
                                          <p:attrName>style.visibility</p:attrName>
                                        </p:attrNameLst>
                                      </p:cBhvr>
                                      <p:to>
                                        <p:strVal val="visible"/>
                                      </p:to>
                                    </p:set>
                                    <p:animEffect filter="fade" transition="in">
                                      <p:cBhvr>
                                        <p:cTn dur="1000"/>
                                        <p:tgtEl>
                                          <p:spTgt spid="935"/>
                                        </p:tgtEl>
                                      </p:cBhvr>
                                    </p:animEffect>
                                  </p:childTnLst>
                                </p:cTn>
                              </p:par>
                              <p:par>
                                <p:cTn fill="hold" nodeType="withEffect" presetClass="entr" presetID="10" presetSubtype="0">
                                  <p:stCondLst>
                                    <p:cond delay="0"/>
                                  </p:stCondLst>
                                  <p:childTnLst>
                                    <p:set>
                                      <p:cBhvr>
                                        <p:cTn dur="1" fill="hold">
                                          <p:stCondLst>
                                            <p:cond delay="0"/>
                                          </p:stCondLst>
                                        </p:cTn>
                                        <p:tgtEl>
                                          <p:spTgt spid="936"/>
                                        </p:tgtEl>
                                        <p:attrNameLst>
                                          <p:attrName>style.visibility</p:attrName>
                                        </p:attrNameLst>
                                      </p:cBhvr>
                                      <p:to>
                                        <p:strVal val="visible"/>
                                      </p:to>
                                    </p:set>
                                    <p:animEffect filter="fade" transition="in">
                                      <p:cBhvr>
                                        <p:cTn dur="1000"/>
                                        <p:tgtEl>
                                          <p:spTgt spid="936"/>
                                        </p:tgtEl>
                                      </p:cBhvr>
                                    </p:animEffect>
                                  </p:childTnLst>
                                </p:cTn>
                              </p:par>
                              <p:par>
                                <p:cTn fill="hold" nodeType="withEffect" presetClass="entr" presetID="10" presetSubtype="0">
                                  <p:stCondLst>
                                    <p:cond delay="0"/>
                                  </p:stCondLst>
                                  <p:childTnLst>
                                    <p:set>
                                      <p:cBhvr>
                                        <p:cTn dur="1" fill="hold">
                                          <p:stCondLst>
                                            <p:cond delay="0"/>
                                          </p:stCondLst>
                                        </p:cTn>
                                        <p:tgtEl>
                                          <p:spTgt spid="931"/>
                                        </p:tgtEl>
                                        <p:attrNameLst>
                                          <p:attrName>style.visibility</p:attrName>
                                        </p:attrNameLst>
                                      </p:cBhvr>
                                      <p:to>
                                        <p:strVal val="visible"/>
                                      </p:to>
                                    </p:set>
                                    <p:animEffect filter="fade" transition="in">
                                      <p:cBhvr>
                                        <p:cTn dur="1000"/>
                                        <p:tgtEl>
                                          <p:spTgt spid="931"/>
                                        </p:tgtEl>
                                      </p:cBhvr>
                                    </p:animEffect>
                                  </p:childTnLst>
                                </p:cTn>
                              </p:par>
                              <p:par>
                                <p:cTn fill="hold" nodeType="withEffect" presetClass="entr" presetID="10" presetSubtype="0">
                                  <p:stCondLst>
                                    <p:cond delay="0"/>
                                  </p:stCondLst>
                                  <p:childTnLst>
                                    <p:set>
                                      <p:cBhvr>
                                        <p:cTn dur="1" fill="hold">
                                          <p:stCondLst>
                                            <p:cond delay="0"/>
                                          </p:stCondLst>
                                        </p:cTn>
                                        <p:tgtEl>
                                          <p:spTgt spid="932"/>
                                        </p:tgtEl>
                                        <p:attrNameLst>
                                          <p:attrName>style.visibility</p:attrName>
                                        </p:attrNameLst>
                                      </p:cBhvr>
                                      <p:to>
                                        <p:strVal val="visible"/>
                                      </p:to>
                                    </p:set>
                                    <p:animEffect filter="fade" transition="in">
                                      <p:cBhvr>
                                        <p:cTn dur="1000"/>
                                        <p:tgtEl>
                                          <p:spTgt spid="932"/>
                                        </p:tgtEl>
                                      </p:cBhvr>
                                    </p:animEffect>
                                  </p:childTnLst>
                                </p:cTn>
                              </p:par>
                              <p:par>
                                <p:cTn fill="hold" nodeType="withEffect" presetClass="entr" presetID="10" presetSubtype="0">
                                  <p:stCondLst>
                                    <p:cond delay="0"/>
                                  </p:stCondLst>
                                  <p:childTnLst>
                                    <p:set>
                                      <p:cBhvr>
                                        <p:cTn dur="1" fill="hold">
                                          <p:stCondLst>
                                            <p:cond delay="0"/>
                                          </p:stCondLst>
                                        </p:cTn>
                                        <p:tgtEl>
                                          <p:spTgt spid="933"/>
                                        </p:tgtEl>
                                        <p:attrNameLst>
                                          <p:attrName>style.visibility</p:attrName>
                                        </p:attrNameLst>
                                      </p:cBhvr>
                                      <p:to>
                                        <p:strVal val="visible"/>
                                      </p:to>
                                    </p:set>
                                    <p:animEffect filter="fade" transition="in">
                                      <p:cBhvr>
                                        <p:cTn dur="1000"/>
                                        <p:tgtEl>
                                          <p:spTgt spid="933"/>
                                        </p:tgtEl>
                                      </p:cBhvr>
                                    </p:animEffect>
                                  </p:childTnLst>
                                </p:cTn>
                              </p:par>
                              <p:par>
                                <p:cTn fill="hold" nodeType="withEffect" presetClass="entr" presetID="10" presetSubtype="0">
                                  <p:stCondLst>
                                    <p:cond delay="0"/>
                                  </p:stCondLst>
                                  <p:childTnLst>
                                    <p:set>
                                      <p:cBhvr>
                                        <p:cTn dur="1" fill="hold">
                                          <p:stCondLst>
                                            <p:cond delay="0"/>
                                          </p:stCondLst>
                                        </p:cTn>
                                        <p:tgtEl>
                                          <p:spTgt spid="934"/>
                                        </p:tgtEl>
                                        <p:attrNameLst>
                                          <p:attrName>style.visibility</p:attrName>
                                        </p:attrNameLst>
                                      </p:cBhvr>
                                      <p:to>
                                        <p:strVal val="visible"/>
                                      </p:to>
                                    </p:set>
                                    <p:animEffect filter="fade" transition="in">
                                      <p:cBhvr>
                                        <p:cTn dur="1000"/>
                                        <p:tgtEl>
                                          <p:spTgt spid="934"/>
                                        </p:tgtEl>
                                      </p:cBhvr>
                                    </p:animEffect>
                                  </p:childTnLst>
                                </p:cTn>
                              </p:par>
                              <p:par>
                                <p:cTn fill="hold" nodeType="withEffect" presetClass="entr" presetID="10" presetSubtype="0">
                                  <p:stCondLst>
                                    <p:cond delay="0"/>
                                  </p:stCondLst>
                                  <p:childTnLst>
                                    <p:set>
                                      <p:cBhvr>
                                        <p:cTn dur="1" fill="hold">
                                          <p:stCondLst>
                                            <p:cond delay="0"/>
                                          </p:stCondLst>
                                        </p:cTn>
                                        <p:tgtEl>
                                          <p:spTgt spid="939"/>
                                        </p:tgtEl>
                                        <p:attrNameLst>
                                          <p:attrName>style.visibility</p:attrName>
                                        </p:attrNameLst>
                                      </p:cBhvr>
                                      <p:to>
                                        <p:strVal val="visible"/>
                                      </p:to>
                                    </p:set>
                                    <p:animEffect filter="fade" transition="in">
                                      <p:cBhvr>
                                        <p:cTn dur="1000"/>
                                        <p:tgtEl>
                                          <p:spTgt spid="939"/>
                                        </p:tgtEl>
                                      </p:cBhvr>
                                    </p:animEffect>
                                  </p:childTnLst>
                                </p:cTn>
                              </p:par>
                              <p:par>
                                <p:cTn fill="hold" nodeType="withEffect" presetClass="entr" presetID="10" presetSubtype="0">
                                  <p:stCondLst>
                                    <p:cond delay="0"/>
                                  </p:stCondLst>
                                  <p:childTnLst>
                                    <p:set>
                                      <p:cBhvr>
                                        <p:cTn dur="1" fill="hold">
                                          <p:stCondLst>
                                            <p:cond delay="0"/>
                                          </p:stCondLst>
                                        </p:cTn>
                                        <p:tgtEl>
                                          <p:spTgt spid="940"/>
                                        </p:tgtEl>
                                        <p:attrNameLst>
                                          <p:attrName>style.visibility</p:attrName>
                                        </p:attrNameLst>
                                      </p:cBhvr>
                                      <p:to>
                                        <p:strVal val="visible"/>
                                      </p:to>
                                    </p:set>
                                    <p:animEffect filter="fade" transition="in">
                                      <p:cBhvr>
                                        <p:cTn dur="1000"/>
                                        <p:tgtEl>
                                          <p:spTgt spid="940"/>
                                        </p:tgtEl>
                                      </p:cBhvr>
                                    </p:animEffect>
                                  </p:childTnLst>
                                </p:cTn>
                              </p:par>
                              <p:par>
                                <p:cTn fill="hold" nodeType="withEffect" presetClass="entr" presetID="10" presetSubtype="0">
                                  <p:stCondLst>
                                    <p:cond delay="0"/>
                                  </p:stCondLst>
                                  <p:childTnLst>
                                    <p:set>
                                      <p:cBhvr>
                                        <p:cTn dur="1" fill="hold">
                                          <p:stCondLst>
                                            <p:cond delay="0"/>
                                          </p:stCondLst>
                                        </p:cTn>
                                        <p:tgtEl>
                                          <p:spTgt spid="941"/>
                                        </p:tgtEl>
                                        <p:attrNameLst>
                                          <p:attrName>style.visibility</p:attrName>
                                        </p:attrNameLst>
                                      </p:cBhvr>
                                      <p:to>
                                        <p:strVal val="visible"/>
                                      </p:to>
                                    </p:set>
                                    <p:animEffect filter="fade" transition="in">
                                      <p:cBhvr>
                                        <p:cTn dur="1000"/>
                                        <p:tgtEl>
                                          <p:spTgt spid="941"/>
                                        </p:tgtEl>
                                      </p:cBhvr>
                                    </p:animEffect>
                                  </p:childTnLst>
                                </p:cTn>
                              </p:par>
                              <p:par>
                                <p:cTn fill="hold" nodeType="withEffect" presetClass="entr" presetID="10" presetSubtype="0">
                                  <p:stCondLst>
                                    <p:cond delay="0"/>
                                  </p:stCondLst>
                                  <p:childTnLst>
                                    <p:set>
                                      <p:cBhvr>
                                        <p:cTn dur="1" fill="hold">
                                          <p:stCondLst>
                                            <p:cond delay="0"/>
                                          </p:stCondLst>
                                        </p:cTn>
                                        <p:tgtEl>
                                          <p:spTgt spid="942"/>
                                        </p:tgtEl>
                                        <p:attrNameLst>
                                          <p:attrName>style.visibility</p:attrName>
                                        </p:attrNameLst>
                                      </p:cBhvr>
                                      <p:to>
                                        <p:strVal val="visible"/>
                                      </p:to>
                                    </p:set>
                                    <p:animEffect filter="fade" transition="in">
                                      <p:cBhvr>
                                        <p:cTn dur="1000"/>
                                        <p:tgtEl>
                                          <p:spTgt spid="942"/>
                                        </p:tgtEl>
                                      </p:cBhvr>
                                    </p:animEffect>
                                  </p:childTnLst>
                                </p:cTn>
                              </p:par>
                              <p:par>
                                <p:cTn fill="hold" nodeType="withEffect" presetClass="entr" presetID="10" presetSubtype="0">
                                  <p:stCondLst>
                                    <p:cond delay="0"/>
                                  </p:stCondLst>
                                  <p:childTnLst>
                                    <p:set>
                                      <p:cBhvr>
                                        <p:cTn dur="1" fill="hold">
                                          <p:stCondLst>
                                            <p:cond delay="0"/>
                                          </p:stCondLst>
                                        </p:cTn>
                                        <p:tgtEl>
                                          <p:spTgt spid="937"/>
                                        </p:tgtEl>
                                        <p:attrNameLst>
                                          <p:attrName>style.visibility</p:attrName>
                                        </p:attrNameLst>
                                      </p:cBhvr>
                                      <p:to>
                                        <p:strVal val="visible"/>
                                      </p:to>
                                    </p:set>
                                    <p:animEffect filter="fade" transition="in">
                                      <p:cBhvr>
                                        <p:cTn dur="1000"/>
                                        <p:tgtEl>
                                          <p:spTgt spid="937"/>
                                        </p:tgtEl>
                                      </p:cBhvr>
                                    </p:animEffect>
                                  </p:childTnLst>
                                </p:cTn>
                              </p:par>
                              <p:par>
                                <p:cTn fill="hold" nodeType="withEffect" presetClass="entr" presetID="10" presetSubtype="0">
                                  <p:stCondLst>
                                    <p:cond delay="0"/>
                                  </p:stCondLst>
                                  <p:childTnLst>
                                    <p:set>
                                      <p:cBhvr>
                                        <p:cTn dur="1" fill="hold">
                                          <p:stCondLst>
                                            <p:cond delay="0"/>
                                          </p:stCondLst>
                                        </p:cTn>
                                        <p:tgtEl>
                                          <p:spTgt spid="938"/>
                                        </p:tgtEl>
                                        <p:attrNameLst>
                                          <p:attrName>style.visibility</p:attrName>
                                        </p:attrNameLst>
                                      </p:cBhvr>
                                      <p:to>
                                        <p:strVal val="visible"/>
                                      </p:to>
                                    </p:set>
                                    <p:animEffect filter="fade" transition="in">
                                      <p:cBhvr>
                                        <p:cTn dur="1000"/>
                                        <p:tgtEl>
                                          <p:spTgt spid="9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 name="Shape 946"/>
        <p:cNvGrpSpPr/>
        <p:nvPr/>
      </p:nvGrpSpPr>
      <p:grpSpPr>
        <a:xfrm>
          <a:off x="0" y="0"/>
          <a:ext cx="0" cy="0"/>
          <a:chOff x="0" y="0"/>
          <a:chExt cx="0" cy="0"/>
        </a:xfrm>
      </p:grpSpPr>
      <p:sp>
        <p:nvSpPr>
          <p:cNvPr id="947" name="Google Shape;947;p111"/>
          <p:cNvSpPr txBox="1"/>
          <p:nvPr>
            <p:ph type="ctrTitle"/>
          </p:nvPr>
        </p:nvSpPr>
        <p:spPr>
          <a:xfrm>
            <a:off x="1242600" y="1830975"/>
            <a:ext cx="66588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a:t>
            </a:r>
            <a:endParaRPr/>
          </a:p>
        </p:txBody>
      </p:sp>
      <p:sp>
        <p:nvSpPr>
          <p:cNvPr id="948" name="Google Shape;948;p111"/>
          <p:cNvSpPr txBox="1"/>
          <p:nvPr>
            <p:ph idx="1" type="subTitle"/>
          </p:nvPr>
        </p:nvSpPr>
        <p:spPr>
          <a:xfrm>
            <a:off x="3106650" y="2632418"/>
            <a:ext cx="2930700" cy="12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1">
                                  <p:stCondLst>
                                    <p:cond delay="0"/>
                                  </p:stCondLst>
                                  <p:childTnLst>
                                    <p:set>
                                      <p:cBhvr>
                                        <p:cTn dur="1" fill="hold">
                                          <p:stCondLst>
                                            <p:cond delay="0"/>
                                          </p:stCondLst>
                                        </p:cTn>
                                        <p:tgtEl>
                                          <p:spTgt spid="947"/>
                                        </p:tgtEl>
                                        <p:attrNameLst>
                                          <p:attrName>style.visibility</p:attrName>
                                        </p:attrNameLst>
                                      </p:cBhvr>
                                      <p:to>
                                        <p:strVal val="visible"/>
                                      </p:to>
                                    </p:set>
                                    <p:anim calcmode="lin" valueType="num">
                                      <p:cBhvr additive="base">
                                        <p:cTn dur="1000"/>
                                        <p:tgtEl>
                                          <p:spTgt spid="94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48"/>
                                        </p:tgtEl>
                                        <p:attrNameLst>
                                          <p:attrName>style.visibility</p:attrName>
                                        </p:attrNameLst>
                                      </p:cBhvr>
                                      <p:to>
                                        <p:strVal val="visible"/>
                                      </p:to>
                                    </p:set>
                                    <p:animEffect filter="fade" transition="in">
                                      <p:cBhvr>
                                        <p:cTn dur="1000"/>
                                        <p:tgtEl>
                                          <p:spTgt spid="94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2" name="Shape 952"/>
        <p:cNvGrpSpPr/>
        <p:nvPr/>
      </p:nvGrpSpPr>
      <p:grpSpPr>
        <a:xfrm>
          <a:off x="0" y="0"/>
          <a:ext cx="0" cy="0"/>
          <a:chOff x="0" y="0"/>
          <a:chExt cx="0" cy="0"/>
        </a:xfrm>
      </p:grpSpPr>
      <p:sp>
        <p:nvSpPr>
          <p:cNvPr id="953" name="Google Shape;953;p112"/>
          <p:cNvSpPr txBox="1"/>
          <p:nvPr>
            <p:ph type="ctrTitle"/>
          </p:nvPr>
        </p:nvSpPr>
        <p:spPr>
          <a:xfrm>
            <a:off x="5225420" y="1852550"/>
            <a:ext cx="2965200" cy="670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PROBLEM</a:t>
            </a:r>
            <a:endParaRPr/>
          </a:p>
        </p:txBody>
      </p:sp>
      <p:sp>
        <p:nvSpPr>
          <p:cNvPr id="954" name="Google Shape;954;p112"/>
          <p:cNvSpPr txBox="1"/>
          <p:nvPr>
            <p:ph idx="1" type="subTitle"/>
          </p:nvPr>
        </p:nvSpPr>
        <p:spPr>
          <a:xfrm>
            <a:off x="5242550" y="2648825"/>
            <a:ext cx="2930700" cy="1226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a:t>
            </a:r>
            <a:endParaRPr/>
          </a:p>
        </p:txBody>
      </p:sp>
      <p:pic>
        <p:nvPicPr>
          <p:cNvPr id="955" name="Google Shape;955;p112"/>
          <p:cNvPicPr preferRelativeResize="0"/>
          <p:nvPr/>
        </p:nvPicPr>
        <p:blipFill rotWithShape="1">
          <a:blip r:embed="rId3">
            <a:alphaModFix/>
          </a:blip>
          <a:srcRect b="40526" l="19302" r="19302" t="-24292"/>
          <a:stretch/>
        </p:blipFill>
        <p:spPr>
          <a:xfrm flipH="1" rot="5400000">
            <a:off x="-239711" y="177939"/>
            <a:ext cx="5220724" cy="4741298"/>
          </a:xfrm>
          <a:prstGeom prst="rect">
            <a:avLst/>
          </a:prstGeom>
          <a:noFill/>
          <a:ln>
            <a:noFill/>
          </a:ln>
        </p:spPr>
      </p:pic>
      <p:pic>
        <p:nvPicPr>
          <p:cNvPr id="956" name="Google Shape;956;p112"/>
          <p:cNvPicPr preferRelativeResize="0"/>
          <p:nvPr/>
        </p:nvPicPr>
        <p:blipFill>
          <a:blip r:embed="rId4">
            <a:alphaModFix/>
          </a:blip>
          <a:stretch>
            <a:fillRect/>
          </a:stretch>
        </p:blipFill>
        <p:spPr>
          <a:xfrm rot="10800000">
            <a:off x="-936275" y="-1116475"/>
            <a:ext cx="3802725" cy="34312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953"/>
                                        </p:tgtEl>
                                        <p:attrNameLst>
                                          <p:attrName>style.visibility</p:attrName>
                                        </p:attrNameLst>
                                      </p:cBhvr>
                                      <p:to>
                                        <p:strVal val="visible"/>
                                      </p:to>
                                    </p:set>
                                    <p:anim calcmode="lin" valueType="num">
                                      <p:cBhvr additive="base">
                                        <p:cTn dur="1000"/>
                                        <p:tgtEl>
                                          <p:spTgt spid="953"/>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54"/>
                                        </p:tgtEl>
                                        <p:attrNameLst>
                                          <p:attrName>style.visibility</p:attrName>
                                        </p:attrNameLst>
                                      </p:cBhvr>
                                      <p:to>
                                        <p:strVal val="visible"/>
                                      </p:to>
                                    </p:set>
                                    <p:animEffect filter="fade" transition="in">
                                      <p:cBhvr>
                                        <p:cTn dur="1000"/>
                                        <p:tgtEl>
                                          <p:spTgt spid="9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 name="Shape 960"/>
        <p:cNvGrpSpPr/>
        <p:nvPr/>
      </p:nvGrpSpPr>
      <p:grpSpPr>
        <a:xfrm>
          <a:off x="0" y="0"/>
          <a:ext cx="0" cy="0"/>
          <a:chOff x="0" y="0"/>
          <a:chExt cx="0" cy="0"/>
        </a:xfrm>
      </p:grpSpPr>
      <p:sp>
        <p:nvSpPr>
          <p:cNvPr id="961" name="Google Shape;961;p113"/>
          <p:cNvSpPr txBox="1"/>
          <p:nvPr>
            <p:ph type="ctrTitle"/>
          </p:nvPr>
        </p:nvSpPr>
        <p:spPr>
          <a:xfrm flipH="1">
            <a:off x="4721600" y="462755"/>
            <a:ext cx="3673200" cy="130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COMPETITIVE ADVANTAGE</a:t>
            </a:r>
            <a:endParaRPr/>
          </a:p>
        </p:txBody>
      </p:sp>
      <p:sp>
        <p:nvSpPr>
          <p:cNvPr id="962" name="Google Shape;962;p113"/>
          <p:cNvSpPr txBox="1"/>
          <p:nvPr>
            <p:ph idx="1" type="subTitle"/>
          </p:nvPr>
        </p:nvSpPr>
        <p:spPr>
          <a:xfrm>
            <a:off x="2336850" y="2792565"/>
            <a:ext cx="2085600" cy="119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of them all</a:t>
            </a:r>
            <a:endParaRPr/>
          </a:p>
        </p:txBody>
      </p:sp>
      <p:sp>
        <p:nvSpPr>
          <p:cNvPr id="963" name="Google Shape;963;p113"/>
          <p:cNvSpPr txBox="1"/>
          <p:nvPr>
            <p:ph idx="2" type="subTitle"/>
          </p:nvPr>
        </p:nvSpPr>
        <p:spPr>
          <a:xfrm>
            <a:off x="4721650" y="2781757"/>
            <a:ext cx="2085600" cy="119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a:t>
            </a:r>
            <a:endParaRPr/>
          </a:p>
        </p:txBody>
      </p:sp>
      <p:sp>
        <p:nvSpPr>
          <p:cNvPr id="964" name="Google Shape;964;p113"/>
          <p:cNvSpPr txBox="1"/>
          <p:nvPr>
            <p:ph idx="3" type="ctrTitle"/>
          </p:nvPr>
        </p:nvSpPr>
        <p:spPr>
          <a:xfrm>
            <a:off x="2229313" y="2629926"/>
            <a:ext cx="2300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965" name="Google Shape;965;p113"/>
          <p:cNvSpPr txBox="1"/>
          <p:nvPr>
            <p:ph idx="4" type="ctrTitle"/>
          </p:nvPr>
        </p:nvSpPr>
        <p:spPr>
          <a:xfrm>
            <a:off x="4572000" y="2629926"/>
            <a:ext cx="2384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US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961"/>
                                        </p:tgtEl>
                                        <p:attrNameLst>
                                          <p:attrName>style.visibility</p:attrName>
                                        </p:attrNameLst>
                                      </p:cBhvr>
                                      <p:to>
                                        <p:strVal val="visible"/>
                                      </p:to>
                                    </p:set>
                                    <p:anim calcmode="lin" valueType="num">
                                      <p:cBhvr additive="base">
                                        <p:cTn dur="1000"/>
                                        <p:tgtEl>
                                          <p:spTgt spid="961"/>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62"/>
                                        </p:tgtEl>
                                        <p:attrNameLst>
                                          <p:attrName>style.visibility</p:attrName>
                                        </p:attrNameLst>
                                      </p:cBhvr>
                                      <p:to>
                                        <p:strVal val="visible"/>
                                      </p:to>
                                    </p:set>
                                    <p:animEffect filter="fade" transition="in">
                                      <p:cBhvr>
                                        <p:cTn dur="1000"/>
                                        <p:tgtEl>
                                          <p:spTgt spid="962"/>
                                        </p:tgtEl>
                                      </p:cBhvr>
                                    </p:animEffect>
                                  </p:childTnLst>
                                </p:cTn>
                              </p:par>
                              <p:par>
                                <p:cTn fill="hold" nodeType="withEffect" presetClass="entr" presetID="10" presetSubtype="0">
                                  <p:stCondLst>
                                    <p:cond delay="0"/>
                                  </p:stCondLst>
                                  <p:childTnLst>
                                    <p:set>
                                      <p:cBhvr>
                                        <p:cTn dur="1" fill="hold">
                                          <p:stCondLst>
                                            <p:cond delay="0"/>
                                          </p:stCondLst>
                                        </p:cTn>
                                        <p:tgtEl>
                                          <p:spTgt spid="964"/>
                                        </p:tgtEl>
                                        <p:attrNameLst>
                                          <p:attrName>style.visibility</p:attrName>
                                        </p:attrNameLst>
                                      </p:cBhvr>
                                      <p:to>
                                        <p:strVal val="visible"/>
                                      </p:to>
                                    </p:set>
                                    <p:animEffect filter="fade" transition="in">
                                      <p:cBhvr>
                                        <p:cTn dur="1000"/>
                                        <p:tgtEl>
                                          <p:spTgt spid="964"/>
                                        </p:tgtEl>
                                      </p:cBhvr>
                                    </p:animEffect>
                                  </p:childTnLst>
                                </p:cTn>
                              </p:par>
                              <p:par>
                                <p:cTn fill="hold" nodeType="withEffect" presetClass="entr" presetID="10" presetSubtype="0">
                                  <p:stCondLst>
                                    <p:cond delay="0"/>
                                  </p:stCondLst>
                                  <p:childTnLst>
                                    <p:set>
                                      <p:cBhvr>
                                        <p:cTn dur="1" fill="hold">
                                          <p:stCondLst>
                                            <p:cond delay="0"/>
                                          </p:stCondLst>
                                        </p:cTn>
                                        <p:tgtEl>
                                          <p:spTgt spid="963"/>
                                        </p:tgtEl>
                                        <p:attrNameLst>
                                          <p:attrName>style.visibility</p:attrName>
                                        </p:attrNameLst>
                                      </p:cBhvr>
                                      <p:to>
                                        <p:strVal val="visible"/>
                                      </p:to>
                                    </p:set>
                                    <p:animEffect filter="fade" transition="in">
                                      <p:cBhvr>
                                        <p:cTn dur="1000"/>
                                        <p:tgtEl>
                                          <p:spTgt spid="963"/>
                                        </p:tgtEl>
                                      </p:cBhvr>
                                    </p:animEffect>
                                  </p:childTnLst>
                                </p:cTn>
                              </p:par>
                              <p:par>
                                <p:cTn fill="hold" nodeType="withEffect" presetClass="entr" presetID="10" presetSubtype="0">
                                  <p:stCondLst>
                                    <p:cond delay="0"/>
                                  </p:stCondLst>
                                  <p:childTnLst>
                                    <p:set>
                                      <p:cBhvr>
                                        <p:cTn dur="1" fill="hold">
                                          <p:stCondLst>
                                            <p:cond delay="0"/>
                                          </p:stCondLst>
                                        </p:cTn>
                                        <p:tgtEl>
                                          <p:spTgt spid="965"/>
                                        </p:tgtEl>
                                        <p:attrNameLst>
                                          <p:attrName>style.visibility</p:attrName>
                                        </p:attrNameLst>
                                      </p:cBhvr>
                                      <p:to>
                                        <p:strVal val="visible"/>
                                      </p:to>
                                    </p:set>
                                    <p:animEffect filter="fade" transition="in">
                                      <p:cBhvr>
                                        <p:cTn dur="1000"/>
                                        <p:tgtEl>
                                          <p:spTgt spid="9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sp>
        <p:nvSpPr>
          <p:cNvPr id="970" name="Google Shape;970;p114"/>
          <p:cNvSpPr txBox="1"/>
          <p:nvPr>
            <p:ph type="ctrTitle"/>
          </p:nvPr>
        </p:nvSpPr>
        <p:spPr>
          <a:xfrm flipH="1">
            <a:off x="457275" y="1931475"/>
            <a:ext cx="2875200" cy="12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COMPETITIVE ADVANTAGE</a:t>
            </a:r>
            <a:endParaRPr/>
          </a:p>
        </p:txBody>
      </p:sp>
      <p:sp>
        <p:nvSpPr>
          <p:cNvPr id="971" name="Google Shape;971;p114"/>
          <p:cNvSpPr txBox="1"/>
          <p:nvPr>
            <p:ph idx="1" type="subTitle"/>
          </p:nvPr>
        </p:nvSpPr>
        <p:spPr>
          <a:xfrm>
            <a:off x="4838200" y="1496605"/>
            <a:ext cx="3242700" cy="7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a:t>
            </a:r>
            <a:endParaRPr/>
          </a:p>
        </p:txBody>
      </p:sp>
      <p:sp>
        <p:nvSpPr>
          <p:cNvPr id="972" name="Google Shape;972;p114"/>
          <p:cNvSpPr txBox="1"/>
          <p:nvPr>
            <p:ph idx="2" type="subTitle"/>
          </p:nvPr>
        </p:nvSpPr>
        <p:spPr>
          <a:xfrm>
            <a:off x="4838200" y="3792973"/>
            <a:ext cx="3242700" cy="7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sp>
        <p:nvSpPr>
          <p:cNvPr id="973" name="Google Shape;973;p114"/>
          <p:cNvSpPr txBox="1"/>
          <p:nvPr>
            <p:ph idx="3" type="ctrTitle"/>
          </p:nvPr>
        </p:nvSpPr>
        <p:spPr>
          <a:xfrm>
            <a:off x="4838200" y="1336535"/>
            <a:ext cx="3242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974" name="Google Shape;974;p114"/>
          <p:cNvSpPr txBox="1"/>
          <p:nvPr>
            <p:ph idx="4" type="ctrTitle"/>
          </p:nvPr>
        </p:nvSpPr>
        <p:spPr>
          <a:xfrm>
            <a:off x="4838200" y="3626911"/>
            <a:ext cx="3242700" cy="26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US</a:t>
            </a:r>
            <a:endParaRPr/>
          </a:p>
        </p:txBody>
      </p:sp>
      <p:grpSp>
        <p:nvGrpSpPr>
          <p:cNvPr id="975" name="Google Shape;975;p114"/>
          <p:cNvGrpSpPr/>
          <p:nvPr/>
        </p:nvGrpSpPr>
        <p:grpSpPr>
          <a:xfrm>
            <a:off x="6281009" y="757639"/>
            <a:ext cx="366269" cy="359907"/>
            <a:chOff x="-60988625" y="2310475"/>
            <a:chExt cx="316650" cy="311150"/>
          </a:xfrm>
        </p:grpSpPr>
        <p:sp>
          <p:nvSpPr>
            <p:cNvPr id="976" name="Google Shape;976;p114"/>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14"/>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14"/>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14"/>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14"/>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14"/>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114"/>
          <p:cNvGrpSpPr/>
          <p:nvPr/>
        </p:nvGrpSpPr>
        <p:grpSpPr>
          <a:xfrm>
            <a:off x="6251249" y="3027492"/>
            <a:ext cx="420796" cy="371887"/>
            <a:chOff x="-3137650" y="2787000"/>
            <a:chExt cx="291450" cy="257575"/>
          </a:xfrm>
        </p:grpSpPr>
        <p:sp>
          <p:nvSpPr>
            <p:cNvPr id="983" name="Google Shape;983;p11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1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1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1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1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1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1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1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70"/>
                                        </p:tgtEl>
                                        <p:attrNameLst>
                                          <p:attrName>style.visibility</p:attrName>
                                        </p:attrNameLst>
                                      </p:cBhvr>
                                      <p:to>
                                        <p:strVal val="visible"/>
                                      </p:to>
                                    </p:set>
                                    <p:animEffect filter="fade" transition="in">
                                      <p:cBhvr>
                                        <p:cTn dur="1000"/>
                                        <p:tgtEl>
                                          <p:spTgt spid="970"/>
                                        </p:tgtEl>
                                      </p:cBhvr>
                                    </p:animEffect>
                                  </p:childTnLst>
                                </p:cTn>
                              </p:par>
                              <p:par>
                                <p:cTn fill="hold" nodeType="withEffect" presetClass="entr" presetID="10" presetSubtype="0">
                                  <p:stCondLst>
                                    <p:cond delay="0"/>
                                  </p:stCondLst>
                                  <p:childTnLst>
                                    <p:set>
                                      <p:cBhvr>
                                        <p:cTn dur="1" fill="hold">
                                          <p:stCondLst>
                                            <p:cond delay="0"/>
                                          </p:stCondLst>
                                        </p:cTn>
                                        <p:tgtEl>
                                          <p:spTgt spid="971"/>
                                        </p:tgtEl>
                                        <p:attrNameLst>
                                          <p:attrName>style.visibility</p:attrName>
                                        </p:attrNameLst>
                                      </p:cBhvr>
                                      <p:to>
                                        <p:strVal val="visible"/>
                                      </p:to>
                                    </p:set>
                                    <p:animEffect filter="fade" transition="in">
                                      <p:cBhvr>
                                        <p:cTn dur="1000"/>
                                        <p:tgtEl>
                                          <p:spTgt spid="971"/>
                                        </p:tgtEl>
                                      </p:cBhvr>
                                    </p:animEffect>
                                  </p:childTnLst>
                                </p:cTn>
                              </p:par>
                              <p:par>
                                <p:cTn fill="hold" nodeType="withEffect" presetClass="entr" presetID="10" presetSubtype="0">
                                  <p:stCondLst>
                                    <p:cond delay="0"/>
                                  </p:stCondLst>
                                  <p:childTnLst>
                                    <p:set>
                                      <p:cBhvr>
                                        <p:cTn dur="1" fill="hold">
                                          <p:stCondLst>
                                            <p:cond delay="0"/>
                                          </p:stCondLst>
                                        </p:cTn>
                                        <p:tgtEl>
                                          <p:spTgt spid="973"/>
                                        </p:tgtEl>
                                        <p:attrNameLst>
                                          <p:attrName>style.visibility</p:attrName>
                                        </p:attrNameLst>
                                      </p:cBhvr>
                                      <p:to>
                                        <p:strVal val="visible"/>
                                      </p:to>
                                    </p:set>
                                    <p:animEffect filter="fade" transition="in">
                                      <p:cBhvr>
                                        <p:cTn dur="1000"/>
                                        <p:tgtEl>
                                          <p:spTgt spid="973"/>
                                        </p:tgtEl>
                                      </p:cBhvr>
                                    </p:animEffect>
                                  </p:childTnLst>
                                </p:cTn>
                              </p:par>
                              <p:par>
                                <p:cTn fill="hold" nodeType="withEffect" presetClass="entr" presetID="10" presetSubtype="0">
                                  <p:stCondLst>
                                    <p:cond delay="0"/>
                                  </p:stCondLst>
                                  <p:childTnLst>
                                    <p:set>
                                      <p:cBhvr>
                                        <p:cTn dur="1" fill="hold">
                                          <p:stCondLst>
                                            <p:cond delay="0"/>
                                          </p:stCondLst>
                                        </p:cTn>
                                        <p:tgtEl>
                                          <p:spTgt spid="972"/>
                                        </p:tgtEl>
                                        <p:attrNameLst>
                                          <p:attrName>style.visibility</p:attrName>
                                        </p:attrNameLst>
                                      </p:cBhvr>
                                      <p:to>
                                        <p:strVal val="visible"/>
                                      </p:to>
                                    </p:set>
                                    <p:animEffect filter="fade" transition="in">
                                      <p:cBhvr>
                                        <p:cTn dur="1000"/>
                                        <p:tgtEl>
                                          <p:spTgt spid="972"/>
                                        </p:tgtEl>
                                      </p:cBhvr>
                                    </p:animEffect>
                                  </p:childTnLst>
                                </p:cTn>
                              </p:par>
                              <p:par>
                                <p:cTn fill="hold" nodeType="withEffect" presetClass="entr" presetID="10" presetSubtype="0">
                                  <p:stCondLst>
                                    <p:cond delay="0"/>
                                  </p:stCondLst>
                                  <p:childTnLst>
                                    <p:set>
                                      <p:cBhvr>
                                        <p:cTn dur="1" fill="hold">
                                          <p:stCondLst>
                                            <p:cond delay="0"/>
                                          </p:stCondLst>
                                        </p:cTn>
                                        <p:tgtEl>
                                          <p:spTgt spid="974"/>
                                        </p:tgtEl>
                                        <p:attrNameLst>
                                          <p:attrName>style.visibility</p:attrName>
                                        </p:attrNameLst>
                                      </p:cBhvr>
                                      <p:to>
                                        <p:strVal val="visible"/>
                                      </p:to>
                                    </p:set>
                                    <p:animEffect filter="fade" transition="in">
                                      <p:cBhvr>
                                        <p:cTn dur="1000"/>
                                        <p:tgtEl>
                                          <p:spTgt spid="9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 name="Shape 994"/>
        <p:cNvGrpSpPr/>
        <p:nvPr/>
      </p:nvGrpSpPr>
      <p:grpSpPr>
        <a:xfrm>
          <a:off x="0" y="0"/>
          <a:ext cx="0" cy="0"/>
          <a:chOff x="0" y="0"/>
          <a:chExt cx="0" cy="0"/>
        </a:xfrm>
      </p:grpSpPr>
      <p:sp>
        <p:nvSpPr>
          <p:cNvPr id="995" name="Google Shape;995;p115"/>
          <p:cNvSpPr txBox="1"/>
          <p:nvPr>
            <p:ph type="ctrTitle"/>
          </p:nvPr>
        </p:nvSpPr>
        <p:spPr>
          <a:xfrm>
            <a:off x="1250675" y="1851425"/>
            <a:ext cx="66588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SOLUTION</a:t>
            </a:r>
            <a:endParaRPr/>
          </a:p>
        </p:txBody>
      </p:sp>
      <p:sp>
        <p:nvSpPr>
          <p:cNvPr id="996" name="Google Shape;996;p115"/>
          <p:cNvSpPr txBox="1"/>
          <p:nvPr>
            <p:ph idx="1" type="subTitle"/>
          </p:nvPr>
        </p:nvSpPr>
        <p:spPr>
          <a:xfrm>
            <a:off x="3114750" y="2640476"/>
            <a:ext cx="2930700" cy="65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95"/>
                                        </p:tgtEl>
                                        <p:attrNameLst>
                                          <p:attrName>style.visibility</p:attrName>
                                        </p:attrNameLst>
                                      </p:cBhvr>
                                      <p:to>
                                        <p:strVal val="visible"/>
                                      </p:to>
                                    </p:set>
                                    <p:animEffect filter="fade" transition="in">
                                      <p:cBhvr>
                                        <p:cTn dur="1000"/>
                                        <p:tgtEl>
                                          <p:spTgt spid="99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96"/>
                                        </p:tgtEl>
                                        <p:attrNameLst>
                                          <p:attrName>style.visibility</p:attrName>
                                        </p:attrNameLst>
                                      </p:cBhvr>
                                      <p:to>
                                        <p:strVal val="visible"/>
                                      </p:to>
                                    </p:set>
                                    <p:animEffect filter="fade" transition="in">
                                      <p:cBhvr>
                                        <p:cTn dur="1000"/>
                                        <p:tgtEl>
                                          <p:spTgt spid="99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116"/>
          <p:cNvSpPr txBox="1"/>
          <p:nvPr>
            <p:ph type="ctrTitle"/>
          </p:nvPr>
        </p:nvSpPr>
        <p:spPr>
          <a:xfrm>
            <a:off x="1250675" y="2994425"/>
            <a:ext cx="66588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SOLUTION</a:t>
            </a:r>
            <a:endParaRPr/>
          </a:p>
        </p:txBody>
      </p:sp>
      <p:sp>
        <p:nvSpPr>
          <p:cNvPr id="1002" name="Google Shape;1002;p116"/>
          <p:cNvSpPr txBox="1"/>
          <p:nvPr>
            <p:ph idx="1" type="subTitle"/>
          </p:nvPr>
        </p:nvSpPr>
        <p:spPr>
          <a:xfrm>
            <a:off x="3114750" y="3631076"/>
            <a:ext cx="2930700" cy="65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cxnSp>
        <p:nvCxnSpPr>
          <p:cNvPr id="1003" name="Google Shape;1003;p116"/>
          <p:cNvCxnSpPr/>
          <p:nvPr/>
        </p:nvCxnSpPr>
        <p:spPr>
          <a:xfrm>
            <a:off x="3681150" y="3562350"/>
            <a:ext cx="1797900" cy="0"/>
          </a:xfrm>
          <a:prstGeom prst="straightConnector1">
            <a:avLst/>
          </a:prstGeom>
          <a:noFill/>
          <a:ln cap="flat" cmpd="sng" w="19050">
            <a:solidFill>
              <a:schemeClr val="lt1"/>
            </a:solidFill>
            <a:prstDash val="solid"/>
            <a:round/>
            <a:headEnd len="med" w="med" type="none"/>
            <a:tailEnd len="med" w="med" type="none"/>
          </a:ln>
        </p:spPr>
      </p:cxnSp>
      <p:grpSp>
        <p:nvGrpSpPr>
          <p:cNvPr id="1004" name="Google Shape;1004;p116"/>
          <p:cNvGrpSpPr/>
          <p:nvPr/>
        </p:nvGrpSpPr>
        <p:grpSpPr>
          <a:xfrm>
            <a:off x="4419166" y="2108374"/>
            <a:ext cx="321859" cy="424225"/>
            <a:chOff x="-4178875" y="2405775"/>
            <a:chExt cx="222925" cy="293825"/>
          </a:xfrm>
        </p:grpSpPr>
        <p:sp>
          <p:nvSpPr>
            <p:cNvPr id="1005" name="Google Shape;1005;p11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1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1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01"/>
                                        </p:tgtEl>
                                        <p:attrNameLst>
                                          <p:attrName>style.visibility</p:attrName>
                                        </p:attrNameLst>
                                      </p:cBhvr>
                                      <p:to>
                                        <p:strVal val="visible"/>
                                      </p:to>
                                    </p:set>
                                    <p:animEffect filter="fade" transition="in">
                                      <p:cBhvr>
                                        <p:cTn dur="1000"/>
                                        <p:tgtEl>
                                          <p:spTgt spid="100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02"/>
                                        </p:tgtEl>
                                        <p:attrNameLst>
                                          <p:attrName>style.visibility</p:attrName>
                                        </p:attrNameLst>
                                      </p:cBhvr>
                                      <p:to>
                                        <p:strVal val="visible"/>
                                      </p:to>
                                    </p:set>
                                    <p:animEffect filter="fade" transition="in">
                                      <p:cBhvr>
                                        <p:cTn dur="1000"/>
                                        <p:tgtEl>
                                          <p:spTgt spid="10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sp>
        <p:nvSpPr>
          <p:cNvPr id="1012" name="Google Shape;1012;p117"/>
          <p:cNvSpPr/>
          <p:nvPr/>
        </p:nvSpPr>
        <p:spPr>
          <a:xfrm>
            <a:off x="3247580"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17"/>
          <p:cNvSpPr/>
          <p:nvPr/>
        </p:nvSpPr>
        <p:spPr>
          <a:xfrm>
            <a:off x="334932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17"/>
          <p:cNvSpPr/>
          <p:nvPr/>
        </p:nvSpPr>
        <p:spPr>
          <a:xfrm>
            <a:off x="334932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17"/>
          <p:cNvSpPr/>
          <p:nvPr/>
        </p:nvSpPr>
        <p:spPr>
          <a:xfrm>
            <a:off x="3349327" y="1976908"/>
            <a:ext cx="891903"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17"/>
          <p:cNvSpPr/>
          <p:nvPr/>
        </p:nvSpPr>
        <p:spPr>
          <a:xfrm>
            <a:off x="4714005"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17"/>
          <p:cNvSpPr/>
          <p:nvPr/>
        </p:nvSpPr>
        <p:spPr>
          <a:xfrm>
            <a:off x="4815752"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17"/>
          <p:cNvSpPr/>
          <p:nvPr/>
        </p:nvSpPr>
        <p:spPr>
          <a:xfrm>
            <a:off x="4815752"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17"/>
          <p:cNvSpPr/>
          <p:nvPr/>
        </p:nvSpPr>
        <p:spPr>
          <a:xfrm>
            <a:off x="4815752" y="1976908"/>
            <a:ext cx="891903"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17"/>
          <p:cNvSpPr/>
          <p:nvPr/>
        </p:nvSpPr>
        <p:spPr>
          <a:xfrm>
            <a:off x="6180430"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17"/>
          <p:cNvSpPr/>
          <p:nvPr/>
        </p:nvSpPr>
        <p:spPr>
          <a:xfrm>
            <a:off x="628217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17"/>
          <p:cNvSpPr/>
          <p:nvPr/>
        </p:nvSpPr>
        <p:spPr>
          <a:xfrm>
            <a:off x="6282177" y="1978893"/>
            <a:ext cx="891903"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17"/>
          <p:cNvSpPr/>
          <p:nvPr/>
        </p:nvSpPr>
        <p:spPr>
          <a:xfrm>
            <a:off x="6282177" y="1976908"/>
            <a:ext cx="891903"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17"/>
          <p:cNvSpPr/>
          <p:nvPr/>
        </p:nvSpPr>
        <p:spPr>
          <a:xfrm>
            <a:off x="1781155" y="1889638"/>
            <a:ext cx="1095440" cy="947759"/>
          </a:xfrm>
          <a:custGeom>
            <a:rect b="b" l="l" r="r" t="t"/>
            <a:pathLst>
              <a:path extrusionOk="0" h="27692" w="32007">
                <a:moveTo>
                  <a:pt x="8016" y="0"/>
                </a:moveTo>
                <a:lnTo>
                  <a:pt x="0" y="13846"/>
                </a:lnTo>
                <a:lnTo>
                  <a:pt x="8016" y="27692"/>
                </a:lnTo>
                <a:lnTo>
                  <a:pt x="23990" y="27692"/>
                </a:lnTo>
                <a:lnTo>
                  <a:pt x="32006" y="13846"/>
                </a:lnTo>
                <a:lnTo>
                  <a:pt x="23990" y="0"/>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17"/>
          <p:cNvSpPr/>
          <p:nvPr/>
        </p:nvSpPr>
        <p:spPr>
          <a:xfrm>
            <a:off x="1882902" y="1978893"/>
            <a:ext cx="891904"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17"/>
          <p:cNvSpPr/>
          <p:nvPr/>
        </p:nvSpPr>
        <p:spPr>
          <a:xfrm>
            <a:off x="1882902" y="1978893"/>
            <a:ext cx="891904" cy="771226"/>
          </a:xfrm>
          <a:custGeom>
            <a:rect b="b" l="l" r="r" t="t"/>
            <a:pathLst>
              <a:path extrusionOk="0" h="22534" w="26060">
                <a:moveTo>
                  <a:pt x="6501" y="1"/>
                </a:moveTo>
                <a:lnTo>
                  <a:pt x="1" y="11238"/>
                </a:lnTo>
                <a:lnTo>
                  <a:pt x="6501" y="22533"/>
                </a:lnTo>
                <a:lnTo>
                  <a:pt x="19501" y="22533"/>
                </a:lnTo>
                <a:lnTo>
                  <a:pt x="26060" y="11238"/>
                </a:lnTo>
                <a:lnTo>
                  <a:pt x="19501"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17"/>
          <p:cNvSpPr/>
          <p:nvPr/>
        </p:nvSpPr>
        <p:spPr>
          <a:xfrm>
            <a:off x="1882902" y="1976908"/>
            <a:ext cx="891904" cy="773211"/>
          </a:xfrm>
          <a:custGeom>
            <a:rect b="b" l="l" r="r" t="t"/>
            <a:pathLst>
              <a:path extrusionOk="0" h="22592" w="26060">
                <a:moveTo>
                  <a:pt x="18160" y="2420"/>
                </a:moveTo>
                <a:lnTo>
                  <a:pt x="23262" y="11296"/>
                </a:lnTo>
                <a:lnTo>
                  <a:pt x="18160" y="20157"/>
                </a:lnTo>
                <a:lnTo>
                  <a:pt x="7900" y="20157"/>
                </a:lnTo>
                <a:lnTo>
                  <a:pt x="2799" y="11296"/>
                </a:lnTo>
                <a:lnTo>
                  <a:pt x="7900" y="2420"/>
                </a:lnTo>
                <a:close/>
                <a:moveTo>
                  <a:pt x="6501" y="1"/>
                </a:moveTo>
                <a:lnTo>
                  <a:pt x="1" y="11296"/>
                </a:lnTo>
                <a:lnTo>
                  <a:pt x="6501" y="22591"/>
                </a:lnTo>
                <a:lnTo>
                  <a:pt x="19560" y="22591"/>
                </a:lnTo>
                <a:lnTo>
                  <a:pt x="26060" y="11296"/>
                </a:lnTo>
                <a:lnTo>
                  <a:pt x="19560"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17"/>
          <p:cNvSpPr txBox="1"/>
          <p:nvPr>
            <p:ph type="title"/>
          </p:nvPr>
        </p:nvSpPr>
        <p:spPr>
          <a:xfrm>
            <a:off x="457200" y="453668"/>
            <a:ext cx="822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SWOT ANALYSIS</a:t>
            </a:r>
            <a:endParaRPr/>
          </a:p>
        </p:txBody>
      </p:sp>
      <p:sp>
        <p:nvSpPr>
          <p:cNvPr id="1029" name="Google Shape;1029;p117"/>
          <p:cNvSpPr txBox="1"/>
          <p:nvPr>
            <p:ph idx="1" type="subTitle"/>
          </p:nvPr>
        </p:nvSpPr>
        <p:spPr>
          <a:xfrm>
            <a:off x="1638300" y="3524733"/>
            <a:ext cx="1381200" cy="83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in the Solar System</a:t>
            </a:r>
            <a:endParaRPr/>
          </a:p>
        </p:txBody>
      </p:sp>
      <p:sp>
        <p:nvSpPr>
          <p:cNvPr id="1030" name="Google Shape;1030;p117"/>
          <p:cNvSpPr txBox="1"/>
          <p:nvPr>
            <p:ph idx="2" type="subTitle"/>
          </p:nvPr>
        </p:nvSpPr>
        <p:spPr>
          <a:xfrm>
            <a:off x="3104700" y="3514233"/>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hot</a:t>
            </a:r>
            <a:endParaRPr/>
          </a:p>
        </p:txBody>
      </p:sp>
      <p:sp>
        <p:nvSpPr>
          <p:cNvPr id="1031" name="Google Shape;1031;p117"/>
          <p:cNvSpPr txBox="1"/>
          <p:nvPr>
            <p:ph idx="3" type="subTitle"/>
          </p:nvPr>
        </p:nvSpPr>
        <p:spPr>
          <a:xfrm>
            <a:off x="4571100" y="3511408"/>
            <a:ext cx="13812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farthest planet from the Sun</a:t>
            </a:r>
            <a:endParaRPr/>
          </a:p>
        </p:txBody>
      </p:sp>
      <p:sp>
        <p:nvSpPr>
          <p:cNvPr id="1032" name="Google Shape;1032;p117"/>
          <p:cNvSpPr txBox="1"/>
          <p:nvPr>
            <p:ph idx="4" type="subTitle"/>
          </p:nvPr>
        </p:nvSpPr>
        <p:spPr>
          <a:xfrm>
            <a:off x="6023400" y="3529870"/>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planet of them all</a:t>
            </a:r>
            <a:endParaRPr/>
          </a:p>
        </p:txBody>
      </p:sp>
      <p:sp>
        <p:nvSpPr>
          <p:cNvPr id="1033" name="Google Shape;1033;p117"/>
          <p:cNvSpPr txBox="1"/>
          <p:nvPr>
            <p:ph idx="5" type="subTitle"/>
          </p:nvPr>
        </p:nvSpPr>
        <p:spPr>
          <a:xfrm>
            <a:off x="1638300" y="3196233"/>
            <a:ext cx="13971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STRENGTHS</a:t>
            </a:r>
            <a:endParaRPr/>
          </a:p>
        </p:txBody>
      </p:sp>
      <p:sp>
        <p:nvSpPr>
          <p:cNvPr id="1034" name="Google Shape;1034;p117"/>
          <p:cNvSpPr txBox="1"/>
          <p:nvPr>
            <p:ph idx="6" type="subTitle"/>
          </p:nvPr>
        </p:nvSpPr>
        <p:spPr>
          <a:xfrm>
            <a:off x="3104700" y="3196233"/>
            <a:ext cx="1381200" cy="46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WEAKNESSES</a:t>
            </a:r>
            <a:endParaRPr>
              <a:solidFill>
                <a:schemeClr val="lt1"/>
              </a:solidFill>
            </a:endParaRPr>
          </a:p>
          <a:p>
            <a:pPr indent="0" lvl="0" marL="0" rtl="0" algn="l">
              <a:spcBef>
                <a:spcPts val="0"/>
              </a:spcBef>
              <a:spcAft>
                <a:spcPts val="1600"/>
              </a:spcAft>
              <a:buNone/>
            </a:pPr>
            <a:r>
              <a:t/>
            </a:r>
            <a:endParaRPr/>
          </a:p>
        </p:txBody>
      </p:sp>
      <p:sp>
        <p:nvSpPr>
          <p:cNvPr id="1035" name="Google Shape;1035;p117"/>
          <p:cNvSpPr txBox="1"/>
          <p:nvPr>
            <p:ph idx="7" type="subTitle"/>
          </p:nvPr>
        </p:nvSpPr>
        <p:spPr>
          <a:xfrm>
            <a:off x="4571999" y="3196233"/>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OPPORTUNITIES</a:t>
            </a:r>
            <a:endParaRPr/>
          </a:p>
        </p:txBody>
      </p:sp>
      <p:sp>
        <p:nvSpPr>
          <p:cNvPr id="1036" name="Google Shape;1036;p117"/>
          <p:cNvSpPr txBox="1"/>
          <p:nvPr>
            <p:ph idx="8" type="subTitle"/>
          </p:nvPr>
        </p:nvSpPr>
        <p:spPr>
          <a:xfrm>
            <a:off x="6037498" y="3196233"/>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THREATS</a:t>
            </a:r>
            <a:endParaRPr/>
          </a:p>
        </p:txBody>
      </p:sp>
      <p:sp>
        <p:nvSpPr>
          <p:cNvPr id="1037" name="Google Shape;1037;p117"/>
          <p:cNvSpPr txBox="1"/>
          <p:nvPr/>
        </p:nvSpPr>
        <p:spPr>
          <a:xfrm>
            <a:off x="1936500"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S</a:t>
            </a:r>
            <a:endParaRPr sz="2400">
              <a:solidFill>
                <a:schemeClr val="lt1"/>
              </a:solidFill>
              <a:latin typeface="Squada One"/>
              <a:ea typeface="Squada One"/>
              <a:cs typeface="Squada One"/>
              <a:sym typeface="Squada One"/>
            </a:endParaRPr>
          </a:p>
        </p:txBody>
      </p:sp>
      <p:sp>
        <p:nvSpPr>
          <p:cNvPr id="1038" name="Google Shape;1038;p117"/>
          <p:cNvSpPr txBox="1"/>
          <p:nvPr/>
        </p:nvSpPr>
        <p:spPr>
          <a:xfrm>
            <a:off x="3402900"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W</a:t>
            </a:r>
            <a:endParaRPr sz="2400">
              <a:solidFill>
                <a:schemeClr val="lt1"/>
              </a:solidFill>
              <a:latin typeface="Squada One"/>
              <a:ea typeface="Squada One"/>
              <a:cs typeface="Squada One"/>
              <a:sym typeface="Squada One"/>
            </a:endParaRPr>
          </a:p>
        </p:txBody>
      </p:sp>
      <p:sp>
        <p:nvSpPr>
          <p:cNvPr id="1039" name="Google Shape;1039;p117"/>
          <p:cNvSpPr txBox="1"/>
          <p:nvPr/>
        </p:nvSpPr>
        <p:spPr>
          <a:xfrm>
            <a:off x="4869325"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O</a:t>
            </a:r>
            <a:endParaRPr sz="2400">
              <a:solidFill>
                <a:schemeClr val="lt1"/>
              </a:solidFill>
              <a:latin typeface="Squada One"/>
              <a:ea typeface="Squada One"/>
              <a:cs typeface="Squada One"/>
              <a:sym typeface="Squada One"/>
            </a:endParaRPr>
          </a:p>
        </p:txBody>
      </p:sp>
      <p:sp>
        <p:nvSpPr>
          <p:cNvPr id="1040" name="Google Shape;1040;p117"/>
          <p:cNvSpPr txBox="1"/>
          <p:nvPr/>
        </p:nvSpPr>
        <p:spPr>
          <a:xfrm>
            <a:off x="6335738" y="2075438"/>
            <a:ext cx="784800" cy="51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Squada One"/>
                <a:ea typeface="Squada One"/>
                <a:cs typeface="Squada One"/>
                <a:sym typeface="Squada One"/>
              </a:rPr>
              <a:t>T</a:t>
            </a:r>
            <a:endParaRPr sz="2400">
              <a:solidFill>
                <a:schemeClr val="lt1"/>
              </a:solidFill>
              <a:latin typeface="Squada One"/>
              <a:ea typeface="Squada One"/>
              <a:cs typeface="Squada One"/>
              <a:sym typeface="Squada One"/>
            </a:endParaRPr>
          </a:p>
        </p:txBody>
      </p:sp>
      <p:cxnSp>
        <p:nvCxnSpPr>
          <p:cNvPr id="1041" name="Google Shape;1041;p117"/>
          <p:cNvCxnSpPr/>
          <p:nvPr/>
        </p:nvCxnSpPr>
        <p:spPr>
          <a:xfrm>
            <a:off x="3795750" y="2832225"/>
            <a:ext cx="0" cy="282600"/>
          </a:xfrm>
          <a:prstGeom prst="straightConnector1">
            <a:avLst/>
          </a:prstGeom>
          <a:noFill/>
          <a:ln cap="flat" cmpd="sng" w="19050">
            <a:solidFill>
              <a:schemeClr val="lt1"/>
            </a:solidFill>
            <a:prstDash val="solid"/>
            <a:round/>
            <a:headEnd len="med" w="med" type="none"/>
            <a:tailEnd len="med" w="med" type="diamond"/>
          </a:ln>
        </p:spPr>
      </p:cxnSp>
      <p:cxnSp>
        <p:nvCxnSpPr>
          <p:cNvPr id="1042" name="Google Shape;1042;p117"/>
          <p:cNvCxnSpPr/>
          <p:nvPr/>
        </p:nvCxnSpPr>
        <p:spPr>
          <a:xfrm>
            <a:off x="5262600" y="2832225"/>
            <a:ext cx="0" cy="282600"/>
          </a:xfrm>
          <a:prstGeom prst="straightConnector1">
            <a:avLst/>
          </a:prstGeom>
          <a:noFill/>
          <a:ln cap="flat" cmpd="sng" w="19050">
            <a:solidFill>
              <a:schemeClr val="lt1"/>
            </a:solidFill>
            <a:prstDash val="solid"/>
            <a:round/>
            <a:headEnd len="med" w="med" type="none"/>
            <a:tailEnd len="med" w="med" type="diamond"/>
          </a:ln>
        </p:spPr>
      </p:cxnSp>
      <p:cxnSp>
        <p:nvCxnSpPr>
          <p:cNvPr id="1043" name="Google Shape;1043;p117"/>
          <p:cNvCxnSpPr/>
          <p:nvPr/>
        </p:nvCxnSpPr>
        <p:spPr>
          <a:xfrm>
            <a:off x="6728025" y="2832225"/>
            <a:ext cx="0" cy="282600"/>
          </a:xfrm>
          <a:prstGeom prst="straightConnector1">
            <a:avLst/>
          </a:prstGeom>
          <a:noFill/>
          <a:ln cap="flat" cmpd="sng" w="19050">
            <a:solidFill>
              <a:schemeClr val="lt1"/>
            </a:solidFill>
            <a:prstDash val="solid"/>
            <a:round/>
            <a:headEnd len="med" w="med" type="none"/>
            <a:tailEnd len="med" w="med" type="diamond"/>
          </a:ln>
        </p:spPr>
      </p:cxnSp>
      <p:cxnSp>
        <p:nvCxnSpPr>
          <p:cNvPr id="1044" name="Google Shape;1044;p117"/>
          <p:cNvCxnSpPr/>
          <p:nvPr/>
        </p:nvCxnSpPr>
        <p:spPr>
          <a:xfrm>
            <a:off x="2328900" y="2832225"/>
            <a:ext cx="0" cy="282600"/>
          </a:xfrm>
          <a:prstGeom prst="straightConnector1">
            <a:avLst/>
          </a:prstGeom>
          <a:noFill/>
          <a:ln cap="flat" cmpd="sng" w="19050">
            <a:solidFill>
              <a:schemeClr val="lt1"/>
            </a:solidFill>
            <a:prstDash val="solid"/>
            <a:round/>
            <a:headEnd len="med" w="med" type="none"/>
            <a:tailEnd len="med" w="med" type="diamond"/>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28"/>
                                        </p:tgtEl>
                                        <p:attrNameLst>
                                          <p:attrName>style.visibility</p:attrName>
                                        </p:attrNameLst>
                                      </p:cBhvr>
                                      <p:to>
                                        <p:strVal val="visible"/>
                                      </p:to>
                                    </p:set>
                                    <p:animEffect filter="fade" transition="in">
                                      <p:cBhvr>
                                        <p:cTn dur="1000"/>
                                        <p:tgtEl>
                                          <p:spTgt spid="1028"/>
                                        </p:tgtEl>
                                      </p:cBhvr>
                                    </p:animEffect>
                                  </p:childTnLst>
                                </p:cTn>
                              </p:par>
                              <p:par>
                                <p:cTn fill="hold" nodeType="withEffect" presetClass="entr" presetID="10" presetSubtype="0">
                                  <p:stCondLst>
                                    <p:cond delay="0"/>
                                  </p:stCondLst>
                                  <p:childTnLst>
                                    <p:set>
                                      <p:cBhvr>
                                        <p:cTn dur="1" fill="hold">
                                          <p:stCondLst>
                                            <p:cond delay="0"/>
                                          </p:stCondLst>
                                        </p:cTn>
                                        <p:tgtEl>
                                          <p:spTgt spid="1029"/>
                                        </p:tgtEl>
                                        <p:attrNameLst>
                                          <p:attrName>style.visibility</p:attrName>
                                        </p:attrNameLst>
                                      </p:cBhvr>
                                      <p:to>
                                        <p:strVal val="visible"/>
                                      </p:to>
                                    </p:set>
                                    <p:animEffect filter="fade" transition="in">
                                      <p:cBhvr>
                                        <p:cTn dur="1000"/>
                                        <p:tgtEl>
                                          <p:spTgt spid="1029"/>
                                        </p:tgtEl>
                                      </p:cBhvr>
                                    </p:animEffect>
                                  </p:childTnLst>
                                </p:cTn>
                              </p:par>
                              <p:par>
                                <p:cTn fill="hold" nodeType="withEffect" presetClass="entr" presetID="10" presetSubtype="0">
                                  <p:stCondLst>
                                    <p:cond delay="0"/>
                                  </p:stCondLst>
                                  <p:childTnLst>
                                    <p:set>
                                      <p:cBhvr>
                                        <p:cTn dur="1" fill="hold">
                                          <p:stCondLst>
                                            <p:cond delay="0"/>
                                          </p:stCondLst>
                                        </p:cTn>
                                        <p:tgtEl>
                                          <p:spTgt spid="1033"/>
                                        </p:tgtEl>
                                        <p:attrNameLst>
                                          <p:attrName>style.visibility</p:attrName>
                                        </p:attrNameLst>
                                      </p:cBhvr>
                                      <p:to>
                                        <p:strVal val="visible"/>
                                      </p:to>
                                    </p:set>
                                    <p:animEffect filter="fade" transition="in">
                                      <p:cBhvr>
                                        <p:cTn dur="1000"/>
                                        <p:tgtEl>
                                          <p:spTgt spid="1033"/>
                                        </p:tgtEl>
                                      </p:cBhvr>
                                    </p:animEffect>
                                  </p:childTnLst>
                                </p:cTn>
                              </p:par>
                              <p:par>
                                <p:cTn fill="hold" nodeType="withEffect" presetClass="entr" presetID="10" presetSubtype="0">
                                  <p:stCondLst>
                                    <p:cond delay="0"/>
                                  </p:stCondLst>
                                  <p:childTnLst>
                                    <p:set>
                                      <p:cBhvr>
                                        <p:cTn dur="1" fill="hold">
                                          <p:stCondLst>
                                            <p:cond delay="0"/>
                                          </p:stCondLst>
                                        </p:cTn>
                                        <p:tgtEl>
                                          <p:spTgt spid="1030"/>
                                        </p:tgtEl>
                                        <p:attrNameLst>
                                          <p:attrName>style.visibility</p:attrName>
                                        </p:attrNameLst>
                                      </p:cBhvr>
                                      <p:to>
                                        <p:strVal val="visible"/>
                                      </p:to>
                                    </p:set>
                                    <p:animEffect filter="fade" transition="in">
                                      <p:cBhvr>
                                        <p:cTn dur="1000"/>
                                        <p:tgtEl>
                                          <p:spTgt spid="1030"/>
                                        </p:tgtEl>
                                      </p:cBhvr>
                                    </p:animEffect>
                                  </p:childTnLst>
                                </p:cTn>
                              </p:par>
                              <p:par>
                                <p:cTn fill="hold" nodeType="withEffect" presetClass="entr" presetID="10" presetSubtype="0">
                                  <p:stCondLst>
                                    <p:cond delay="0"/>
                                  </p:stCondLst>
                                  <p:childTnLst>
                                    <p:set>
                                      <p:cBhvr>
                                        <p:cTn dur="1" fill="hold">
                                          <p:stCondLst>
                                            <p:cond delay="0"/>
                                          </p:stCondLst>
                                        </p:cTn>
                                        <p:tgtEl>
                                          <p:spTgt spid="1034"/>
                                        </p:tgtEl>
                                        <p:attrNameLst>
                                          <p:attrName>style.visibility</p:attrName>
                                        </p:attrNameLst>
                                      </p:cBhvr>
                                      <p:to>
                                        <p:strVal val="visible"/>
                                      </p:to>
                                    </p:set>
                                    <p:animEffect filter="fade" transition="in">
                                      <p:cBhvr>
                                        <p:cTn dur="1000"/>
                                        <p:tgtEl>
                                          <p:spTgt spid="1034"/>
                                        </p:tgtEl>
                                      </p:cBhvr>
                                    </p:animEffect>
                                  </p:childTnLst>
                                </p:cTn>
                              </p:par>
                              <p:par>
                                <p:cTn fill="hold" nodeType="withEffect" presetClass="entr" presetID="10" presetSubtype="0">
                                  <p:stCondLst>
                                    <p:cond delay="0"/>
                                  </p:stCondLst>
                                  <p:childTnLst>
                                    <p:set>
                                      <p:cBhvr>
                                        <p:cTn dur="1" fill="hold">
                                          <p:stCondLst>
                                            <p:cond delay="0"/>
                                          </p:stCondLst>
                                        </p:cTn>
                                        <p:tgtEl>
                                          <p:spTgt spid="1031"/>
                                        </p:tgtEl>
                                        <p:attrNameLst>
                                          <p:attrName>style.visibility</p:attrName>
                                        </p:attrNameLst>
                                      </p:cBhvr>
                                      <p:to>
                                        <p:strVal val="visible"/>
                                      </p:to>
                                    </p:set>
                                    <p:animEffect filter="fade" transition="in">
                                      <p:cBhvr>
                                        <p:cTn dur="1000"/>
                                        <p:tgtEl>
                                          <p:spTgt spid="1031"/>
                                        </p:tgtEl>
                                      </p:cBhvr>
                                    </p:animEffect>
                                  </p:childTnLst>
                                </p:cTn>
                              </p:par>
                              <p:par>
                                <p:cTn fill="hold" nodeType="withEffect" presetClass="entr" presetID="10" presetSubtype="0">
                                  <p:stCondLst>
                                    <p:cond delay="0"/>
                                  </p:stCondLst>
                                  <p:childTnLst>
                                    <p:set>
                                      <p:cBhvr>
                                        <p:cTn dur="1" fill="hold">
                                          <p:stCondLst>
                                            <p:cond delay="0"/>
                                          </p:stCondLst>
                                        </p:cTn>
                                        <p:tgtEl>
                                          <p:spTgt spid="1035"/>
                                        </p:tgtEl>
                                        <p:attrNameLst>
                                          <p:attrName>style.visibility</p:attrName>
                                        </p:attrNameLst>
                                      </p:cBhvr>
                                      <p:to>
                                        <p:strVal val="visible"/>
                                      </p:to>
                                    </p:set>
                                    <p:animEffect filter="fade" transition="in">
                                      <p:cBhvr>
                                        <p:cTn dur="1000"/>
                                        <p:tgtEl>
                                          <p:spTgt spid="1035"/>
                                        </p:tgtEl>
                                      </p:cBhvr>
                                    </p:animEffect>
                                  </p:childTnLst>
                                </p:cTn>
                              </p:par>
                              <p:par>
                                <p:cTn fill="hold" nodeType="withEffect" presetClass="entr" presetID="10" presetSubtype="0">
                                  <p:stCondLst>
                                    <p:cond delay="0"/>
                                  </p:stCondLst>
                                  <p:childTnLst>
                                    <p:set>
                                      <p:cBhvr>
                                        <p:cTn dur="1" fill="hold">
                                          <p:stCondLst>
                                            <p:cond delay="0"/>
                                          </p:stCondLst>
                                        </p:cTn>
                                        <p:tgtEl>
                                          <p:spTgt spid="1032"/>
                                        </p:tgtEl>
                                        <p:attrNameLst>
                                          <p:attrName>style.visibility</p:attrName>
                                        </p:attrNameLst>
                                      </p:cBhvr>
                                      <p:to>
                                        <p:strVal val="visible"/>
                                      </p:to>
                                    </p:set>
                                    <p:animEffect filter="fade" transition="in">
                                      <p:cBhvr>
                                        <p:cTn dur="1000"/>
                                        <p:tgtEl>
                                          <p:spTgt spid="1032"/>
                                        </p:tgtEl>
                                      </p:cBhvr>
                                    </p:animEffect>
                                  </p:childTnLst>
                                </p:cTn>
                              </p:par>
                              <p:par>
                                <p:cTn fill="hold" nodeType="withEffect" presetClass="entr" presetID="10" presetSubtype="0">
                                  <p:stCondLst>
                                    <p:cond delay="0"/>
                                  </p:stCondLst>
                                  <p:childTnLst>
                                    <p:set>
                                      <p:cBhvr>
                                        <p:cTn dur="1" fill="hold">
                                          <p:stCondLst>
                                            <p:cond delay="0"/>
                                          </p:stCondLst>
                                        </p:cTn>
                                        <p:tgtEl>
                                          <p:spTgt spid="1036"/>
                                        </p:tgtEl>
                                        <p:attrNameLst>
                                          <p:attrName>style.visibility</p:attrName>
                                        </p:attrNameLst>
                                      </p:cBhvr>
                                      <p:to>
                                        <p:strVal val="visible"/>
                                      </p:to>
                                    </p:set>
                                    <p:animEffect filter="fade" transition="in">
                                      <p:cBhvr>
                                        <p:cTn dur="1000"/>
                                        <p:tgtEl>
                                          <p:spTgt spid="10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8" name="Shape 1048"/>
        <p:cNvGrpSpPr/>
        <p:nvPr/>
      </p:nvGrpSpPr>
      <p:grpSpPr>
        <a:xfrm>
          <a:off x="0" y="0"/>
          <a:ext cx="0" cy="0"/>
          <a:chOff x="0" y="0"/>
          <a:chExt cx="0" cy="0"/>
        </a:xfrm>
      </p:grpSpPr>
      <p:sp>
        <p:nvSpPr>
          <p:cNvPr id="1049" name="Google Shape;1049;p118"/>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SWOT ANALYSIS</a:t>
            </a:r>
            <a:endParaRPr sz="4400"/>
          </a:p>
        </p:txBody>
      </p:sp>
      <p:sp>
        <p:nvSpPr>
          <p:cNvPr id="1050" name="Google Shape;1050;p118"/>
          <p:cNvSpPr txBox="1"/>
          <p:nvPr/>
        </p:nvSpPr>
        <p:spPr>
          <a:xfrm>
            <a:off x="683100" y="2007625"/>
            <a:ext cx="10950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S</a:t>
            </a:r>
            <a:endParaRPr sz="5000">
              <a:solidFill>
                <a:schemeClr val="lt1"/>
              </a:solidFill>
              <a:latin typeface="Squada One"/>
              <a:ea typeface="Squada One"/>
              <a:cs typeface="Squada One"/>
              <a:sym typeface="Squada One"/>
            </a:endParaRPr>
          </a:p>
        </p:txBody>
      </p:sp>
      <p:sp>
        <p:nvSpPr>
          <p:cNvPr id="1051" name="Google Shape;1051;p118"/>
          <p:cNvSpPr txBox="1"/>
          <p:nvPr/>
        </p:nvSpPr>
        <p:spPr>
          <a:xfrm>
            <a:off x="2892488" y="3086100"/>
            <a:ext cx="10950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w</a:t>
            </a:r>
            <a:endParaRPr sz="5000">
              <a:solidFill>
                <a:schemeClr val="lt1"/>
              </a:solidFill>
              <a:latin typeface="Squada One"/>
              <a:ea typeface="Squada One"/>
              <a:cs typeface="Squada One"/>
              <a:sym typeface="Squada One"/>
            </a:endParaRPr>
          </a:p>
        </p:txBody>
      </p:sp>
      <p:sp>
        <p:nvSpPr>
          <p:cNvPr id="1052" name="Google Shape;1052;p118"/>
          <p:cNvSpPr txBox="1"/>
          <p:nvPr/>
        </p:nvSpPr>
        <p:spPr>
          <a:xfrm>
            <a:off x="5193412" y="2007625"/>
            <a:ext cx="10614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O</a:t>
            </a:r>
            <a:endParaRPr sz="5000">
              <a:solidFill>
                <a:schemeClr val="lt1"/>
              </a:solidFill>
              <a:latin typeface="Squada One"/>
              <a:ea typeface="Squada One"/>
              <a:cs typeface="Squada One"/>
              <a:sym typeface="Squada One"/>
            </a:endParaRPr>
          </a:p>
        </p:txBody>
      </p:sp>
      <p:sp>
        <p:nvSpPr>
          <p:cNvPr id="1053" name="Google Shape;1053;p118"/>
          <p:cNvSpPr txBox="1"/>
          <p:nvPr/>
        </p:nvSpPr>
        <p:spPr>
          <a:xfrm>
            <a:off x="7365875" y="3086100"/>
            <a:ext cx="1095000" cy="10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Squada One"/>
                <a:ea typeface="Squada One"/>
                <a:cs typeface="Squada One"/>
                <a:sym typeface="Squada One"/>
              </a:rPr>
              <a:t>T</a:t>
            </a:r>
            <a:endParaRPr sz="5000">
              <a:solidFill>
                <a:schemeClr val="lt1"/>
              </a:solidFill>
              <a:latin typeface="Squada One"/>
              <a:ea typeface="Squada One"/>
              <a:cs typeface="Squada One"/>
              <a:sym typeface="Squada One"/>
            </a:endParaRPr>
          </a:p>
        </p:txBody>
      </p:sp>
      <p:sp>
        <p:nvSpPr>
          <p:cNvPr id="1054" name="Google Shape;1054;p118"/>
          <p:cNvSpPr txBox="1"/>
          <p:nvPr>
            <p:ph idx="1" type="subTitle"/>
          </p:nvPr>
        </p:nvSpPr>
        <p:spPr>
          <a:xfrm>
            <a:off x="540000" y="3527280"/>
            <a:ext cx="1381200" cy="83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in the Solar System</a:t>
            </a:r>
            <a:endParaRPr/>
          </a:p>
        </p:txBody>
      </p:sp>
      <p:sp>
        <p:nvSpPr>
          <p:cNvPr id="1055" name="Google Shape;1055;p118"/>
          <p:cNvSpPr txBox="1"/>
          <p:nvPr>
            <p:ph idx="2" type="subTitle"/>
          </p:nvPr>
        </p:nvSpPr>
        <p:spPr>
          <a:xfrm>
            <a:off x="2741438" y="2077288"/>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hot</a:t>
            </a:r>
            <a:endParaRPr/>
          </a:p>
        </p:txBody>
      </p:sp>
      <p:sp>
        <p:nvSpPr>
          <p:cNvPr id="1056" name="Google Shape;1056;p118"/>
          <p:cNvSpPr txBox="1"/>
          <p:nvPr>
            <p:ph idx="3" type="subTitle"/>
          </p:nvPr>
        </p:nvSpPr>
        <p:spPr>
          <a:xfrm>
            <a:off x="5033512" y="3516526"/>
            <a:ext cx="13812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furthest planet from the Sun</a:t>
            </a:r>
            <a:endParaRPr/>
          </a:p>
        </p:txBody>
      </p:sp>
      <p:sp>
        <p:nvSpPr>
          <p:cNvPr id="1057" name="Google Shape;1057;p118"/>
          <p:cNvSpPr txBox="1"/>
          <p:nvPr>
            <p:ph idx="4" type="subTitle"/>
          </p:nvPr>
        </p:nvSpPr>
        <p:spPr>
          <a:xfrm>
            <a:off x="7214825" y="2077856"/>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planet of them all</a:t>
            </a:r>
            <a:endParaRPr/>
          </a:p>
        </p:txBody>
      </p:sp>
      <p:sp>
        <p:nvSpPr>
          <p:cNvPr id="1058" name="Google Shape;1058;p118"/>
          <p:cNvSpPr txBox="1"/>
          <p:nvPr>
            <p:ph idx="5" type="subTitle"/>
          </p:nvPr>
        </p:nvSpPr>
        <p:spPr>
          <a:xfrm>
            <a:off x="532050" y="3198780"/>
            <a:ext cx="13971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STRENGTHS</a:t>
            </a:r>
            <a:endParaRPr/>
          </a:p>
        </p:txBody>
      </p:sp>
      <p:sp>
        <p:nvSpPr>
          <p:cNvPr id="1059" name="Google Shape;1059;p118"/>
          <p:cNvSpPr txBox="1"/>
          <p:nvPr>
            <p:ph idx="6" type="subTitle"/>
          </p:nvPr>
        </p:nvSpPr>
        <p:spPr>
          <a:xfrm>
            <a:off x="2749388" y="1759288"/>
            <a:ext cx="1381200" cy="46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WEAKNESSES</a:t>
            </a:r>
            <a:endParaRPr>
              <a:solidFill>
                <a:schemeClr val="lt1"/>
              </a:solidFill>
            </a:endParaRPr>
          </a:p>
          <a:p>
            <a:pPr indent="0" lvl="0" marL="0" rtl="0" algn="l">
              <a:spcBef>
                <a:spcPts val="0"/>
              </a:spcBef>
              <a:spcAft>
                <a:spcPts val="1600"/>
              </a:spcAft>
              <a:buNone/>
            </a:pPr>
            <a:r>
              <a:t/>
            </a:r>
            <a:endParaRPr/>
          </a:p>
        </p:txBody>
      </p:sp>
      <p:sp>
        <p:nvSpPr>
          <p:cNvPr id="1060" name="Google Shape;1060;p118"/>
          <p:cNvSpPr txBox="1"/>
          <p:nvPr>
            <p:ph idx="7" type="subTitle"/>
          </p:nvPr>
        </p:nvSpPr>
        <p:spPr>
          <a:xfrm>
            <a:off x="5033512" y="3201351"/>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OPPORTUNITIES</a:t>
            </a:r>
            <a:endParaRPr/>
          </a:p>
        </p:txBody>
      </p:sp>
      <p:sp>
        <p:nvSpPr>
          <p:cNvPr id="1061" name="Google Shape;1061;p118"/>
          <p:cNvSpPr txBox="1"/>
          <p:nvPr>
            <p:ph idx="8" type="subTitle"/>
          </p:nvPr>
        </p:nvSpPr>
        <p:spPr>
          <a:xfrm>
            <a:off x="7222775" y="1765255"/>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THREATS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49"/>
                                        </p:tgtEl>
                                        <p:attrNameLst>
                                          <p:attrName>style.visibility</p:attrName>
                                        </p:attrNameLst>
                                      </p:cBhvr>
                                      <p:to>
                                        <p:strVal val="visible"/>
                                      </p:to>
                                    </p:set>
                                    <p:anim calcmode="lin" valueType="num">
                                      <p:cBhvr additive="base">
                                        <p:cTn dur="1000"/>
                                        <p:tgtEl>
                                          <p:spTgt spid="1049"/>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050"/>
                                        </p:tgtEl>
                                        <p:attrNameLst>
                                          <p:attrName>style.visibility</p:attrName>
                                        </p:attrNameLst>
                                      </p:cBhvr>
                                      <p:to>
                                        <p:strVal val="visible"/>
                                      </p:to>
                                    </p:set>
                                    <p:animEffect filter="fade" transition="in">
                                      <p:cBhvr>
                                        <p:cTn dur="1000"/>
                                        <p:tgtEl>
                                          <p:spTgt spid="1050"/>
                                        </p:tgtEl>
                                      </p:cBhvr>
                                    </p:animEffect>
                                  </p:childTnLst>
                                </p:cTn>
                              </p:par>
                              <p:par>
                                <p:cTn fill="hold" nodeType="withEffect" presetClass="entr" presetID="10" presetSubtype="0">
                                  <p:stCondLst>
                                    <p:cond delay="0"/>
                                  </p:stCondLst>
                                  <p:childTnLst>
                                    <p:set>
                                      <p:cBhvr>
                                        <p:cTn dur="1" fill="hold">
                                          <p:stCondLst>
                                            <p:cond delay="0"/>
                                          </p:stCondLst>
                                        </p:cTn>
                                        <p:tgtEl>
                                          <p:spTgt spid="1054"/>
                                        </p:tgtEl>
                                        <p:attrNameLst>
                                          <p:attrName>style.visibility</p:attrName>
                                        </p:attrNameLst>
                                      </p:cBhvr>
                                      <p:to>
                                        <p:strVal val="visible"/>
                                      </p:to>
                                    </p:set>
                                    <p:animEffect filter="fade" transition="in">
                                      <p:cBhvr>
                                        <p:cTn dur="1000"/>
                                        <p:tgtEl>
                                          <p:spTgt spid="1054"/>
                                        </p:tgtEl>
                                      </p:cBhvr>
                                    </p:animEffect>
                                  </p:childTnLst>
                                </p:cTn>
                              </p:par>
                              <p:par>
                                <p:cTn fill="hold" nodeType="withEffect" presetClass="entr" presetID="10" presetSubtype="0">
                                  <p:stCondLst>
                                    <p:cond delay="0"/>
                                  </p:stCondLst>
                                  <p:childTnLst>
                                    <p:set>
                                      <p:cBhvr>
                                        <p:cTn dur="1" fill="hold">
                                          <p:stCondLst>
                                            <p:cond delay="0"/>
                                          </p:stCondLst>
                                        </p:cTn>
                                        <p:tgtEl>
                                          <p:spTgt spid="1058"/>
                                        </p:tgtEl>
                                        <p:attrNameLst>
                                          <p:attrName>style.visibility</p:attrName>
                                        </p:attrNameLst>
                                      </p:cBhvr>
                                      <p:to>
                                        <p:strVal val="visible"/>
                                      </p:to>
                                    </p:set>
                                    <p:animEffect filter="fade" transition="in">
                                      <p:cBhvr>
                                        <p:cTn dur="1000"/>
                                        <p:tgtEl>
                                          <p:spTgt spid="1058"/>
                                        </p:tgtEl>
                                      </p:cBhvr>
                                    </p:animEffect>
                                  </p:childTnLst>
                                </p:cTn>
                              </p:par>
                              <p:par>
                                <p:cTn fill="hold" nodeType="withEffect" presetClass="entr" presetID="10" presetSubtype="0">
                                  <p:stCondLst>
                                    <p:cond delay="0"/>
                                  </p:stCondLst>
                                  <p:childTnLst>
                                    <p:set>
                                      <p:cBhvr>
                                        <p:cTn dur="1" fill="hold">
                                          <p:stCondLst>
                                            <p:cond delay="0"/>
                                          </p:stCondLst>
                                        </p:cTn>
                                        <p:tgtEl>
                                          <p:spTgt spid="1051"/>
                                        </p:tgtEl>
                                        <p:attrNameLst>
                                          <p:attrName>style.visibility</p:attrName>
                                        </p:attrNameLst>
                                      </p:cBhvr>
                                      <p:to>
                                        <p:strVal val="visible"/>
                                      </p:to>
                                    </p:set>
                                    <p:animEffect filter="fade" transition="in">
                                      <p:cBhvr>
                                        <p:cTn dur="1000"/>
                                        <p:tgtEl>
                                          <p:spTgt spid="1051"/>
                                        </p:tgtEl>
                                      </p:cBhvr>
                                    </p:animEffect>
                                  </p:childTnLst>
                                </p:cTn>
                              </p:par>
                              <p:par>
                                <p:cTn fill="hold" nodeType="withEffect" presetClass="entr" presetID="10" presetSubtype="0">
                                  <p:stCondLst>
                                    <p:cond delay="0"/>
                                  </p:stCondLst>
                                  <p:childTnLst>
                                    <p:set>
                                      <p:cBhvr>
                                        <p:cTn dur="1" fill="hold">
                                          <p:stCondLst>
                                            <p:cond delay="0"/>
                                          </p:stCondLst>
                                        </p:cTn>
                                        <p:tgtEl>
                                          <p:spTgt spid="1055"/>
                                        </p:tgtEl>
                                        <p:attrNameLst>
                                          <p:attrName>style.visibility</p:attrName>
                                        </p:attrNameLst>
                                      </p:cBhvr>
                                      <p:to>
                                        <p:strVal val="visible"/>
                                      </p:to>
                                    </p:set>
                                    <p:animEffect filter="fade" transition="in">
                                      <p:cBhvr>
                                        <p:cTn dur="1000"/>
                                        <p:tgtEl>
                                          <p:spTgt spid="1055"/>
                                        </p:tgtEl>
                                      </p:cBhvr>
                                    </p:animEffect>
                                  </p:childTnLst>
                                </p:cTn>
                              </p:par>
                              <p:par>
                                <p:cTn fill="hold" nodeType="withEffect" presetClass="entr" presetID="10" presetSubtype="0">
                                  <p:stCondLst>
                                    <p:cond delay="0"/>
                                  </p:stCondLst>
                                  <p:childTnLst>
                                    <p:set>
                                      <p:cBhvr>
                                        <p:cTn dur="1" fill="hold">
                                          <p:stCondLst>
                                            <p:cond delay="0"/>
                                          </p:stCondLst>
                                        </p:cTn>
                                        <p:tgtEl>
                                          <p:spTgt spid="1059"/>
                                        </p:tgtEl>
                                        <p:attrNameLst>
                                          <p:attrName>style.visibility</p:attrName>
                                        </p:attrNameLst>
                                      </p:cBhvr>
                                      <p:to>
                                        <p:strVal val="visible"/>
                                      </p:to>
                                    </p:set>
                                    <p:animEffect filter="fade" transition="in">
                                      <p:cBhvr>
                                        <p:cTn dur="1000"/>
                                        <p:tgtEl>
                                          <p:spTgt spid="1059"/>
                                        </p:tgtEl>
                                      </p:cBhvr>
                                    </p:animEffect>
                                  </p:childTnLst>
                                </p:cTn>
                              </p:par>
                              <p:par>
                                <p:cTn fill="hold" nodeType="withEffect" presetClass="entr" presetID="10" presetSubtype="0">
                                  <p:stCondLst>
                                    <p:cond delay="0"/>
                                  </p:stCondLst>
                                  <p:childTnLst>
                                    <p:set>
                                      <p:cBhvr>
                                        <p:cTn dur="1" fill="hold">
                                          <p:stCondLst>
                                            <p:cond delay="0"/>
                                          </p:stCondLst>
                                        </p:cTn>
                                        <p:tgtEl>
                                          <p:spTgt spid="1052"/>
                                        </p:tgtEl>
                                        <p:attrNameLst>
                                          <p:attrName>style.visibility</p:attrName>
                                        </p:attrNameLst>
                                      </p:cBhvr>
                                      <p:to>
                                        <p:strVal val="visible"/>
                                      </p:to>
                                    </p:set>
                                    <p:animEffect filter="fade" transition="in">
                                      <p:cBhvr>
                                        <p:cTn dur="1000"/>
                                        <p:tgtEl>
                                          <p:spTgt spid="1052"/>
                                        </p:tgtEl>
                                      </p:cBhvr>
                                    </p:animEffect>
                                  </p:childTnLst>
                                </p:cTn>
                              </p:par>
                              <p:par>
                                <p:cTn fill="hold" nodeType="withEffect" presetClass="entr" presetID="10" presetSubtype="0">
                                  <p:stCondLst>
                                    <p:cond delay="0"/>
                                  </p:stCondLst>
                                  <p:childTnLst>
                                    <p:set>
                                      <p:cBhvr>
                                        <p:cTn dur="1" fill="hold">
                                          <p:stCondLst>
                                            <p:cond delay="0"/>
                                          </p:stCondLst>
                                        </p:cTn>
                                        <p:tgtEl>
                                          <p:spTgt spid="1056"/>
                                        </p:tgtEl>
                                        <p:attrNameLst>
                                          <p:attrName>style.visibility</p:attrName>
                                        </p:attrNameLst>
                                      </p:cBhvr>
                                      <p:to>
                                        <p:strVal val="visible"/>
                                      </p:to>
                                    </p:set>
                                    <p:animEffect filter="fade" transition="in">
                                      <p:cBhvr>
                                        <p:cTn dur="1000"/>
                                        <p:tgtEl>
                                          <p:spTgt spid="1056"/>
                                        </p:tgtEl>
                                      </p:cBhvr>
                                    </p:animEffect>
                                  </p:childTnLst>
                                </p:cTn>
                              </p:par>
                              <p:par>
                                <p:cTn fill="hold" nodeType="withEffect" presetClass="entr" presetID="10" presetSubtype="0">
                                  <p:stCondLst>
                                    <p:cond delay="0"/>
                                  </p:stCondLst>
                                  <p:childTnLst>
                                    <p:set>
                                      <p:cBhvr>
                                        <p:cTn dur="1" fill="hold">
                                          <p:stCondLst>
                                            <p:cond delay="0"/>
                                          </p:stCondLst>
                                        </p:cTn>
                                        <p:tgtEl>
                                          <p:spTgt spid="1060"/>
                                        </p:tgtEl>
                                        <p:attrNameLst>
                                          <p:attrName>style.visibility</p:attrName>
                                        </p:attrNameLst>
                                      </p:cBhvr>
                                      <p:to>
                                        <p:strVal val="visible"/>
                                      </p:to>
                                    </p:set>
                                    <p:animEffect filter="fade" transition="in">
                                      <p:cBhvr>
                                        <p:cTn dur="1000"/>
                                        <p:tgtEl>
                                          <p:spTgt spid="1060"/>
                                        </p:tgtEl>
                                      </p:cBhvr>
                                    </p:animEffect>
                                  </p:childTnLst>
                                </p:cTn>
                              </p:par>
                              <p:par>
                                <p:cTn fill="hold" nodeType="withEffect" presetClass="entr" presetID="10" presetSubtype="0">
                                  <p:stCondLst>
                                    <p:cond delay="0"/>
                                  </p:stCondLst>
                                  <p:childTnLst>
                                    <p:set>
                                      <p:cBhvr>
                                        <p:cTn dur="1" fill="hold">
                                          <p:stCondLst>
                                            <p:cond delay="0"/>
                                          </p:stCondLst>
                                        </p:cTn>
                                        <p:tgtEl>
                                          <p:spTgt spid="1053"/>
                                        </p:tgtEl>
                                        <p:attrNameLst>
                                          <p:attrName>style.visibility</p:attrName>
                                        </p:attrNameLst>
                                      </p:cBhvr>
                                      <p:to>
                                        <p:strVal val="visible"/>
                                      </p:to>
                                    </p:set>
                                    <p:animEffect filter="fade" transition="in">
                                      <p:cBhvr>
                                        <p:cTn dur="1000"/>
                                        <p:tgtEl>
                                          <p:spTgt spid="1053"/>
                                        </p:tgtEl>
                                      </p:cBhvr>
                                    </p:animEffect>
                                  </p:childTnLst>
                                </p:cTn>
                              </p:par>
                              <p:par>
                                <p:cTn fill="hold" nodeType="withEffect" presetClass="entr" presetID="10" presetSubtype="0">
                                  <p:stCondLst>
                                    <p:cond delay="0"/>
                                  </p:stCondLst>
                                  <p:childTnLst>
                                    <p:set>
                                      <p:cBhvr>
                                        <p:cTn dur="1" fill="hold">
                                          <p:stCondLst>
                                            <p:cond delay="0"/>
                                          </p:stCondLst>
                                        </p:cTn>
                                        <p:tgtEl>
                                          <p:spTgt spid="1057"/>
                                        </p:tgtEl>
                                        <p:attrNameLst>
                                          <p:attrName>style.visibility</p:attrName>
                                        </p:attrNameLst>
                                      </p:cBhvr>
                                      <p:to>
                                        <p:strVal val="visible"/>
                                      </p:to>
                                    </p:set>
                                    <p:animEffect filter="fade" transition="in">
                                      <p:cBhvr>
                                        <p:cTn dur="1000"/>
                                        <p:tgtEl>
                                          <p:spTgt spid="1057"/>
                                        </p:tgtEl>
                                      </p:cBhvr>
                                    </p:animEffect>
                                  </p:childTnLst>
                                </p:cTn>
                              </p:par>
                              <p:par>
                                <p:cTn fill="hold" nodeType="withEffect" presetClass="entr" presetID="10" presetSubtype="0">
                                  <p:stCondLst>
                                    <p:cond delay="0"/>
                                  </p:stCondLst>
                                  <p:childTnLst>
                                    <p:set>
                                      <p:cBhvr>
                                        <p:cTn dur="1" fill="hold">
                                          <p:stCondLst>
                                            <p:cond delay="0"/>
                                          </p:stCondLst>
                                        </p:cTn>
                                        <p:tgtEl>
                                          <p:spTgt spid="1061"/>
                                        </p:tgtEl>
                                        <p:attrNameLst>
                                          <p:attrName>style.visibility</p:attrName>
                                        </p:attrNameLst>
                                      </p:cBhvr>
                                      <p:to>
                                        <p:strVal val="visible"/>
                                      </p:to>
                                    </p:set>
                                    <p:animEffect filter="fade" transition="in">
                                      <p:cBhvr>
                                        <p:cTn dur="1000"/>
                                        <p:tgtEl>
                                          <p:spTgt spid="10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 name="Shape 1065"/>
        <p:cNvGrpSpPr/>
        <p:nvPr/>
      </p:nvGrpSpPr>
      <p:grpSpPr>
        <a:xfrm>
          <a:off x="0" y="0"/>
          <a:ext cx="0" cy="0"/>
          <a:chOff x="0" y="0"/>
          <a:chExt cx="0" cy="0"/>
        </a:xfrm>
      </p:grpSpPr>
      <p:sp>
        <p:nvSpPr>
          <p:cNvPr id="1066" name="Google Shape;1066;p119"/>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SWOT ANALYSIS</a:t>
            </a:r>
            <a:endParaRPr/>
          </a:p>
        </p:txBody>
      </p:sp>
      <p:sp>
        <p:nvSpPr>
          <p:cNvPr id="1067" name="Google Shape;1067;p119"/>
          <p:cNvSpPr txBox="1"/>
          <p:nvPr/>
        </p:nvSpPr>
        <p:spPr>
          <a:xfrm>
            <a:off x="457200" y="1733725"/>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S</a:t>
            </a:r>
            <a:endParaRPr sz="3000">
              <a:solidFill>
                <a:schemeClr val="lt1"/>
              </a:solidFill>
              <a:latin typeface="Squada One"/>
              <a:ea typeface="Squada One"/>
              <a:cs typeface="Squada One"/>
              <a:sym typeface="Squada One"/>
            </a:endParaRPr>
          </a:p>
        </p:txBody>
      </p:sp>
      <p:sp>
        <p:nvSpPr>
          <p:cNvPr id="1068" name="Google Shape;1068;p119"/>
          <p:cNvSpPr txBox="1"/>
          <p:nvPr/>
        </p:nvSpPr>
        <p:spPr>
          <a:xfrm>
            <a:off x="2548551" y="1736455"/>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W</a:t>
            </a:r>
            <a:endParaRPr sz="3000">
              <a:solidFill>
                <a:schemeClr val="lt1"/>
              </a:solidFill>
              <a:latin typeface="Squada One"/>
              <a:ea typeface="Squada One"/>
              <a:cs typeface="Squada One"/>
              <a:sym typeface="Squada One"/>
            </a:endParaRPr>
          </a:p>
        </p:txBody>
      </p:sp>
      <p:sp>
        <p:nvSpPr>
          <p:cNvPr id="1069" name="Google Shape;1069;p119"/>
          <p:cNvSpPr txBox="1"/>
          <p:nvPr/>
        </p:nvSpPr>
        <p:spPr>
          <a:xfrm>
            <a:off x="4618345" y="1727733"/>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O</a:t>
            </a:r>
            <a:endParaRPr sz="3000">
              <a:solidFill>
                <a:schemeClr val="lt1"/>
              </a:solidFill>
              <a:latin typeface="Squada One"/>
              <a:ea typeface="Squada One"/>
              <a:cs typeface="Squada One"/>
              <a:sym typeface="Squada One"/>
            </a:endParaRPr>
          </a:p>
        </p:txBody>
      </p:sp>
      <p:sp>
        <p:nvSpPr>
          <p:cNvPr id="1070" name="Google Shape;1070;p119"/>
          <p:cNvSpPr txBox="1"/>
          <p:nvPr/>
        </p:nvSpPr>
        <p:spPr>
          <a:xfrm>
            <a:off x="6684933" y="1732465"/>
            <a:ext cx="784800" cy="51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quada One"/>
                <a:ea typeface="Squada One"/>
                <a:cs typeface="Squada One"/>
                <a:sym typeface="Squada One"/>
              </a:rPr>
              <a:t>T</a:t>
            </a:r>
            <a:endParaRPr sz="3000">
              <a:solidFill>
                <a:schemeClr val="lt1"/>
              </a:solidFill>
              <a:latin typeface="Squada One"/>
              <a:ea typeface="Squada One"/>
              <a:cs typeface="Squada One"/>
              <a:sym typeface="Squada One"/>
            </a:endParaRPr>
          </a:p>
        </p:txBody>
      </p:sp>
      <p:grpSp>
        <p:nvGrpSpPr>
          <p:cNvPr id="1071" name="Google Shape;1071;p119"/>
          <p:cNvGrpSpPr/>
          <p:nvPr/>
        </p:nvGrpSpPr>
        <p:grpSpPr>
          <a:xfrm>
            <a:off x="3474461" y="2151756"/>
            <a:ext cx="324133" cy="420796"/>
            <a:chOff x="-3462150" y="2046625"/>
            <a:chExt cx="224500" cy="291450"/>
          </a:xfrm>
        </p:grpSpPr>
        <p:sp>
          <p:nvSpPr>
            <p:cNvPr id="1072" name="Google Shape;1072;p11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1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1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1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1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1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1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119"/>
          <p:cNvGrpSpPr/>
          <p:nvPr/>
        </p:nvGrpSpPr>
        <p:grpSpPr>
          <a:xfrm>
            <a:off x="7557996" y="2151189"/>
            <a:ext cx="420796" cy="421914"/>
            <a:chOff x="-1333200" y="2770450"/>
            <a:chExt cx="291450" cy="292225"/>
          </a:xfrm>
        </p:grpSpPr>
        <p:sp>
          <p:nvSpPr>
            <p:cNvPr id="1080" name="Google Shape;1080;p11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1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 name="Google Shape;1082;p119"/>
          <p:cNvSpPr/>
          <p:nvPr/>
        </p:nvSpPr>
        <p:spPr>
          <a:xfrm>
            <a:off x="5569620" y="2151462"/>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 name="Google Shape;1083;p119"/>
          <p:cNvGrpSpPr/>
          <p:nvPr/>
        </p:nvGrpSpPr>
        <p:grpSpPr>
          <a:xfrm>
            <a:off x="1351900" y="2151185"/>
            <a:ext cx="420796" cy="421914"/>
            <a:chOff x="-2060175" y="2768875"/>
            <a:chExt cx="291450" cy="292225"/>
          </a:xfrm>
        </p:grpSpPr>
        <p:sp>
          <p:nvSpPr>
            <p:cNvPr id="1084" name="Google Shape;1084;p11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1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 name="Google Shape;1086;p119"/>
          <p:cNvSpPr txBox="1"/>
          <p:nvPr>
            <p:ph idx="1" type="subTitle"/>
          </p:nvPr>
        </p:nvSpPr>
        <p:spPr>
          <a:xfrm>
            <a:off x="871700" y="2932300"/>
            <a:ext cx="1365600" cy="83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in the Solar System</a:t>
            </a:r>
            <a:endParaRPr/>
          </a:p>
        </p:txBody>
      </p:sp>
      <p:sp>
        <p:nvSpPr>
          <p:cNvPr id="1087" name="Google Shape;1087;p119"/>
          <p:cNvSpPr txBox="1"/>
          <p:nvPr>
            <p:ph idx="2" type="subTitle"/>
          </p:nvPr>
        </p:nvSpPr>
        <p:spPr>
          <a:xfrm>
            <a:off x="2957400" y="2914675"/>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hot</a:t>
            </a:r>
            <a:endParaRPr/>
          </a:p>
        </p:txBody>
      </p:sp>
      <p:sp>
        <p:nvSpPr>
          <p:cNvPr id="1088" name="Google Shape;1088;p119"/>
          <p:cNvSpPr txBox="1"/>
          <p:nvPr>
            <p:ph idx="3" type="subTitle"/>
          </p:nvPr>
        </p:nvSpPr>
        <p:spPr>
          <a:xfrm>
            <a:off x="5026550" y="2911563"/>
            <a:ext cx="13812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furthest planet from the Sun</a:t>
            </a:r>
            <a:endParaRPr/>
          </a:p>
        </p:txBody>
      </p:sp>
      <p:sp>
        <p:nvSpPr>
          <p:cNvPr id="1089" name="Google Shape;1089;p119"/>
          <p:cNvSpPr txBox="1"/>
          <p:nvPr>
            <p:ph idx="4" type="subTitle"/>
          </p:nvPr>
        </p:nvSpPr>
        <p:spPr>
          <a:xfrm>
            <a:off x="7080700" y="2906381"/>
            <a:ext cx="1397100" cy="84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planet of them all</a:t>
            </a:r>
            <a:endParaRPr/>
          </a:p>
        </p:txBody>
      </p:sp>
      <p:sp>
        <p:nvSpPr>
          <p:cNvPr id="1090" name="Google Shape;1090;p119"/>
          <p:cNvSpPr txBox="1"/>
          <p:nvPr>
            <p:ph idx="5" type="subTitle"/>
          </p:nvPr>
        </p:nvSpPr>
        <p:spPr>
          <a:xfrm>
            <a:off x="871700" y="2603800"/>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STRENGTHS</a:t>
            </a:r>
            <a:endParaRPr/>
          </a:p>
        </p:txBody>
      </p:sp>
      <p:sp>
        <p:nvSpPr>
          <p:cNvPr id="1091" name="Google Shape;1091;p119"/>
          <p:cNvSpPr txBox="1"/>
          <p:nvPr>
            <p:ph idx="6" type="subTitle"/>
          </p:nvPr>
        </p:nvSpPr>
        <p:spPr>
          <a:xfrm>
            <a:off x="2957400" y="2596675"/>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WEAKNESSES</a:t>
            </a:r>
            <a:endParaRPr/>
          </a:p>
        </p:txBody>
      </p:sp>
      <p:sp>
        <p:nvSpPr>
          <p:cNvPr id="1092" name="Google Shape;1092;p119"/>
          <p:cNvSpPr txBox="1"/>
          <p:nvPr>
            <p:ph idx="7" type="subTitle"/>
          </p:nvPr>
        </p:nvSpPr>
        <p:spPr>
          <a:xfrm>
            <a:off x="5027449" y="2596388"/>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OPPORTUNITIES</a:t>
            </a:r>
            <a:endParaRPr/>
          </a:p>
        </p:txBody>
      </p:sp>
      <p:sp>
        <p:nvSpPr>
          <p:cNvPr id="1093" name="Google Shape;1093;p119"/>
          <p:cNvSpPr txBox="1"/>
          <p:nvPr>
            <p:ph idx="8" type="subTitle"/>
          </p:nvPr>
        </p:nvSpPr>
        <p:spPr>
          <a:xfrm>
            <a:off x="7094798" y="2593780"/>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THREATS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066"/>
                                        </p:tgtEl>
                                        <p:attrNameLst>
                                          <p:attrName>style.visibility</p:attrName>
                                        </p:attrNameLst>
                                      </p:cBhvr>
                                      <p:to>
                                        <p:strVal val="visible"/>
                                      </p:to>
                                    </p:set>
                                    <p:anim calcmode="lin" valueType="num">
                                      <p:cBhvr additive="base">
                                        <p:cTn dur="1000"/>
                                        <p:tgtEl>
                                          <p:spTgt spid="1066"/>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97" name="Shape 1097"/>
        <p:cNvGrpSpPr/>
        <p:nvPr/>
      </p:nvGrpSpPr>
      <p:grpSpPr>
        <a:xfrm>
          <a:off x="0" y="0"/>
          <a:ext cx="0" cy="0"/>
          <a:chOff x="0" y="0"/>
          <a:chExt cx="0" cy="0"/>
        </a:xfrm>
      </p:grpSpPr>
      <p:sp>
        <p:nvSpPr>
          <p:cNvPr id="1098" name="Google Shape;1098;p120"/>
          <p:cNvSpPr txBox="1"/>
          <p:nvPr>
            <p:ph type="ctrTitle"/>
          </p:nvPr>
        </p:nvSpPr>
        <p:spPr>
          <a:xfrm flipH="1">
            <a:off x="1187500" y="445025"/>
            <a:ext cx="6784500" cy="172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 PICTURE IS WORTH A THOUSAND WORDS</a:t>
            </a:r>
            <a:endParaRPr/>
          </a:p>
          <a:p>
            <a:pPr indent="0" lvl="0" marL="0" rtl="0" algn="ctr">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2" name="Shape 1102"/>
        <p:cNvGrpSpPr/>
        <p:nvPr/>
      </p:nvGrpSpPr>
      <p:grpSpPr>
        <a:xfrm>
          <a:off x="0" y="0"/>
          <a:ext cx="0" cy="0"/>
          <a:chOff x="0" y="0"/>
          <a:chExt cx="0" cy="0"/>
        </a:xfrm>
      </p:grpSpPr>
      <p:sp>
        <p:nvSpPr>
          <p:cNvPr id="1103" name="Google Shape;1103;p121"/>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 OVERVIEW</a:t>
            </a:r>
            <a:endParaRPr/>
          </a:p>
        </p:txBody>
      </p:sp>
      <p:grpSp>
        <p:nvGrpSpPr>
          <p:cNvPr id="1104" name="Google Shape;1104;p121"/>
          <p:cNvGrpSpPr/>
          <p:nvPr/>
        </p:nvGrpSpPr>
        <p:grpSpPr>
          <a:xfrm>
            <a:off x="2324326" y="1535775"/>
            <a:ext cx="1407151" cy="1623409"/>
            <a:chOff x="2324326" y="1535775"/>
            <a:chExt cx="1407151" cy="1623409"/>
          </a:xfrm>
        </p:grpSpPr>
        <p:sp>
          <p:nvSpPr>
            <p:cNvPr id="1105" name="Google Shape;1105;p121"/>
            <p:cNvSpPr/>
            <p:nvPr/>
          </p:nvSpPr>
          <p:spPr>
            <a:xfrm rot="5400000">
              <a:off x="2216197" y="1643904"/>
              <a:ext cx="1623409" cy="1407151"/>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21"/>
            <p:cNvSpPr/>
            <p:nvPr/>
          </p:nvSpPr>
          <p:spPr>
            <a:xfrm>
              <a:off x="2858050" y="2188240"/>
              <a:ext cx="339703" cy="318469"/>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107" name="Google Shape;1107;p121"/>
          <p:cNvGrpSpPr/>
          <p:nvPr/>
        </p:nvGrpSpPr>
        <p:grpSpPr>
          <a:xfrm>
            <a:off x="5141396" y="1535775"/>
            <a:ext cx="1407151" cy="1623409"/>
            <a:chOff x="5141396" y="1535775"/>
            <a:chExt cx="1407151" cy="1623409"/>
          </a:xfrm>
        </p:grpSpPr>
        <p:sp>
          <p:nvSpPr>
            <p:cNvPr id="1108" name="Google Shape;1108;p121"/>
            <p:cNvSpPr/>
            <p:nvPr/>
          </p:nvSpPr>
          <p:spPr>
            <a:xfrm rot="5400000">
              <a:off x="5033267" y="1643904"/>
              <a:ext cx="1623409" cy="1407151"/>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 name="Google Shape;1109;p121"/>
            <p:cNvGrpSpPr/>
            <p:nvPr/>
          </p:nvGrpSpPr>
          <p:grpSpPr>
            <a:xfrm>
              <a:off x="5681293" y="2202615"/>
              <a:ext cx="327823" cy="289720"/>
              <a:chOff x="-3137650" y="2787000"/>
              <a:chExt cx="291450" cy="257575"/>
            </a:xfrm>
          </p:grpSpPr>
          <p:sp>
            <p:nvSpPr>
              <p:cNvPr id="1110" name="Google Shape;1110;p12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2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2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2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2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2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2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2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8" name="Google Shape;1118;p121"/>
          <p:cNvGrpSpPr/>
          <p:nvPr/>
        </p:nvGrpSpPr>
        <p:grpSpPr>
          <a:xfrm>
            <a:off x="3027882" y="2754765"/>
            <a:ext cx="1407151" cy="1622646"/>
            <a:chOff x="3027882" y="2754765"/>
            <a:chExt cx="1407151" cy="1622646"/>
          </a:xfrm>
        </p:grpSpPr>
        <p:sp>
          <p:nvSpPr>
            <p:cNvPr id="1119" name="Google Shape;1119;p121"/>
            <p:cNvSpPr/>
            <p:nvPr/>
          </p:nvSpPr>
          <p:spPr>
            <a:xfrm rot="5400000">
              <a:off x="2920134" y="2862513"/>
              <a:ext cx="1622646" cy="1407151"/>
            </a:xfrm>
            <a:custGeom>
              <a:rect b="b" l="l" r="r" t="t"/>
              <a:pathLst>
                <a:path extrusionOk="0" h="27693" w="31934">
                  <a:moveTo>
                    <a:pt x="7959" y="1"/>
                  </a:moveTo>
                  <a:lnTo>
                    <a:pt x="1" y="13847"/>
                  </a:lnTo>
                  <a:lnTo>
                    <a:pt x="7959" y="27692"/>
                  </a:lnTo>
                  <a:lnTo>
                    <a:pt x="23991" y="27692"/>
                  </a:lnTo>
                  <a:lnTo>
                    <a:pt x="31934" y="13847"/>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21"/>
            <p:cNvSpPr/>
            <p:nvPr/>
          </p:nvSpPr>
          <p:spPr>
            <a:xfrm>
              <a:off x="3546624" y="3358370"/>
              <a:ext cx="375812" cy="398338"/>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121"/>
          <p:cNvGrpSpPr/>
          <p:nvPr/>
        </p:nvGrpSpPr>
        <p:grpSpPr>
          <a:xfrm>
            <a:off x="5844952" y="2754765"/>
            <a:ext cx="1407100" cy="1622646"/>
            <a:chOff x="5844952" y="2754765"/>
            <a:chExt cx="1407100" cy="1622646"/>
          </a:xfrm>
        </p:grpSpPr>
        <p:sp>
          <p:nvSpPr>
            <p:cNvPr id="1122" name="Google Shape;1122;p121"/>
            <p:cNvSpPr/>
            <p:nvPr/>
          </p:nvSpPr>
          <p:spPr>
            <a:xfrm rot="5400000">
              <a:off x="5737178" y="2862539"/>
              <a:ext cx="1622646" cy="1407100"/>
            </a:xfrm>
            <a:custGeom>
              <a:rect b="b" l="l" r="r" t="t"/>
              <a:pathLst>
                <a:path extrusionOk="0" h="27692" w="31934">
                  <a:moveTo>
                    <a:pt x="7959" y="0"/>
                  </a:moveTo>
                  <a:lnTo>
                    <a:pt x="1" y="13846"/>
                  </a:lnTo>
                  <a:lnTo>
                    <a:pt x="7959" y="27692"/>
                  </a:lnTo>
                  <a:lnTo>
                    <a:pt x="23991" y="27692"/>
                  </a:lnTo>
                  <a:lnTo>
                    <a:pt x="31934" y="13846"/>
                  </a:lnTo>
                  <a:lnTo>
                    <a:pt x="23991" y="0"/>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21"/>
            <p:cNvSpPr/>
            <p:nvPr/>
          </p:nvSpPr>
          <p:spPr>
            <a:xfrm>
              <a:off x="6387845" y="3311663"/>
              <a:ext cx="280049" cy="398309"/>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24" name="Google Shape;1124;p121"/>
            <p:cNvSpPr/>
            <p:nvPr/>
          </p:nvSpPr>
          <p:spPr>
            <a:xfrm>
              <a:off x="6486221" y="3653205"/>
              <a:ext cx="83285" cy="23351"/>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1125" name="Google Shape;1125;p121"/>
          <p:cNvSpPr/>
          <p:nvPr/>
        </p:nvSpPr>
        <p:spPr>
          <a:xfrm rot="5400000">
            <a:off x="1513022" y="2862513"/>
            <a:ext cx="1622646" cy="1407151"/>
          </a:xfrm>
          <a:custGeom>
            <a:rect b="b" l="l" r="r" t="t"/>
            <a:pathLst>
              <a:path extrusionOk="0" h="27693" w="31934">
                <a:moveTo>
                  <a:pt x="7959" y="0"/>
                </a:moveTo>
                <a:lnTo>
                  <a:pt x="1" y="13846"/>
                </a:lnTo>
                <a:lnTo>
                  <a:pt x="7959" y="27692"/>
                </a:lnTo>
                <a:lnTo>
                  <a:pt x="23991" y="27692"/>
                </a:lnTo>
                <a:lnTo>
                  <a:pt x="31934" y="13846"/>
                </a:lnTo>
                <a:lnTo>
                  <a:pt x="23991" y="0"/>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21"/>
          <p:cNvSpPr txBox="1"/>
          <p:nvPr/>
        </p:nvSpPr>
        <p:spPr>
          <a:xfrm>
            <a:off x="1642325" y="3148325"/>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127" name="Google Shape;1127;p121"/>
          <p:cNvSpPr/>
          <p:nvPr/>
        </p:nvSpPr>
        <p:spPr>
          <a:xfrm rot="5400000">
            <a:off x="4327220" y="2862539"/>
            <a:ext cx="1622646" cy="1407100"/>
          </a:xfrm>
          <a:custGeom>
            <a:rect b="b" l="l" r="r" t="t"/>
            <a:pathLst>
              <a:path extrusionOk="0" h="27692" w="31934">
                <a:moveTo>
                  <a:pt x="7959" y="0"/>
                </a:moveTo>
                <a:lnTo>
                  <a:pt x="1" y="13846"/>
                </a:lnTo>
                <a:lnTo>
                  <a:pt x="7959" y="27692"/>
                </a:lnTo>
                <a:lnTo>
                  <a:pt x="23991" y="27692"/>
                </a:lnTo>
                <a:lnTo>
                  <a:pt x="31934" y="13846"/>
                </a:lnTo>
                <a:lnTo>
                  <a:pt x="23991" y="0"/>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21"/>
          <p:cNvSpPr txBox="1"/>
          <p:nvPr/>
        </p:nvSpPr>
        <p:spPr>
          <a:xfrm>
            <a:off x="4444825" y="3540387"/>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Jupiter is the biggest planet</a:t>
            </a:r>
            <a:endParaRPr>
              <a:solidFill>
                <a:schemeClr val="lt1"/>
              </a:solidFill>
              <a:latin typeface="Roboto Condensed Light"/>
              <a:ea typeface="Roboto Condensed Light"/>
              <a:cs typeface="Roboto Condensed Light"/>
              <a:sym typeface="Roboto Condensed Light"/>
            </a:endParaRPr>
          </a:p>
        </p:txBody>
      </p:sp>
      <p:sp>
        <p:nvSpPr>
          <p:cNvPr id="1129" name="Google Shape;1129;p121"/>
          <p:cNvSpPr/>
          <p:nvPr/>
        </p:nvSpPr>
        <p:spPr>
          <a:xfrm rot="5400000">
            <a:off x="3623309" y="1643904"/>
            <a:ext cx="1623409" cy="1407151"/>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21"/>
          <p:cNvSpPr/>
          <p:nvPr/>
        </p:nvSpPr>
        <p:spPr>
          <a:xfrm rot="5400000">
            <a:off x="6437471" y="1643904"/>
            <a:ext cx="1623409" cy="1407151"/>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21"/>
          <p:cNvSpPr txBox="1"/>
          <p:nvPr/>
        </p:nvSpPr>
        <p:spPr>
          <a:xfrm>
            <a:off x="4444750" y="3150575"/>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lt1"/>
              </a:solidFill>
              <a:latin typeface="Squada One"/>
              <a:ea typeface="Squada One"/>
              <a:cs typeface="Squada One"/>
              <a:sym typeface="Squada One"/>
            </a:endParaRPr>
          </a:p>
        </p:txBody>
      </p:sp>
      <p:sp>
        <p:nvSpPr>
          <p:cNvPr id="1132" name="Google Shape;1132;p121"/>
          <p:cNvSpPr txBox="1"/>
          <p:nvPr/>
        </p:nvSpPr>
        <p:spPr>
          <a:xfrm>
            <a:off x="1642450" y="3541063"/>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Mercury is the smallest planet</a:t>
            </a:r>
            <a:endParaRPr>
              <a:solidFill>
                <a:schemeClr val="lt1"/>
              </a:solidFill>
              <a:latin typeface="Roboto Condensed Light"/>
              <a:ea typeface="Roboto Condensed Light"/>
              <a:cs typeface="Roboto Condensed Light"/>
              <a:sym typeface="Roboto Condensed Light"/>
            </a:endParaRPr>
          </a:p>
        </p:txBody>
      </p:sp>
      <p:sp>
        <p:nvSpPr>
          <p:cNvPr id="1133" name="Google Shape;1133;p121"/>
          <p:cNvSpPr txBox="1"/>
          <p:nvPr/>
        </p:nvSpPr>
        <p:spPr>
          <a:xfrm>
            <a:off x="3754575" y="2346725"/>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1134" name="Google Shape;1134;p121"/>
          <p:cNvSpPr txBox="1"/>
          <p:nvPr/>
        </p:nvSpPr>
        <p:spPr>
          <a:xfrm>
            <a:off x="3754500" y="1956913"/>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135" name="Google Shape;1135;p121"/>
          <p:cNvSpPr txBox="1"/>
          <p:nvPr/>
        </p:nvSpPr>
        <p:spPr>
          <a:xfrm>
            <a:off x="6588950" y="2346737"/>
            <a:ext cx="1363800" cy="52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Neptune is the farthest planet</a:t>
            </a:r>
            <a:endParaRPr>
              <a:solidFill>
                <a:schemeClr val="lt1"/>
              </a:solidFill>
              <a:latin typeface="Roboto Condensed Light"/>
              <a:ea typeface="Roboto Condensed Light"/>
              <a:cs typeface="Roboto Condensed Light"/>
              <a:sym typeface="Roboto Condensed Light"/>
            </a:endParaRPr>
          </a:p>
        </p:txBody>
      </p:sp>
      <p:sp>
        <p:nvSpPr>
          <p:cNvPr id="1136" name="Google Shape;1136;p121"/>
          <p:cNvSpPr txBox="1"/>
          <p:nvPr/>
        </p:nvSpPr>
        <p:spPr>
          <a:xfrm>
            <a:off x="6588875" y="1956925"/>
            <a:ext cx="1363800" cy="363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NEPTUNE</a:t>
            </a:r>
            <a:endParaRPr sz="1600">
              <a:solidFill>
                <a:schemeClr val="lt1"/>
              </a:solidFill>
              <a:latin typeface="Squada One"/>
              <a:ea typeface="Squada One"/>
              <a:cs typeface="Squada One"/>
              <a:sym typeface="Squada One"/>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122"/>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PRODUCT OVERVIEW</a:t>
            </a:r>
            <a:endParaRPr/>
          </a:p>
          <a:p>
            <a:pPr indent="0" lvl="0" marL="0" rtl="0" algn="ctr">
              <a:spcBef>
                <a:spcPts val="0"/>
              </a:spcBef>
              <a:spcAft>
                <a:spcPts val="0"/>
              </a:spcAft>
              <a:buNone/>
            </a:pPr>
            <a:r>
              <a:t/>
            </a:r>
            <a:endParaRPr/>
          </a:p>
        </p:txBody>
      </p:sp>
      <p:sp>
        <p:nvSpPr>
          <p:cNvPr id="1142" name="Google Shape;1142;p122"/>
          <p:cNvSpPr/>
          <p:nvPr/>
        </p:nvSpPr>
        <p:spPr>
          <a:xfrm>
            <a:off x="926600" y="2392041"/>
            <a:ext cx="1438500" cy="11436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22"/>
          <p:cNvSpPr/>
          <p:nvPr/>
        </p:nvSpPr>
        <p:spPr>
          <a:xfrm>
            <a:off x="2881125" y="2414416"/>
            <a:ext cx="1438500" cy="11169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22"/>
          <p:cNvSpPr/>
          <p:nvPr/>
        </p:nvSpPr>
        <p:spPr>
          <a:xfrm>
            <a:off x="4844499" y="2392025"/>
            <a:ext cx="1438500" cy="11436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22"/>
          <p:cNvSpPr/>
          <p:nvPr/>
        </p:nvSpPr>
        <p:spPr>
          <a:xfrm>
            <a:off x="6796850" y="2416401"/>
            <a:ext cx="1438500" cy="11169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 name="Google Shape;1146;p122"/>
          <p:cNvGrpSpPr/>
          <p:nvPr/>
        </p:nvGrpSpPr>
        <p:grpSpPr>
          <a:xfrm>
            <a:off x="7305702" y="1755847"/>
            <a:ext cx="420796" cy="421770"/>
            <a:chOff x="-3137650" y="2408950"/>
            <a:chExt cx="291450" cy="292125"/>
          </a:xfrm>
        </p:grpSpPr>
        <p:sp>
          <p:nvSpPr>
            <p:cNvPr id="1147" name="Google Shape;1147;p12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2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2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2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2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122"/>
          <p:cNvGrpSpPr/>
          <p:nvPr/>
        </p:nvGrpSpPr>
        <p:grpSpPr>
          <a:xfrm>
            <a:off x="1433178" y="1754620"/>
            <a:ext cx="425343" cy="424225"/>
            <a:chOff x="-4570325" y="2405775"/>
            <a:chExt cx="294600" cy="293825"/>
          </a:xfrm>
        </p:grpSpPr>
        <p:sp>
          <p:nvSpPr>
            <p:cNvPr id="1153" name="Google Shape;1153;p12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2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122"/>
          <p:cNvGrpSpPr/>
          <p:nvPr/>
        </p:nvGrpSpPr>
        <p:grpSpPr>
          <a:xfrm>
            <a:off x="5402819" y="1754620"/>
            <a:ext cx="321859" cy="424225"/>
            <a:chOff x="-4178875" y="2405775"/>
            <a:chExt cx="222925" cy="293825"/>
          </a:xfrm>
        </p:grpSpPr>
        <p:sp>
          <p:nvSpPr>
            <p:cNvPr id="1156" name="Google Shape;1156;p12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2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2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122"/>
          <p:cNvGrpSpPr/>
          <p:nvPr/>
        </p:nvGrpSpPr>
        <p:grpSpPr>
          <a:xfrm>
            <a:off x="3387703" y="1754638"/>
            <a:ext cx="425343" cy="424188"/>
            <a:chOff x="-3854375" y="2405000"/>
            <a:chExt cx="294600" cy="293800"/>
          </a:xfrm>
        </p:grpSpPr>
        <p:sp>
          <p:nvSpPr>
            <p:cNvPr id="1160" name="Google Shape;1160;p12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2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122"/>
          <p:cNvSpPr txBox="1"/>
          <p:nvPr>
            <p:ph idx="1" type="subTitle"/>
          </p:nvPr>
        </p:nvSpPr>
        <p:spPr>
          <a:xfrm>
            <a:off x="905500" y="2764675"/>
            <a:ext cx="14385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smallest planet</a:t>
            </a:r>
            <a:endParaRPr/>
          </a:p>
          <a:p>
            <a:pPr indent="0" lvl="0" marL="0" rtl="0" algn="ctr">
              <a:spcBef>
                <a:spcPts val="1600"/>
              </a:spcBef>
              <a:spcAft>
                <a:spcPts val="1600"/>
              </a:spcAft>
              <a:buNone/>
            </a:pPr>
            <a:r>
              <a:t/>
            </a:r>
            <a:endParaRPr/>
          </a:p>
        </p:txBody>
      </p:sp>
      <p:sp>
        <p:nvSpPr>
          <p:cNvPr id="1163" name="Google Shape;1163;p122"/>
          <p:cNvSpPr txBox="1"/>
          <p:nvPr>
            <p:ph idx="2" type="subTitle"/>
          </p:nvPr>
        </p:nvSpPr>
        <p:spPr>
          <a:xfrm>
            <a:off x="2896725" y="2761596"/>
            <a:ext cx="13971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a:t>
            </a:r>
            <a:r>
              <a:rPr lang="en"/>
              <a:t>farthest</a:t>
            </a:r>
            <a:r>
              <a:rPr lang="en"/>
              <a:t> planet</a:t>
            </a:r>
            <a:endParaRPr/>
          </a:p>
        </p:txBody>
      </p:sp>
      <p:sp>
        <p:nvSpPr>
          <p:cNvPr id="1164" name="Google Shape;1164;p122"/>
          <p:cNvSpPr txBox="1"/>
          <p:nvPr>
            <p:ph idx="3" type="subTitle"/>
          </p:nvPr>
        </p:nvSpPr>
        <p:spPr>
          <a:xfrm>
            <a:off x="4879150" y="2761049"/>
            <a:ext cx="13812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a:t>
            </a:r>
            <a:endParaRPr/>
          </a:p>
        </p:txBody>
      </p:sp>
      <p:sp>
        <p:nvSpPr>
          <p:cNvPr id="1165" name="Google Shape;1165;p122"/>
          <p:cNvSpPr txBox="1"/>
          <p:nvPr>
            <p:ph idx="4" type="subTitle"/>
          </p:nvPr>
        </p:nvSpPr>
        <p:spPr>
          <a:xfrm>
            <a:off x="6833675" y="2760900"/>
            <a:ext cx="13971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a:t>
            </a:r>
            <a:endParaRPr/>
          </a:p>
        </p:txBody>
      </p:sp>
      <p:sp>
        <p:nvSpPr>
          <p:cNvPr id="1166" name="Google Shape;1166;p122"/>
          <p:cNvSpPr txBox="1"/>
          <p:nvPr>
            <p:ph idx="5" type="subTitle"/>
          </p:nvPr>
        </p:nvSpPr>
        <p:spPr>
          <a:xfrm>
            <a:off x="926600" y="2449250"/>
            <a:ext cx="1438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solidFill>
                <a:schemeClr val="lt1"/>
              </a:solidFill>
            </a:endParaRPr>
          </a:p>
          <a:p>
            <a:pPr indent="0" lvl="0" marL="0" rtl="0" algn="ctr">
              <a:spcBef>
                <a:spcPts val="0"/>
              </a:spcBef>
              <a:spcAft>
                <a:spcPts val="0"/>
              </a:spcAft>
              <a:buNone/>
            </a:pPr>
            <a:r>
              <a:t/>
            </a:r>
            <a:endParaRPr/>
          </a:p>
        </p:txBody>
      </p:sp>
      <p:sp>
        <p:nvSpPr>
          <p:cNvPr id="1167" name="Google Shape;1167;p122"/>
          <p:cNvSpPr txBox="1"/>
          <p:nvPr>
            <p:ph idx="6" type="subTitle"/>
          </p:nvPr>
        </p:nvSpPr>
        <p:spPr>
          <a:xfrm>
            <a:off x="2896724" y="2443588"/>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a:t>
            </a:r>
            <a:endParaRPr/>
          </a:p>
        </p:txBody>
      </p:sp>
      <p:sp>
        <p:nvSpPr>
          <p:cNvPr id="1168" name="Google Shape;1168;p122"/>
          <p:cNvSpPr txBox="1"/>
          <p:nvPr>
            <p:ph idx="7" type="subTitle"/>
          </p:nvPr>
        </p:nvSpPr>
        <p:spPr>
          <a:xfrm>
            <a:off x="4880055" y="2445872"/>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a:t>
            </a:r>
            <a:endParaRPr/>
          </a:p>
        </p:txBody>
      </p:sp>
      <p:sp>
        <p:nvSpPr>
          <p:cNvPr id="1169" name="Google Shape;1169;p122"/>
          <p:cNvSpPr txBox="1"/>
          <p:nvPr>
            <p:ph idx="8" type="subTitle"/>
          </p:nvPr>
        </p:nvSpPr>
        <p:spPr>
          <a:xfrm>
            <a:off x="6847773" y="2448299"/>
            <a:ext cx="13812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1"/>
                                        </p:tgtEl>
                                        <p:attrNameLst>
                                          <p:attrName>style.visibility</p:attrName>
                                        </p:attrNameLst>
                                      </p:cBhvr>
                                      <p:to>
                                        <p:strVal val="visible"/>
                                      </p:to>
                                    </p:set>
                                    <p:animEffect filter="fade" transition="in">
                                      <p:cBhvr>
                                        <p:cTn dur="1000"/>
                                        <p:tgtEl>
                                          <p:spTgt spid="114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2"/>
                                        </p:tgtEl>
                                        <p:attrNameLst>
                                          <p:attrName>style.visibility</p:attrName>
                                        </p:attrNameLst>
                                      </p:cBhvr>
                                      <p:to>
                                        <p:strVal val="visible"/>
                                      </p:to>
                                    </p:set>
                                    <p:animEffect filter="fade" transition="in">
                                      <p:cBhvr>
                                        <p:cTn dur="1000"/>
                                        <p:tgtEl>
                                          <p:spTgt spid="1142"/>
                                        </p:tgtEl>
                                      </p:cBhvr>
                                    </p:animEffect>
                                  </p:childTnLst>
                                </p:cTn>
                              </p:par>
                              <p:par>
                                <p:cTn fill="hold" nodeType="withEffect" presetClass="entr" presetID="10" presetSubtype="0">
                                  <p:stCondLst>
                                    <p:cond delay="0"/>
                                  </p:stCondLst>
                                  <p:childTnLst>
                                    <p:set>
                                      <p:cBhvr>
                                        <p:cTn dur="1" fill="hold">
                                          <p:stCondLst>
                                            <p:cond delay="0"/>
                                          </p:stCondLst>
                                        </p:cTn>
                                        <p:tgtEl>
                                          <p:spTgt spid="1152"/>
                                        </p:tgtEl>
                                        <p:attrNameLst>
                                          <p:attrName>style.visibility</p:attrName>
                                        </p:attrNameLst>
                                      </p:cBhvr>
                                      <p:to>
                                        <p:strVal val="visible"/>
                                      </p:to>
                                    </p:set>
                                    <p:animEffect filter="fade" transition="in">
                                      <p:cBhvr>
                                        <p:cTn dur="1000"/>
                                        <p:tgtEl>
                                          <p:spTgt spid="1152"/>
                                        </p:tgtEl>
                                      </p:cBhvr>
                                    </p:animEffect>
                                  </p:childTnLst>
                                </p:cTn>
                              </p:par>
                              <p:par>
                                <p:cTn fill="hold" nodeType="withEffect" presetClass="entr" presetID="10" presetSubtype="0">
                                  <p:stCondLst>
                                    <p:cond delay="0"/>
                                  </p:stCondLst>
                                  <p:childTnLst>
                                    <p:set>
                                      <p:cBhvr>
                                        <p:cTn dur="1" fill="hold">
                                          <p:stCondLst>
                                            <p:cond delay="0"/>
                                          </p:stCondLst>
                                        </p:cTn>
                                        <p:tgtEl>
                                          <p:spTgt spid="1162"/>
                                        </p:tgtEl>
                                        <p:attrNameLst>
                                          <p:attrName>style.visibility</p:attrName>
                                        </p:attrNameLst>
                                      </p:cBhvr>
                                      <p:to>
                                        <p:strVal val="visible"/>
                                      </p:to>
                                    </p:set>
                                    <p:animEffect filter="fade" transition="in">
                                      <p:cBhvr>
                                        <p:cTn dur="1000"/>
                                        <p:tgtEl>
                                          <p:spTgt spid="1162"/>
                                        </p:tgtEl>
                                      </p:cBhvr>
                                    </p:animEffect>
                                  </p:childTnLst>
                                </p:cTn>
                              </p:par>
                              <p:par>
                                <p:cTn fill="hold" nodeType="withEffect" presetClass="entr" presetID="10" presetSubtype="0">
                                  <p:stCondLst>
                                    <p:cond delay="0"/>
                                  </p:stCondLst>
                                  <p:childTnLst>
                                    <p:set>
                                      <p:cBhvr>
                                        <p:cTn dur="1" fill="hold">
                                          <p:stCondLst>
                                            <p:cond delay="0"/>
                                          </p:stCondLst>
                                        </p:cTn>
                                        <p:tgtEl>
                                          <p:spTgt spid="1166"/>
                                        </p:tgtEl>
                                        <p:attrNameLst>
                                          <p:attrName>style.visibility</p:attrName>
                                        </p:attrNameLst>
                                      </p:cBhvr>
                                      <p:to>
                                        <p:strVal val="visible"/>
                                      </p:to>
                                    </p:set>
                                    <p:animEffect filter="fade" transition="in">
                                      <p:cBhvr>
                                        <p:cTn dur="1000"/>
                                        <p:tgtEl>
                                          <p:spTgt spid="116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3"/>
                                        </p:tgtEl>
                                        <p:attrNameLst>
                                          <p:attrName>style.visibility</p:attrName>
                                        </p:attrNameLst>
                                      </p:cBhvr>
                                      <p:to>
                                        <p:strVal val="visible"/>
                                      </p:to>
                                    </p:set>
                                    <p:animEffect filter="fade" transition="in">
                                      <p:cBhvr>
                                        <p:cTn dur="1000"/>
                                        <p:tgtEl>
                                          <p:spTgt spid="1143"/>
                                        </p:tgtEl>
                                      </p:cBhvr>
                                    </p:animEffect>
                                  </p:childTnLst>
                                </p:cTn>
                              </p:par>
                              <p:par>
                                <p:cTn fill="hold" nodeType="withEffect" presetClass="entr" presetID="10" presetSubtype="0">
                                  <p:stCondLst>
                                    <p:cond delay="0"/>
                                  </p:stCondLst>
                                  <p:childTnLst>
                                    <p:set>
                                      <p:cBhvr>
                                        <p:cTn dur="1" fill="hold">
                                          <p:stCondLst>
                                            <p:cond delay="0"/>
                                          </p:stCondLst>
                                        </p:cTn>
                                        <p:tgtEl>
                                          <p:spTgt spid="1159"/>
                                        </p:tgtEl>
                                        <p:attrNameLst>
                                          <p:attrName>style.visibility</p:attrName>
                                        </p:attrNameLst>
                                      </p:cBhvr>
                                      <p:to>
                                        <p:strVal val="visible"/>
                                      </p:to>
                                    </p:set>
                                    <p:animEffect filter="fade" transition="in">
                                      <p:cBhvr>
                                        <p:cTn dur="1000"/>
                                        <p:tgtEl>
                                          <p:spTgt spid="1159"/>
                                        </p:tgtEl>
                                      </p:cBhvr>
                                    </p:animEffect>
                                  </p:childTnLst>
                                </p:cTn>
                              </p:par>
                              <p:par>
                                <p:cTn fill="hold" nodeType="withEffect" presetClass="entr" presetID="10" presetSubtype="0">
                                  <p:stCondLst>
                                    <p:cond delay="0"/>
                                  </p:stCondLst>
                                  <p:childTnLst>
                                    <p:set>
                                      <p:cBhvr>
                                        <p:cTn dur="1" fill="hold">
                                          <p:stCondLst>
                                            <p:cond delay="0"/>
                                          </p:stCondLst>
                                        </p:cTn>
                                        <p:tgtEl>
                                          <p:spTgt spid="1163"/>
                                        </p:tgtEl>
                                        <p:attrNameLst>
                                          <p:attrName>style.visibility</p:attrName>
                                        </p:attrNameLst>
                                      </p:cBhvr>
                                      <p:to>
                                        <p:strVal val="visible"/>
                                      </p:to>
                                    </p:set>
                                    <p:animEffect filter="fade" transition="in">
                                      <p:cBhvr>
                                        <p:cTn dur="1000"/>
                                        <p:tgtEl>
                                          <p:spTgt spid="1163"/>
                                        </p:tgtEl>
                                      </p:cBhvr>
                                    </p:animEffect>
                                  </p:childTnLst>
                                </p:cTn>
                              </p:par>
                              <p:par>
                                <p:cTn fill="hold" nodeType="withEffect" presetClass="entr" presetID="10" presetSubtype="0">
                                  <p:stCondLst>
                                    <p:cond delay="0"/>
                                  </p:stCondLst>
                                  <p:childTnLst>
                                    <p:set>
                                      <p:cBhvr>
                                        <p:cTn dur="1" fill="hold">
                                          <p:stCondLst>
                                            <p:cond delay="0"/>
                                          </p:stCondLst>
                                        </p:cTn>
                                        <p:tgtEl>
                                          <p:spTgt spid="1167"/>
                                        </p:tgtEl>
                                        <p:attrNameLst>
                                          <p:attrName>style.visibility</p:attrName>
                                        </p:attrNameLst>
                                      </p:cBhvr>
                                      <p:to>
                                        <p:strVal val="visible"/>
                                      </p:to>
                                    </p:set>
                                    <p:animEffect filter="fade" transition="in">
                                      <p:cBhvr>
                                        <p:cTn dur="1000"/>
                                        <p:tgtEl>
                                          <p:spTgt spid="116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4"/>
                                        </p:tgtEl>
                                        <p:attrNameLst>
                                          <p:attrName>style.visibility</p:attrName>
                                        </p:attrNameLst>
                                      </p:cBhvr>
                                      <p:to>
                                        <p:strVal val="visible"/>
                                      </p:to>
                                    </p:set>
                                    <p:animEffect filter="fade" transition="in">
                                      <p:cBhvr>
                                        <p:cTn dur="1000"/>
                                        <p:tgtEl>
                                          <p:spTgt spid="1144"/>
                                        </p:tgtEl>
                                      </p:cBhvr>
                                    </p:animEffect>
                                  </p:childTnLst>
                                </p:cTn>
                              </p:par>
                              <p:par>
                                <p:cTn fill="hold" nodeType="withEffect" presetClass="entr" presetID="10" presetSubtype="0">
                                  <p:stCondLst>
                                    <p:cond delay="0"/>
                                  </p:stCondLst>
                                  <p:childTnLst>
                                    <p:set>
                                      <p:cBhvr>
                                        <p:cTn dur="1" fill="hold">
                                          <p:stCondLst>
                                            <p:cond delay="0"/>
                                          </p:stCondLst>
                                        </p:cTn>
                                        <p:tgtEl>
                                          <p:spTgt spid="1155"/>
                                        </p:tgtEl>
                                        <p:attrNameLst>
                                          <p:attrName>style.visibility</p:attrName>
                                        </p:attrNameLst>
                                      </p:cBhvr>
                                      <p:to>
                                        <p:strVal val="visible"/>
                                      </p:to>
                                    </p:set>
                                    <p:animEffect filter="fade" transition="in">
                                      <p:cBhvr>
                                        <p:cTn dur="1000"/>
                                        <p:tgtEl>
                                          <p:spTgt spid="1155"/>
                                        </p:tgtEl>
                                      </p:cBhvr>
                                    </p:animEffect>
                                  </p:childTnLst>
                                </p:cTn>
                              </p:par>
                              <p:par>
                                <p:cTn fill="hold" nodeType="withEffect" presetClass="entr" presetID="10" presetSubtype="0">
                                  <p:stCondLst>
                                    <p:cond delay="0"/>
                                  </p:stCondLst>
                                  <p:childTnLst>
                                    <p:set>
                                      <p:cBhvr>
                                        <p:cTn dur="1" fill="hold">
                                          <p:stCondLst>
                                            <p:cond delay="0"/>
                                          </p:stCondLst>
                                        </p:cTn>
                                        <p:tgtEl>
                                          <p:spTgt spid="1164"/>
                                        </p:tgtEl>
                                        <p:attrNameLst>
                                          <p:attrName>style.visibility</p:attrName>
                                        </p:attrNameLst>
                                      </p:cBhvr>
                                      <p:to>
                                        <p:strVal val="visible"/>
                                      </p:to>
                                    </p:set>
                                    <p:animEffect filter="fade" transition="in">
                                      <p:cBhvr>
                                        <p:cTn dur="1000"/>
                                        <p:tgtEl>
                                          <p:spTgt spid="1164"/>
                                        </p:tgtEl>
                                      </p:cBhvr>
                                    </p:animEffect>
                                  </p:childTnLst>
                                </p:cTn>
                              </p:par>
                              <p:par>
                                <p:cTn fill="hold" nodeType="withEffect" presetClass="entr" presetID="10" presetSubtype="0">
                                  <p:stCondLst>
                                    <p:cond delay="0"/>
                                  </p:stCondLst>
                                  <p:childTnLst>
                                    <p:set>
                                      <p:cBhvr>
                                        <p:cTn dur="1" fill="hold">
                                          <p:stCondLst>
                                            <p:cond delay="0"/>
                                          </p:stCondLst>
                                        </p:cTn>
                                        <p:tgtEl>
                                          <p:spTgt spid="1168"/>
                                        </p:tgtEl>
                                        <p:attrNameLst>
                                          <p:attrName>style.visibility</p:attrName>
                                        </p:attrNameLst>
                                      </p:cBhvr>
                                      <p:to>
                                        <p:strVal val="visible"/>
                                      </p:to>
                                    </p:set>
                                    <p:animEffect filter="fade" transition="in">
                                      <p:cBhvr>
                                        <p:cTn dur="1000"/>
                                        <p:tgtEl>
                                          <p:spTgt spid="11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45"/>
                                        </p:tgtEl>
                                        <p:attrNameLst>
                                          <p:attrName>style.visibility</p:attrName>
                                        </p:attrNameLst>
                                      </p:cBhvr>
                                      <p:to>
                                        <p:strVal val="visible"/>
                                      </p:to>
                                    </p:set>
                                    <p:animEffect filter="fade" transition="in">
                                      <p:cBhvr>
                                        <p:cTn dur="1000"/>
                                        <p:tgtEl>
                                          <p:spTgt spid="1145"/>
                                        </p:tgtEl>
                                      </p:cBhvr>
                                    </p:animEffect>
                                  </p:childTnLst>
                                </p:cTn>
                              </p:par>
                              <p:par>
                                <p:cTn fill="hold" nodeType="withEffect" presetClass="entr" presetID="10" presetSubtype="0">
                                  <p:stCondLst>
                                    <p:cond delay="0"/>
                                  </p:stCondLst>
                                  <p:childTnLst>
                                    <p:set>
                                      <p:cBhvr>
                                        <p:cTn dur="1" fill="hold">
                                          <p:stCondLst>
                                            <p:cond delay="0"/>
                                          </p:stCondLst>
                                        </p:cTn>
                                        <p:tgtEl>
                                          <p:spTgt spid="1146"/>
                                        </p:tgtEl>
                                        <p:attrNameLst>
                                          <p:attrName>style.visibility</p:attrName>
                                        </p:attrNameLst>
                                      </p:cBhvr>
                                      <p:to>
                                        <p:strVal val="visible"/>
                                      </p:to>
                                    </p:set>
                                    <p:animEffect filter="fade" transition="in">
                                      <p:cBhvr>
                                        <p:cTn dur="1000"/>
                                        <p:tgtEl>
                                          <p:spTgt spid="1146"/>
                                        </p:tgtEl>
                                      </p:cBhvr>
                                    </p:animEffect>
                                  </p:childTnLst>
                                </p:cTn>
                              </p:par>
                              <p:par>
                                <p:cTn fill="hold" nodeType="withEffect" presetClass="entr" presetID="10" presetSubtype="0">
                                  <p:stCondLst>
                                    <p:cond delay="0"/>
                                  </p:stCondLst>
                                  <p:childTnLst>
                                    <p:set>
                                      <p:cBhvr>
                                        <p:cTn dur="1" fill="hold">
                                          <p:stCondLst>
                                            <p:cond delay="0"/>
                                          </p:stCondLst>
                                        </p:cTn>
                                        <p:tgtEl>
                                          <p:spTgt spid="1165"/>
                                        </p:tgtEl>
                                        <p:attrNameLst>
                                          <p:attrName>style.visibility</p:attrName>
                                        </p:attrNameLst>
                                      </p:cBhvr>
                                      <p:to>
                                        <p:strVal val="visible"/>
                                      </p:to>
                                    </p:set>
                                    <p:animEffect filter="fade" transition="in">
                                      <p:cBhvr>
                                        <p:cTn dur="1000"/>
                                        <p:tgtEl>
                                          <p:spTgt spid="1165"/>
                                        </p:tgtEl>
                                      </p:cBhvr>
                                    </p:animEffect>
                                  </p:childTnLst>
                                </p:cTn>
                              </p:par>
                              <p:par>
                                <p:cTn fill="hold" nodeType="withEffect" presetClass="entr" presetID="10" presetSubtype="0">
                                  <p:stCondLst>
                                    <p:cond delay="0"/>
                                  </p:stCondLst>
                                  <p:childTnLst>
                                    <p:set>
                                      <p:cBhvr>
                                        <p:cTn dur="1" fill="hold">
                                          <p:stCondLst>
                                            <p:cond delay="0"/>
                                          </p:stCondLst>
                                        </p:cTn>
                                        <p:tgtEl>
                                          <p:spTgt spid="1169"/>
                                        </p:tgtEl>
                                        <p:attrNameLst>
                                          <p:attrName>style.visibility</p:attrName>
                                        </p:attrNameLst>
                                      </p:cBhvr>
                                      <p:to>
                                        <p:strVal val="visible"/>
                                      </p:to>
                                    </p:set>
                                    <p:animEffect filter="fade" transition="in">
                                      <p:cBhvr>
                                        <p:cTn dur="1000"/>
                                        <p:tgtEl>
                                          <p:spTgt spid="116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3" name="Shape 1173"/>
        <p:cNvGrpSpPr/>
        <p:nvPr/>
      </p:nvGrpSpPr>
      <p:grpSpPr>
        <a:xfrm>
          <a:off x="0" y="0"/>
          <a:ext cx="0" cy="0"/>
          <a:chOff x="0" y="0"/>
          <a:chExt cx="0" cy="0"/>
        </a:xfrm>
      </p:grpSpPr>
      <p:sp>
        <p:nvSpPr>
          <p:cNvPr id="1174" name="Google Shape;1174;p123"/>
          <p:cNvSpPr txBox="1"/>
          <p:nvPr>
            <p:ph type="ctrTitle"/>
          </p:nvPr>
        </p:nvSpPr>
        <p:spPr>
          <a:xfrm flipH="1">
            <a:off x="540000" y="448619"/>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PLANS</a:t>
            </a:r>
            <a:endParaRPr/>
          </a:p>
        </p:txBody>
      </p:sp>
      <p:sp>
        <p:nvSpPr>
          <p:cNvPr id="1175" name="Google Shape;1175;p123"/>
          <p:cNvSpPr txBox="1"/>
          <p:nvPr/>
        </p:nvSpPr>
        <p:spPr>
          <a:xfrm>
            <a:off x="1938550" y="3239067"/>
            <a:ext cx="9876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200">
              <a:solidFill>
                <a:srgbClr val="FFFFFF"/>
              </a:solidFill>
              <a:latin typeface="Squada One"/>
              <a:ea typeface="Squada One"/>
              <a:cs typeface="Squada One"/>
              <a:sym typeface="Squada One"/>
            </a:endParaRPr>
          </a:p>
        </p:txBody>
      </p:sp>
      <p:sp>
        <p:nvSpPr>
          <p:cNvPr id="1176" name="Google Shape;1176;p123"/>
          <p:cNvSpPr txBox="1"/>
          <p:nvPr/>
        </p:nvSpPr>
        <p:spPr>
          <a:xfrm>
            <a:off x="4078196" y="3226673"/>
            <a:ext cx="987600" cy="345600"/>
          </a:xfrm>
          <a:prstGeom prst="rect">
            <a:avLst/>
          </a:prstGeom>
          <a:solidFill>
            <a:srgbClr val="FFFFFF"/>
          </a:solid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200">
              <a:solidFill>
                <a:srgbClr val="423864"/>
              </a:solidFill>
              <a:latin typeface="Squada One"/>
              <a:ea typeface="Squada One"/>
              <a:cs typeface="Squada One"/>
              <a:sym typeface="Squada One"/>
            </a:endParaRPr>
          </a:p>
        </p:txBody>
      </p:sp>
      <p:sp>
        <p:nvSpPr>
          <p:cNvPr id="1177" name="Google Shape;1177;p123"/>
          <p:cNvSpPr txBox="1"/>
          <p:nvPr/>
        </p:nvSpPr>
        <p:spPr>
          <a:xfrm>
            <a:off x="6217850" y="3240903"/>
            <a:ext cx="987600" cy="345600"/>
          </a:xfrm>
          <a:prstGeom prst="rect">
            <a:avLst/>
          </a:prstGeom>
          <a:noFill/>
          <a:ln cap="flat" cmpd="sng" w="19050">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t/>
            </a:r>
            <a:endParaRPr sz="1200">
              <a:solidFill>
                <a:srgbClr val="FFFFFF"/>
              </a:solidFill>
              <a:latin typeface="Squada One"/>
              <a:ea typeface="Squada One"/>
              <a:cs typeface="Squada One"/>
              <a:sym typeface="Squada One"/>
            </a:endParaRPr>
          </a:p>
        </p:txBody>
      </p:sp>
      <p:grpSp>
        <p:nvGrpSpPr>
          <p:cNvPr id="1178" name="Google Shape;1178;p123"/>
          <p:cNvGrpSpPr/>
          <p:nvPr/>
        </p:nvGrpSpPr>
        <p:grpSpPr>
          <a:xfrm>
            <a:off x="4400693" y="2203051"/>
            <a:ext cx="342615" cy="340186"/>
            <a:chOff x="890400" y="4399350"/>
            <a:chExt cx="486600" cy="483150"/>
          </a:xfrm>
        </p:grpSpPr>
        <p:sp>
          <p:nvSpPr>
            <p:cNvPr id="1179" name="Google Shape;1179;p123"/>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0" name="Google Shape;1180;p123"/>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1" name="Google Shape;1181;p123"/>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82" name="Google Shape;1182;p123"/>
          <p:cNvGrpSpPr/>
          <p:nvPr/>
        </p:nvGrpSpPr>
        <p:grpSpPr>
          <a:xfrm>
            <a:off x="2264638" y="2218331"/>
            <a:ext cx="340168" cy="309628"/>
            <a:chOff x="1487200" y="4421025"/>
            <a:chExt cx="483125" cy="439750"/>
          </a:xfrm>
        </p:grpSpPr>
        <p:sp>
          <p:nvSpPr>
            <p:cNvPr id="1183" name="Google Shape;1183;p123"/>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4" name="Google Shape;1184;p123"/>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5" name="Google Shape;1185;p123"/>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6" name="Google Shape;1186;p123"/>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87" name="Google Shape;1187;p123"/>
          <p:cNvGrpSpPr/>
          <p:nvPr/>
        </p:nvGrpSpPr>
        <p:grpSpPr>
          <a:xfrm>
            <a:off x="6539192" y="2203070"/>
            <a:ext cx="344903" cy="340151"/>
            <a:chOff x="2079300" y="4399325"/>
            <a:chExt cx="489850" cy="483100"/>
          </a:xfrm>
        </p:grpSpPr>
        <p:sp>
          <p:nvSpPr>
            <p:cNvPr id="1188" name="Google Shape;1188;p123"/>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89" name="Google Shape;1189;p123"/>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90" name="Google Shape;1190;p123"/>
          <p:cNvSpPr txBox="1"/>
          <p:nvPr>
            <p:ph idx="1" type="subTitle"/>
          </p:nvPr>
        </p:nvSpPr>
        <p:spPr>
          <a:xfrm>
            <a:off x="1526019" y="2570265"/>
            <a:ext cx="1812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191" name="Google Shape;1191;p123"/>
          <p:cNvSpPr txBox="1"/>
          <p:nvPr>
            <p:ph idx="2" type="subTitle"/>
          </p:nvPr>
        </p:nvSpPr>
        <p:spPr>
          <a:xfrm>
            <a:off x="3635401" y="2570272"/>
            <a:ext cx="18732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192" name="Google Shape;1192;p123"/>
          <p:cNvSpPr txBox="1"/>
          <p:nvPr>
            <p:ph idx="3" type="subTitle"/>
          </p:nvPr>
        </p:nvSpPr>
        <p:spPr>
          <a:xfrm>
            <a:off x="5797968" y="2559605"/>
            <a:ext cx="1850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193" name="Google Shape;1193;p123"/>
          <p:cNvSpPr txBox="1"/>
          <p:nvPr>
            <p:ph idx="4" type="subTitle"/>
          </p:nvPr>
        </p:nvSpPr>
        <p:spPr>
          <a:xfrm>
            <a:off x="1526019" y="3166668"/>
            <a:ext cx="18129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1194" name="Google Shape;1194;p123"/>
          <p:cNvSpPr txBox="1"/>
          <p:nvPr>
            <p:ph idx="5" type="subTitle"/>
          </p:nvPr>
        </p:nvSpPr>
        <p:spPr>
          <a:xfrm>
            <a:off x="3646051" y="3166668"/>
            <a:ext cx="18519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1195" name="Google Shape;1195;p123"/>
          <p:cNvSpPr txBox="1"/>
          <p:nvPr>
            <p:ph idx="6" type="subTitle"/>
          </p:nvPr>
        </p:nvSpPr>
        <p:spPr>
          <a:xfrm>
            <a:off x="5797968" y="3170098"/>
            <a:ext cx="18507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174"/>
                                        </p:tgtEl>
                                        <p:attrNameLst>
                                          <p:attrName>style.visibility</p:attrName>
                                        </p:attrNameLst>
                                      </p:cBhvr>
                                      <p:to>
                                        <p:strVal val="visible"/>
                                      </p:to>
                                    </p:set>
                                    <p:anim calcmode="lin" valueType="num">
                                      <p:cBhvr additive="base">
                                        <p:cTn dur="1000"/>
                                        <p:tgtEl>
                                          <p:spTgt spid="117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sp>
        <p:nvSpPr>
          <p:cNvPr id="1200" name="Google Shape;1200;p124"/>
          <p:cNvSpPr txBox="1"/>
          <p:nvPr>
            <p:ph type="ctrTitle"/>
          </p:nvPr>
        </p:nvSpPr>
        <p:spPr>
          <a:xfrm flipH="1">
            <a:off x="457200" y="452225"/>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PLANS</a:t>
            </a:r>
            <a:endParaRPr/>
          </a:p>
        </p:txBody>
      </p:sp>
      <p:sp>
        <p:nvSpPr>
          <p:cNvPr id="1201" name="Google Shape;1201;p124"/>
          <p:cNvSpPr txBox="1"/>
          <p:nvPr>
            <p:ph idx="1" type="subTitle"/>
          </p:nvPr>
        </p:nvSpPr>
        <p:spPr>
          <a:xfrm>
            <a:off x="560206" y="2951258"/>
            <a:ext cx="23865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202" name="Google Shape;1202;p124"/>
          <p:cNvSpPr txBox="1"/>
          <p:nvPr>
            <p:ph idx="2" type="subTitle"/>
          </p:nvPr>
        </p:nvSpPr>
        <p:spPr>
          <a:xfrm>
            <a:off x="3390622" y="2951265"/>
            <a:ext cx="23805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203" name="Google Shape;1203;p124"/>
          <p:cNvSpPr txBox="1"/>
          <p:nvPr>
            <p:ph idx="3" type="subTitle"/>
          </p:nvPr>
        </p:nvSpPr>
        <p:spPr>
          <a:xfrm>
            <a:off x="6232531" y="2953683"/>
            <a:ext cx="2367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explain your</a:t>
            </a:r>
            <a:endParaRPr/>
          </a:p>
          <a:p>
            <a:pPr indent="0" lvl="0" marL="0" rtl="0" algn="ctr">
              <a:spcBef>
                <a:spcPts val="0"/>
              </a:spcBef>
              <a:spcAft>
                <a:spcPts val="0"/>
              </a:spcAft>
              <a:buClr>
                <a:schemeClr val="dk1"/>
              </a:buClr>
              <a:buSzPts val="1100"/>
              <a:buFont typeface="Arial"/>
              <a:buNone/>
            </a:pPr>
            <a:r>
              <a:rPr lang="en"/>
              <a:t>product or your service</a:t>
            </a:r>
            <a:endParaRPr/>
          </a:p>
        </p:txBody>
      </p:sp>
      <p:sp>
        <p:nvSpPr>
          <p:cNvPr id="1204" name="Google Shape;1204;p124"/>
          <p:cNvSpPr txBox="1"/>
          <p:nvPr>
            <p:ph idx="4" type="subTitle"/>
          </p:nvPr>
        </p:nvSpPr>
        <p:spPr>
          <a:xfrm>
            <a:off x="560200" y="3571274"/>
            <a:ext cx="2386500" cy="39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150</a:t>
            </a:r>
            <a:endParaRPr/>
          </a:p>
        </p:txBody>
      </p:sp>
      <p:sp>
        <p:nvSpPr>
          <p:cNvPr id="1205" name="Google Shape;1205;p124"/>
          <p:cNvSpPr txBox="1"/>
          <p:nvPr>
            <p:ph idx="5" type="subTitle"/>
          </p:nvPr>
        </p:nvSpPr>
        <p:spPr>
          <a:xfrm>
            <a:off x="3404151" y="3571274"/>
            <a:ext cx="2353500" cy="39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200</a:t>
            </a:r>
            <a:endParaRPr/>
          </a:p>
        </p:txBody>
      </p:sp>
      <p:sp>
        <p:nvSpPr>
          <p:cNvPr id="1206" name="Google Shape;1206;p124"/>
          <p:cNvSpPr txBox="1"/>
          <p:nvPr>
            <p:ph idx="6" type="subTitle"/>
          </p:nvPr>
        </p:nvSpPr>
        <p:spPr>
          <a:xfrm>
            <a:off x="6232531" y="3561605"/>
            <a:ext cx="2367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250</a:t>
            </a:r>
            <a:endParaRPr/>
          </a:p>
        </p:txBody>
      </p:sp>
      <p:sp>
        <p:nvSpPr>
          <p:cNvPr id="1207" name="Google Shape;1207;p124"/>
          <p:cNvSpPr txBox="1"/>
          <p:nvPr>
            <p:ph idx="7" type="subTitle"/>
          </p:nvPr>
        </p:nvSpPr>
        <p:spPr>
          <a:xfrm>
            <a:off x="540000" y="2580087"/>
            <a:ext cx="2386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1208" name="Google Shape;1208;p124"/>
          <p:cNvSpPr txBox="1"/>
          <p:nvPr>
            <p:ph idx="8" type="subTitle"/>
          </p:nvPr>
        </p:nvSpPr>
        <p:spPr>
          <a:xfrm>
            <a:off x="3384649" y="2580087"/>
            <a:ext cx="2353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1209" name="Google Shape;1209;p124"/>
          <p:cNvSpPr txBox="1"/>
          <p:nvPr>
            <p:ph idx="9" type="subTitle"/>
          </p:nvPr>
        </p:nvSpPr>
        <p:spPr>
          <a:xfrm>
            <a:off x="6212900" y="2583512"/>
            <a:ext cx="2367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00"/>
                                        </p:tgtEl>
                                        <p:attrNameLst>
                                          <p:attrName>style.visibility</p:attrName>
                                        </p:attrNameLst>
                                      </p:cBhvr>
                                      <p:to>
                                        <p:strVal val="visible"/>
                                      </p:to>
                                    </p:set>
                                    <p:anim calcmode="lin" valueType="num">
                                      <p:cBhvr additive="base">
                                        <p:cTn dur="1000"/>
                                        <p:tgtEl>
                                          <p:spTgt spid="1200"/>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 name="Shape 1213"/>
        <p:cNvGrpSpPr/>
        <p:nvPr/>
      </p:nvGrpSpPr>
      <p:grpSpPr>
        <a:xfrm>
          <a:off x="0" y="0"/>
          <a:ext cx="0" cy="0"/>
          <a:chOff x="0" y="0"/>
          <a:chExt cx="0" cy="0"/>
        </a:xfrm>
      </p:grpSpPr>
      <p:pic>
        <p:nvPicPr>
          <p:cNvPr id="1214" name="Google Shape;1214;p125"/>
          <p:cNvPicPr preferRelativeResize="0"/>
          <p:nvPr/>
        </p:nvPicPr>
        <p:blipFill rotWithShape="1">
          <a:blip r:embed="rId3">
            <a:alphaModFix/>
          </a:blip>
          <a:srcRect b="0" l="18451" r="10851" t="0"/>
          <a:stretch/>
        </p:blipFill>
        <p:spPr>
          <a:xfrm>
            <a:off x="2570559" y="832800"/>
            <a:ext cx="4010704" cy="3782698"/>
          </a:xfrm>
          <a:prstGeom prst="rect">
            <a:avLst/>
          </a:prstGeom>
          <a:noFill/>
          <a:ln>
            <a:noFill/>
          </a:ln>
        </p:spPr>
      </p:pic>
      <p:pic>
        <p:nvPicPr>
          <p:cNvPr id="1215" name="Google Shape;1215;p125"/>
          <p:cNvPicPr preferRelativeResize="0"/>
          <p:nvPr/>
        </p:nvPicPr>
        <p:blipFill rotWithShape="1">
          <a:blip r:embed="rId4">
            <a:alphaModFix/>
          </a:blip>
          <a:srcRect b="-15458" l="17561" r="18671" t="-11670"/>
          <a:stretch/>
        </p:blipFill>
        <p:spPr>
          <a:xfrm rot="-5400000">
            <a:off x="3278976" y="1007010"/>
            <a:ext cx="2493000" cy="3307200"/>
          </a:xfrm>
          <a:prstGeom prst="roundRect">
            <a:avLst>
              <a:gd fmla="val 4617" name="adj"/>
            </a:avLst>
          </a:prstGeom>
          <a:noFill/>
          <a:ln>
            <a:noFill/>
          </a:ln>
        </p:spPr>
      </p:pic>
      <p:sp>
        <p:nvSpPr>
          <p:cNvPr id="1216" name="Google Shape;1216;p12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DEMO</a:t>
            </a:r>
            <a:endParaRPr/>
          </a:p>
        </p:txBody>
      </p:sp>
      <p:sp>
        <p:nvSpPr>
          <p:cNvPr id="1217" name="Google Shape;1217;p125"/>
          <p:cNvSpPr txBox="1"/>
          <p:nvPr/>
        </p:nvSpPr>
        <p:spPr>
          <a:xfrm>
            <a:off x="3046351" y="4173250"/>
            <a:ext cx="30513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Insert your multimedia content here </a:t>
            </a:r>
            <a:r>
              <a:rPr lang="en">
                <a:solidFill>
                  <a:schemeClr val="lt1"/>
                </a:solidFill>
                <a:latin typeface="Roboto Condensed Light"/>
                <a:ea typeface="Roboto Condensed Light"/>
                <a:cs typeface="Roboto Condensed Light"/>
                <a:sym typeface="Roboto Condensed Light"/>
              </a:rPr>
              <a:t>Images reveal large amounts of data</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16"/>
                                        </p:tgtEl>
                                        <p:attrNameLst>
                                          <p:attrName>style.visibility</p:attrName>
                                        </p:attrNameLst>
                                      </p:cBhvr>
                                      <p:to>
                                        <p:strVal val="visible"/>
                                      </p:to>
                                    </p:set>
                                    <p:anim calcmode="lin" valueType="num">
                                      <p:cBhvr additive="base">
                                        <p:cTn dur="1000"/>
                                        <p:tgtEl>
                                          <p:spTgt spid="121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17"/>
                                        </p:tgtEl>
                                        <p:attrNameLst>
                                          <p:attrName>style.visibility</p:attrName>
                                        </p:attrNameLst>
                                      </p:cBhvr>
                                      <p:to>
                                        <p:strVal val="visible"/>
                                      </p:to>
                                    </p:set>
                                    <p:animEffect filter="fade" transition="in">
                                      <p:cBhvr>
                                        <p:cTn dur="1000"/>
                                        <p:tgtEl>
                                          <p:spTgt spid="12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1" name="Shape 1221"/>
        <p:cNvGrpSpPr/>
        <p:nvPr/>
      </p:nvGrpSpPr>
      <p:grpSpPr>
        <a:xfrm>
          <a:off x="0" y="0"/>
          <a:ext cx="0" cy="0"/>
          <a:chOff x="0" y="0"/>
          <a:chExt cx="0" cy="0"/>
        </a:xfrm>
      </p:grpSpPr>
      <p:sp>
        <p:nvSpPr>
          <p:cNvPr id="1222" name="Google Shape;1222;p12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DEMO</a:t>
            </a:r>
            <a:endParaRPr/>
          </a:p>
        </p:txBody>
      </p:sp>
      <p:pic>
        <p:nvPicPr>
          <p:cNvPr id="1223" name="Google Shape;1223;p126"/>
          <p:cNvPicPr preferRelativeResize="0"/>
          <p:nvPr/>
        </p:nvPicPr>
        <p:blipFill rotWithShape="1">
          <a:blip r:embed="rId3">
            <a:alphaModFix/>
          </a:blip>
          <a:srcRect b="0" l="29782" r="29469" t="0"/>
          <a:stretch/>
        </p:blipFill>
        <p:spPr>
          <a:xfrm>
            <a:off x="3816975" y="834375"/>
            <a:ext cx="1512425" cy="3711700"/>
          </a:xfrm>
          <a:prstGeom prst="rect">
            <a:avLst/>
          </a:prstGeom>
          <a:noFill/>
          <a:ln>
            <a:noFill/>
          </a:ln>
        </p:spPr>
      </p:pic>
      <p:pic>
        <p:nvPicPr>
          <p:cNvPr id="1224" name="Google Shape;1224;p126"/>
          <p:cNvPicPr preferRelativeResize="0"/>
          <p:nvPr/>
        </p:nvPicPr>
        <p:blipFill rotWithShape="1">
          <a:blip r:embed="rId4">
            <a:alphaModFix/>
          </a:blip>
          <a:srcRect b="0" l="19215" r="48127" t="0"/>
          <a:stretch/>
        </p:blipFill>
        <p:spPr>
          <a:xfrm>
            <a:off x="3923050" y="1433250"/>
            <a:ext cx="1300200" cy="2649000"/>
          </a:xfrm>
          <a:prstGeom prst="roundRect">
            <a:avLst>
              <a:gd fmla="val 8492" name="adj"/>
            </a:avLst>
          </a:prstGeom>
          <a:noFill/>
          <a:ln>
            <a:noFill/>
          </a:ln>
        </p:spPr>
      </p:pic>
      <p:sp>
        <p:nvSpPr>
          <p:cNvPr id="1225" name="Google Shape;1225;p126"/>
          <p:cNvSpPr txBox="1"/>
          <p:nvPr/>
        </p:nvSpPr>
        <p:spPr>
          <a:xfrm>
            <a:off x="3046351" y="4204815"/>
            <a:ext cx="3051300" cy="5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Insert your multimedia content here Images reveal large amounts of data</a:t>
            </a:r>
            <a:endParaRPr sz="1200">
              <a:solidFill>
                <a:schemeClr val="lt1"/>
              </a:solidFill>
              <a:latin typeface="Roboto Condensed Light"/>
              <a:ea typeface="Roboto Condensed Light"/>
              <a:cs typeface="Roboto Condensed Light"/>
              <a:sym typeface="Roboto Condensed Light"/>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9" name="Shape 1229"/>
        <p:cNvGrpSpPr/>
        <p:nvPr/>
      </p:nvGrpSpPr>
      <p:grpSpPr>
        <a:xfrm>
          <a:off x="0" y="0"/>
          <a:ext cx="0" cy="0"/>
          <a:chOff x="0" y="0"/>
          <a:chExt cx="0" cy="0"/>
        </a:xfrm>
      </p:grpSpPr>
      <p:pic>
        <p:nvPicPr>
          <p:cNvPr id="1230" name="Google Shape;1230;p127"/>
          <p:cNvPicPr preferRelativeResize="0"/>
          <p:nvPr/>
        </p:nvPicPr>
        <p:blipFill rotWithShape="1">
          <a:blip r:embed="rId3">
            <a:alphaModFix/>
          </a:blip>
          <a:srcRect b="0" l="0" r="0" t="0"/>
          <a:stretch/>
        </p:blipFill>
        <p:spPr>
          <a:xfrm>
            <a:off x="1237700" y="819025"/>
            <a:ext cx="6851052" cy="3647349"/>
          </a:xfrm>
          <a:prstGeom prst="rect">
            <a:avLst/>
          </a:prstGeom>
          <a:noFill/>
          <a:ln>
            <a:noFill/>
          </a:ln>
        </p:spPr>
      </p:pic>
      <p:sp>
        <p:nvSpPr>
          <p:cNvPr id="1231" name="Google Shape;1231;p127"/>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DEMO</a:t>
            </a:r>
            <a:endParaRPr/>
          </a:p>
        </p:txBody>
      </p:sp>
      <p:sp>
        <p:nvSpPr>
          <p:cNvPr id="1232" name="Google Shape;1232;p127"/>
          <p:cNvSpPr txBox="1"/>
          <p:nvPr/>
        </p:nvSpPr>
        <p:spPr>
          <a:xfrm>
            <a:off x="3045376" y="4199347"/>
            <a:ext cx="3051300" cy="5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Insert your multimedia content here Images reveal large amounts of data</a:t>
            </a:r>
            <a:endParaRPr sz="1200">
              <a:solidFill>
                <a:schemeClr val="lt1"/>
              </a:solidFill>
              <a:latin typeface="Roboto Condensed Light"/>
              <a:ea typeface="Roboto Condensed Light"/>
              <a:cs typeface="Roboto Condensed Light"/>
              <a:sym typeface="Roboto Condensed Light"/>
            </a:endParaRPr>
          </a:p>
        </p:txBody>
      </p:sp>
      <p:pic>
        <p:nvPicPr>
          <p:cNvPr id="1233" name="Google Shape;1233;p127"/>
          <p:cNvPicPr preferRelativeResize="0"/>
          <p:nvPr/>
        </p:nvPicPr>
        <p:blipFill rotWithShape="1">
          <a:blip r:embed="rId4">
            <a:alphaModFix/>
          </a:blip>
          <a:srcRect b="14537" l="0" r="-431" t="0"/>
          <a:stretch/>
        </p:blipFill>
        <p:spPr>
          <a:xfrm>
            <a:off x="2960688" y="1404125"/>
            <a:ext cx="3156300" cy="19668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232"/>
                                        </p:tgtEl>
                                        <p:attrNameLst>
                                          <p:attrName>style.visibility</p:attrName>
                                        </p:attrNameLst>
                                      </p:cBhvr>
                                      <p:to>
                                        <p:strVal val="visible"/>
                                      </p:to>
                                    </p:set>
                                    <p:anim calcmode="lin" valueType="num">
                                      <p:cBhvr additive="base">
                                        <p:cTn dur="1000"/>
                                        <p:tgtEl>
                                          <p:spTgt spid="123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 name="Shape 1237"/>
        <p:cNvGrpSpPr/>
        <p:nvPr/>
      </p:nvGrpSpPr>
      <p:grpSpPr>
        <a:xfrm>
          <a:off x="0" y="0"/>
          <a:ext cx="0" cy="0"/>
          <a:chOff x="0" y="0"/>
          <a:chExt cx="0" cy="0"/>
        </a:xfrm>
      </p:grpSpPr>
      <p:sp>
        <p:nvSpPr>
          <p:cNvPr id="1238" name="Google Shape;1238;p128"/>
          <p:cNvSpPr/>
          <p:nvPr/>
        </p:nvSpPr>
        <p:spPr>
          <a:xfrm>
            <a:off x="6603225" y="3630050"/>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39" name="Google Shape;1239;p128"/>
          <p:cNvSpPr/>
          <p:nvPr/>
        </p:nvSpPr>
        <p:spPr>
          <a:xfrm>
            <a:off x="6603225" y="2648277"/>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0" name="Google Shape;1240;p128"/>
          <p:cNvSpPr/>
          <p:nvPr/>
        </p:nvSpPr>
        <p:spPr>
          <a:xfrm>
            <a:off x="4439025" y="2648277"/>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1" name="Google Shape;1241;p128"/>
          <p:cNvSpPr/>
          <p:nvPr/>
        </p:nvSpPr>
        <p:spPr>
          <a:xfrm>
            <a:off x="4439025" y="3630050"/>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2" name="Google Shape;1242;p128"/>
          <p:cNvSpPr/>
          <p:nvPr/>
        </p:nvSpPr>
        <p:spPr>
          <a:xfrm>
            <a:off x="5520176" y="1673714"/>
            <a:ext cx="2058600" cy="902700"/>
          </a:xfrm>
          <a:prstGeom prst="rect">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243" name="Google Shape;1243;p128"/>
          <p:cNvSpPr txBox="1"/>
          <p:nvPr>
            <p:ph idx="4294967295" type="title"/>
          </p:nvPr>
        </p:nvSpPr>
        <p:spPr>
          <a:xfrm>
            <a:off x="4521200" y="3550705"/>
            <a:ext cx="18942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500">
                <a:solidFill>
                  <a:schemeClr val="lt1"/>
                </a:solidFill>
              </a:rPr>
              <a:t>2,200</a:t>
            </a:r>
            <a:endParaRPr sz="3500"/>
          </a:p>
        </p:txBody>
      </p:sp>
      <p:sp>
        <p:nvSpPr>
          <p:cNvPr id="1244" name="Google Shape;1244;p128"/>
          <p:cNvSpPr txBox="1"/>
          <p:nvPr>
            <p:ph idx="4294967295" type="title"/>
          </p:nvPr>
        </p:nvSpPr>
        <p:spPr>
          <a:xfrm>
            <a:off x="6714375" y="3550705"/>
            <a:ext cx="18363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solidFill>
                  <a:schemeClr val="lt1"/>
                </a:solidFill>
              </a:rPr>
              <a:t>15</a:t>
            </a:r>
            <a:endParaRPr sz="3600"/>
          </a:p>
        </p:txBody>
      </p:sp>
      <p:sp>
        <p:nvSpPr>
          <p:cNvPr id="1245" name="Google Shape;1245;p128"/>
          <p:cNvSpPr txBox="1"/>
          <p:nvPr>
            <p:ph idx="4294967295" type="subTitle"/>
          </p:nvPr>
        </p:nvSpPr>
        <p:spPr>
          <a:xfrm>
            <a:off x="4515032" y="412045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Daily number of users</a:t>
            </a:r>
            <a:endParaRPr sz="1400"/>
          </a:p>
        </p:txBody>
      </p:sp>
      <p:sp>
        <p:nvSpPr>
          <p:cNvPr id="1246" name="Google Shape;1246;p128"/>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TRACTION</a:t>
            </a:r>
            <a:endParaRPr/>
          </a:p>
        </p:txBody>
      </p:sp>
      <p:sp>
        <p:nvSpPr>
          <p:cNvPr id="1247" name="Google Shape;1247;p128"/>
          <p:cNvSpPr txBox="1"/>
          <p:nvPr>
            <p:ph idx="4294967295" type="subTitle"/>
          </p:nvPr>
        </p:nvSpPr>
        <p:spPr>
          <a:xfrm>
            <a:off x="4515032" y="313073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Average user savings</a:t>
            </a:r>
            <a:endParaRPr sz="1400"/>
          </a:p>
        </p:txBody>
      </p:sp>
      <p:sp>
        <p:nvSpPr>
          <p:cNvPr id="1248" name="Google Shape;1248;p128"/>
          <p:cNvSpPr txBox="1"/>
          <p:nvPr>
            <p:ph idx="4294967295" type="title"/>
          </p:nvPr>
        </p:nvSpPr>
        <p:spPr>
          <a:xfrm>
            <a:off x="6699332" y="2568930"/>
            <a:ext cx="18663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solidFill>
                  <a:schemeClr val="lt1"/>
                </a:solidFill>
              </a:rPr>
              <a:t>12,000</a:t>
            </a:r>
            <a:endParaRPr sz="3600"/>
          </a:p>
        </p:txBody>
      </p:sp>
      <p:sp>
        <p:nvSpPr>
          <p:cNvPr id="1249" name="Google Shape;1249;p128"/>
          <p:cNvSpPr txBox="1"/>
          <p:nvPr>
            <p:ph idx="4294967295" type="subTitle"/>
          </p:nvPr>
        </p:nvSpPr>
        <p:spPr>
          <a:xfrm>
            <a:off x="5596184" y="2164120"/>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Revenue in 2017-2018</a:t>
            </a:r>
            <a:endParaRPr sz="1400"/>
          </a:p>
        </p:txBody>
      </p:sp>
      <p:sp>
        <p:nvSpPr>
          <p:cNvPr id="1250" name="Google Shape;1250;p128"/>
          <p:cNvSpPr txBox="1"/>
          <p:nvPr>
            <p:ph idx="4294967295" type="title"/>
          </p:nvPr>
        </p:nvSpPr>
        <p:spPr>
          <a:xfrm>
            <a:off x="5616284" y="1594380"/>
            <a:ext cx="18663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a:t>
            </a:r>
            <a:r>
              <a:rPr lang="en" sz="3600">
                <a:solidFill>
                  <a:schemeClr val="lt1"/>
                </a:solidFill>
              </a:rPr>
              <a:t>150,000</a:t>
            </a:r>
            <a:endParaRPr sz="3600"/>
          </a:p>
        </p:txBody>
      </p:sp>
      <p:sp>
        <p:nvSpPr>
          <p:cNvPr id="1251" name="Google Shape;1251;p128"/>
          <p:cNvSpPr txBox="1"/>
          <p:nvPr>
            <p:ph idx="4294967295" type="subTitle"/>
          </p:nvPr>
        </p:nvSpPr>
        <p:spPr>
          <a:xfrm>
            <a:off x="6679232" y="313868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Registered businesses</a:t>
            </a:r>
            <a:endParaRPr sz="1400"/>
          </a:p>
        </p:txBody>
      </p:sp>
      <p:sp>
        <p:nvSpPr>
          <p:cNvPr id="1252" name="Google Shape;1252;p128"/>
          <p:cNvSpPr txBox="1"/>
          <p:nvPr>
            <p:ph idx="4294967295" type="title"/>
          </p:nvPr>
        </p:nvSpPr>
        <p:spPr>
          <a:xfrm>
            <a:off x="4521325" y="2571508"/>
            <a:ext cx="18942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a:t>
            </a:r>
            <a:r>
              <a:rPr lang="en" sz="3600">
                <a:solidFill>
                  <a:schemeClr val="lt1"/>
                </a:solidFill>
              </a:rPr>
              <a:t>1,000</a:t>
            </a:r>
            <a:endParaRPr sz="3600"/>
          </a:p>
        </p:txBody>
      </p:sp>
      <p:sp>
        <p:nvSpPr>
          <p:cNvPr id="1253" name="Google Shape;1253;p128"/>
          <p:cNvSpPr txBox="1"/>
          <p:nvPr>
            <p:ph idx="4294967295" type="subTitle"/>
          </p:nvPr>
        </p:nvSpPr>
        <p:spPr>
          <a:xfrm>
            <a:off x="6679232" y="412045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solidFill>
                  <a:schemeClr val="lt1"/>
                </a:solidFill>
              </a:rPr>
              <a:t>Total app downloads</a:t>
            </a:r>
            <a:endParaRPr sz="1400"/>
          </a:p>
        </p:txBody>
      </p:sp>
      <p:sp>
        <p:nvSpPr>
          <p:cNvPr id="1254" name="Google Shape;1254;p128"/>
          <p:cNvSpPr txBox="1"/>
          <p:nvPr/>
        </p:nvSpPr>
        <p:spPr>
          <a:xfrm>
            <a:off x="966950" y="4285689"/>
            <a:ext cx="2816700" cy="367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T</a:t>
            </a:r>
            <a:r>
              <a:rPr lang="en">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a:t>
            </a:r>
            <a:endParaRPr>
              <a:solidFill>
                <a:schemeClr val="lt1"/>
              </a:solidFill>
              <a:latin typeface="Roboto Condensed Light"/>
              <a:ea typeface="Roboto Condensed Light"/>
              <a:cs typeface="Roboto Condensed Light"/>
              <a:sym typeface="Roboto Condensed Light"/>
            </a:endParaRPr>
          </a:p>
        </p:txBody>
      </p:sp>
      <p:pic>
        <p:nvPicPr>
          <p:cNvPr id="1255" name="Google Shape;1255;p128" title="Gráfico">
            <a:hlinkClick r:id="rId3"/>
          </p:cNvPr>
          <p:cNvPicPr preferRelativeResize="0"/>
          <p:nvPr/>
        </p:nvPicPr>
        <p:blipFill>
          <a:blip r:embed="rId4">
            <a:alphaModFix/>
          </a:blip>
          <a:stretch>
            <a:fillRect/>
          </a:stretch>
        </p:blipFill>
        <p:spPr>
          <a:xfrm>
            <a:off x="440500" y="1540510"/>
            <a:ext cx="4006548" cy="20991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46"/>
                                        </p:tgtEl>
                                        <p:attrNameLst>
                                          <p:attrName>style.visibility</p:attrName>
                                        </p:attrNameLst>
                                      </p:cBhvr>
                                      <p:to>
                                        <p:strVal val="visible"/>
                                      </p:to>
                                    </p:set>
                                    <p:anim calcmode="lin" valueType="num">
                                      <p:cBhvr additive="base">
                                        <p:cTn dur="1000"/>
                                        <p:tgtEl>
                                          <p:spTgt spid="124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54"/>
                                        </p:tgtEl>
                                        <p:attrNameLst>
                                          <p:attrName>style.visibility</p:attrName>
                                        </p:attrNameLst>
                                      </p:cBhvr>
                                      <p:to>
                                        <p:strVal val="visible"/>
                                      </p:to>
                                    </p:set>
                                    <p:animEffect filter="fade" transition="in">
                                      <p:cBhvr>
                                        <p:cTn dur="1000"/>
                                        <p:tgtEl>
                                          <p:spTgt spid="1254"/>
                                        </p:tgtEl>
                                      </p:cBhvr>
                                    </p:animEffect>
                                  </p:childTnLst>
                                </p:cTn>
                              </p:par>
                              <p:par>
                                <p:cTn fill="hold" nodeType="withEffect" presetClass="entr" presetID="10" presetSubtype="0">
                                  <p:stCondLst>
                                    <p:cond delay="0"/>
                                  </p:stCondLst>
                                  <p:childTnLst>
                                    <p:set>
                                      <p:cBhvr>
                                        <p:cTn dur="1" fill="hold">
                                          <p:stCondLst>
                                            <p:cond delay="0"/>
                                          </p:stCondLst>
                                        </p:cTn>
                                        <p:tgtEl>
                                          <p:spTgt spid="1255"/>
                                        </p:tgtEl>
                                        <p:attrNameLst>
                                          <p:attrName>style.visibility</p:attrName>
                                        </p:attrNameLst>
                                      </p:cBhvr>
                                      <p:to>
                                        <p:strVal val="visible"/>
                                      </p:to>
                                    </p:set>
                                    <p:animEffect filter="fade" transition="in">
                                      <p:cBhvr>
                                        <p:cTn dur="1000"/>
                                        <p:tgtEl>
                                          <p:spTgt spid="12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2"/>
                                        </p:tgtEl>
                                        <p:attrNameLst>
                                          <p:attrName>style.visibility</p:attrName>
                                        </p:attrNameLst>
                                      </p:cBhvr>
                                      <p:to>
                                        <p:strVal val="visible"/>
                                      </p:to>
                                    </p:set>
                                    <p:animEffect filter="fade" transition="in">
                                      <p:cBhvr>
                                        <p:cTn dur="1000"/>
                                        <p:tgtEl>
                                          <p:spTgt spid="1242"/>
                                        </p:tgtEl>
                                      </p:cBhvr>
                                    </p:animEffect>
                                  </p:childTnLst>
                                </p:cTn>
                              </p:par>
                              <p:par>
                                <p:cTn fill="hold" nodeType="withEffect" presetClass="entr" presetID="10" presetSubtype="0">
                                  <p:stCondLst>
                                    <p:cond delay="0"/>
                                  </p:stCondLst>
                                  <p:childTnLst>
                                    <p:set>
                                      <p:cBhvr>
                                        <p:cTn dur="1" fill="hold">
                                          <p:stCondLst>
                                            <p:cond delay="0"/>
                                          </p:stCondLst>
                                        </p:cTn>
                                        <p:tgtEl>
                                          <p:spTgt spid="1249"/>
                                        </p:tgtEl>
                                        <p:attrNameLst>
                                          <p:attrName>style.visibility</p:attrName>
                                        </p:attrNameLst>
                                      </p:cBhvr>
                                      <p:to>
                                        <p:strVal val="visible"/>
                                      </p:to>
                                    </p:set>
                                    <p:animEffect filter="fade" transition="in">
                                      <p:cBhvr>
                                        <p:cTn dur="1000"/>
                                        <p:tgtEl>
                                          <p:spTgt spid="1249"/>
                                        </p:tgtEl>
                                      </p:cBhvr>
                                    </p:animEffect>
                                  </p:childTnLst>
                                </p:cTn>
                              </p:par>
                              <p:par>
                                <p:cTn fill="hold" nodeType="withEffect" presetClass="entr" presetID="10" presetSubtype="0">
                                  <p:stCondLst>
                                    <p:cond delay="0"/>
                                  </p:stCondLst>
                                  <p:childTnLst>
                                    <p:set>
                                      <p:cBhvr>
                                        <p:cTn dur="1" fill="hold">
                                          <p:stCondLst>
                                            <p:cond delay="0"/>
                                          </p:stCondLst>
                                        </p:cTn>
                                        <p:tgtEl>
                                          <p:spTgt spid="1250"/>
                                        </p:tgtEl>
                                        <p:attrNameLst>
                                          <p:attrName>style.visibility</p:attrName>
                                        </p:attrNameLst>
                                      </p:cBhvr>
                                      <p:to>
                                        <p:strVal val="visible"/>
                                      </p:to>
                                    </p:set>
                                    <p:animEffect filter="fade" transition="in">
                                      <p:cBhvr>
                                        <p:cTn dur="1000"/>
                                        <p:tgtEl>
                                          <p:spTgt spid="125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0"/>
                                        </p:tgtEl>
                                        <p:attrNameLst>
                                          <p:attrName>style.visibility</p:attrName>
                                        </p:attrNameLst>
                                      </p:cBhvr>
                                      <p:to>
                                        <p:strVal val="visible"/>
                                      </p:to>
                                    </p:set>
                                    <p:animEffect filter="fade" transition="in">
                                      <p:cBhvr>
                                        <p:cTn dur="1000"/>
                                        <p:tgtEl>
                                          <p:spTgt spid="1240"/>
                                        </p:tgtEl>
                                      </p:cBhvr>
                                    </p:animEffect>
                                  </p:childTnLst>
                                </p:cTn>
                              </p:par>
                              <p:par>
                                <p:cTn fill="hold" nodeType="withEffect" presetClass="entr" presetID="10" presetSubtype="0">
                                  <p:stCondLst>
                                    <p:cond delay="0"/>
                                  </p:stCondLst>
                                  <p:childTnLst>
                                    <p:set>
                                      <p:cBhvr>
                                        <p:cTn dur="1" fill="hold">
                                          <p:stCondLst>
                                            <p:cond delay="0"/>
                                          </p:stCondLst>
                                        </p:cTn>
                                        <p:tgtEl>
                                          <p:spTgt spid="1247"/>
                                        </p:tgtEl>
                                        <p:attrNameLst>
                                          <p:attrName>style.visibility</p:attrName>
                                        </p:attrNameLst>
                                      </p:cBhvr>
                                      <p:to>
                                        <p:strVal val="visible"/>
                                      </p:to>
                                    </p:set>
                                    <p:animEffect filter="fade" transition="in">
                                      <p:cBhvr>
                                        <p:cTn dur="1000"/>
                                        <p:tgtEl>
                                          <p:spTgt spid="1247"/>
                                        </p:tgtEl>
                                      </p:cBhvr>
                                    </p:animEffect>
                                  </p:childTnLst>
                                </p:cTn>
                              </p:par>
                              <p:par>
                                <p:cTn fill="hold" nodeType="withEffect" presetClass="entr" presetID="10" presetSubtype="0">
                                  <p:stCondLst>
                                    <p:cond delay="0"/>
                                  </p:stCondLst>
                                  <p:childTnLst>
                                    <p:set>
                                      <p:cBhvr>
                                        <p:cTn dur="1" fill="hold">
                                          <p:stCondLst>
                                            <p:cond delay="0"/>
                                          </p:stCondLst>
                                        </p:cTn>
                                        <p:tgtEl>
                                          <p:spTgt spid="1252"/>
                                        </p:tgtEl>
                                        <p:attrNameLst>
                                          <p:attrName>style.visibility</p:attrName>
                                        </p:attrNameLst>
                                      </p:cBhvr>
                                      <p:to>
                                        <p:strVal val="visible"/>
                                      </p:to>
                                    </p:set>
                                    <p:animEffect filter="fade" transition="in">
                                      <p:cBhvr>
                                        <p:cTn dur="1000"/>
                                        <p:tgtEl>
                                          <p:spTgt spid="125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41"/>
                                        </p:tgtEl>
                                        <p:attrNameLst>
                                          <p:attrName>style.visibility</p:attrName>
                                        </p:attrNameLst>
                                      </p:cBhvr>
                                      <p:to>
                                        <p:strVal val="visible"/>
                                      </p:to>
                                    </p:set>
                                    <p:animEffect filter="fade" transition="in">
                                      <p:cBhvr>
                                        <p:cTn dur="1000"/>
                                        <p:tgtEl>
                                          <p:spTgt spid="1241"/>
                                        </p:tgtEl>
                                      </p:cBhvr>
                                    </p:animEffect>
                                  </p:childTnLst>
                                </p:cTn>
                              </p:par>
                              <p:par>
                                <p:cTn fill="hold" nodeType="withEffect" presetClass="entr" presetID="10" presetSubtype="0">
                                  <p:stCondLst>
                                    <p:cond delay="0"/>
                                  </p:stCondLst>
                                  <p:childTnLst>
                                    <p:set>
                                      <p:cBhvr>
                                        <p:cTn dur="1" fill="hold">
                                          <p:stCondLst>
                                            <p:cond delay="0"/>
                                          </p:stCondLst>
                                        </p:cTn>
                                        <p:tgtEl>
                                          <p:spTgt spid="1243"/>
                                        </p:tgtEl>
                                        <p:attrNameLst>
                                          <p:attrName>style.visibility</p:attrName>
                                        </p:attrNameLst>
                                      </p:cBhvr>
                                      <p:to>
                                        <p:strVal val="visible"/>
                                      </p:to>
                                    </p:set>
                                    <p:animEffect filter="fade" transition="in">
                                      <p:cBhvr>
                                        <p:cTn dur="1000"/>
                                        <p:tgtEl>
                                          <p:spTgt spid="1243"/>
                                        </p:tgtEl>
                                      </p:cBhvr>
                                    </p:animEffect>
                                  </p:childTnLst>
                                </p:cTn>
                              </p:par>
                              <p:par>
                                <p:cTn fill="hold" nodeType="withEffect" presetClass="entr" presetID="10" presetSubtype="0">
                                  <p:stCondLst>
                                    <p:cond delay="0"/>
                                  </p:stCondLst>
                                  <p:childTnLst>
                                    <p:set>
                                      <p:cBhvr>
                                        <p:cTn dur="1" fill="hold">
                                          <p:stCondLst>
                                            <p:cond delay="0"/>
                                          </p:stCondLst>
                                        </p:cTn>
                                        <p:tgtEl>
                                          <p:spTgt spid="1245"/>
                                        </p:tgtEl>
                                        <p:attrNameLst>
                                          <p:attrName>style.visibility</p:attrName>
                                        </p:attrNameLst>
                                      </p:cBhvr>
                                      <p:to>
                                        <p:strVal val="visible"/>
                                      </p:to>
                                    </p:set>
                                    <p:animEffect filter="fade" transition="in">
                                      <p:cBhvr>
                                        <p:cTn dur="1000"/>
                                        <p:tgtEl>
                                          <p:spTgt spid="124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39"/>
                                        </p:tgtEl>
                                        <p:attrNameLst>
                                          <p:attrName>style.visibility</p:attrName>
                                        </p:attrNameLst>
                                      </p:cBhvr>
                                      <p:to>
                                        <p:strVal val="visible"/>
                                      </p:to>
                                    </p:set>
                                    <p:animEffect filter="fade" transition="in">
                                      <p:cBhvr>
                                        <p:cTn dur="1000"/>
                                        <p:tgtEl>
                                          <p:spTgt spid="1239"/>
                                        </p:tgtEl>
                                      </p:cBhvr>
                                    </p:animEffect>
                                  </p:childTnLst>
                                </p:cTn>
                              </p:par>
                              <p:par>
                                <p:cTn fill="hold" nodeType="withEffect" presetClass="entr" presetID="10" presetSubtype="0">
                                  <p:stCondLst>
                                    <p:cond delay="0"/>
                                  </p:stCondLst>
                                  <p:childTnLst>
                                    <p:set>
                                      <p:cBhvr>
                                        <p:cTn dur="1" fill="hold">
                                          <p:stCondLst>
                                            <p:cond delay="0"/>
                                          </p:stCondLst>
                                        </p:cTn>
                                        <p:tgtEl>
                                          <p:spTgt spid="1248"/>
                                        </p:tgtEl>
                                        <p:attrNameLst>
                                          <p:attrName>style.visibility</p:attrName>
                                        </p:attrNameLst>
                                      </p:cBhvr>
                                      <p:to>
                                        <p:strVal val="visible"/>
                                      </p:to>
                                    </p:set>
                                    <p:animEffect filter="fade" transition="in">
                                      <p:cBhvr>
                                        <p:cTn dur="1000"/>
                                        <p:tgtEl>
                                          <p:spTgt spid="1248"/>
                                        </p:tgtEl>
                                      </p:cBhvr>
                                    </p:animEffect>
                                  </p:childTnLst>
                                </p:cTn>
                              </p:par>
                              <p:par>
                                <p:cTn fill="hold" nodeType="withEffect" presetClass="entr" presetID="10" presetSubtype="0">
                                  <p:stCondLst>
                                    <p:cond delay="0"/>
                                  </p:stCondLst>
                                  <p:childTnLst>
                                    <p:set>
                                      <p:cBhvr>
                                        <p:cTn dur="1" fill="hold">
                                          <p:stCondLst>
                                            <p:cond delay="0"/>
                                          </p:stCondLst>
                                        </p:cTn>
                                        <p:tgtEl>
                                          <p:spTgt spid="1251"/>
                                        </p:tgtEl>
                                        <p:attrNameLst>
                                          <p:attrName>style.visibility</p:attrName>
                                        </p:attrNameLst>
                                      </p:cBhvr>
                                      <p:to>
                                        <p:strVal val="visible"/>
                                      </p:to>
                                    </p:set>
                                    <p:animEffect filter="fade" transition="in">
                                      <p:cBhvr>
                                        <p:cTn dur="1000"/>
                                        <p:tgtEl>
                                          <p:spTgt spid="125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38"/>
                                        </p:tgtEl>
                                        <p:attrNameLst>
                                          <p:attrName>style.visibility</p:attrName>
                                        </p:attrNameLst>
                                      </p:cBhvr>
                                      <p:to>
                                        <p:strVal val="visible"/>
                                      </p:to>
                                    </p:set>
                                    <p:animEffect filter="fade" transition="in">
                                      <p:cBhvr>
                                        <p:cTn dur="1000"/>
                                        <p:tgtEl>
                                          <p:spTgt spid="1238"/>
                                        </p:tgtEl>
                                      </p:cBhvr>
                                    </p:animEffect>
                                  </p:childTnLst>
                                </p:cTn>
                              </p:par>
                              <p:par>
                                <p:cTn fill="hold" nodeType="withEffect" presetClass="entr" presetID="10" presetSubtype="0">
                                  <p:stCondLst>
                                    <p:cond delay="0"/>
                                  </p:stCondLst>
                                  <p:childTnLst>
                                    <p:set>
                                      <p:cBhvr>
                                        <p:cTn dur="1" fill="hold">
                                          <p:stCondLst>
                                            <p:cond delay="0"/>
                                          </p:stCondLst>
                                        </p:cTn>
                                        <p:tgtEl>
                                          <p:spTgt spid="1244"/>
                                        </p:tgtEl>
                                        <p:attrNameLst>
                                          <p:attrName>style.visibility</p:attrName>
                                        </p:attrNameLst>
                                      </p:cBhvr>
                                      <p:to>
                                        <p:strVal val="visible"/>
                                      </p:to>
                                    </p:set>
                                    <p:animEffect filter="fade" transition="in">
                                      <p:cBhvr>
                                        <p:cTn dur="1000"/>
                                        <p:tgtEl>
                                          <p:spTgt spid="1244"/>
                                        </p:tgtEl>
                                      </p:cBhvr>
                                    </p:animEffect>
                                  </p:childTnLst>
                                </p:cTn>
                              </p:par>
                              <p:par>
                                <p:cTn fill="hold" nodeType="withEffect" presetClass="entr" presetID="10" presetSubtype="0">
                                  <p:stCondLst>
                                    <p:cond delay="0"/>
                                  </p:stCondLst>
                                  <p:childTnLst>
                                    <p:set>
                                      <p:cBhvr>
                                        <p:cTn dur="1" fill="hold">
                                          <p:stCondLst>
                                            <p:cond delay="0"/>
                                          </p:stCondLst>
                                        </p:cTn>
                                        <p:tgtEl>
                                          <p:spTgt spid="1253"/>
                                        </p:tgtEl>
                                        <p:attrNameLst>
                                          <p:attrName>style.visibility</p:attrName>
                                        </p:attrNameLst>
                                      </p:cBhvr>
                                      <p:to>
                                        <p:strVal val="visible"/>
                                      </p:to>
                                    </p:set>
                                    <p:animEffect filter="fade" transition="in">
                                      <p:cBhvr>
                                        <p:cTn dur="1000"/>
                                        <p:tgtEl>
                                          <p:spTgt spid="125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9" name="Shape 1259"/>
        <p:cNvGrpSpPr/>
        <p:nvPr/>
      </p:nvGrpSpPr>
      <p:grpSpPr>
        <a:xfrm>
          <a:off x="0" y="0"/>
          <a:ext cx="0" cy="0"/>
          <a:chOff x="0" y="0"/>
          <a:chExt cx="0" cy="0"/>
        </a:xfrm>
      </p:grpSpPr>
      <p:sp>
        <p:nvSpPr>
          <p:cNvPr id="1260" name="Google Shape;1260;p129"/>
          <p:cNvSpPr txBox="1"/>
          <p:nvPr>
            <p:ph type="ctrTitle"/>
          </p:nvPr>
        </p:nvSpPr>
        <p:spPr>
          <a:xfrm flipH="1">
            <a:off x="540000" y="441718"/>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TRACTION</a:t>
            </a:r>
            <a:endParaRPr/>
          </a:p>
        </p:txBody>
      </p:sp>
      <p:sp>
        <p:nvSpPr>
          <p:cNvPr id="1261" name="Google Shape;1261;p129"/>
          <p:cNvSpPr txBox="1"/>
          <p:nvPr>
            <p:ph idx="4294967295" type="subTitle"/>
          </p:nvPr>
        </p:nvSpPr>
        <p:spPr>
          <a:xfrm>
            <a:off x="6755350" y="2029959"/>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Registered businesses</a:t>
            </a:r>
            <a:endParaRPr sz="1400"/>
          </a:p>
          <a:p>
            <a:pPr indent="0" lvl="0" marL="0" rtl="0" algn="ctr">
              <a:lnSpc>
                <a:spcPct val="100000"/>
              </a:lnSpc>
              <a:spcBef>
                <a:spcPts val="0"/>
              </a:spcBef>
              <a:spcAft>
                <a:spcPts val="0"/>
              </a:spcAft>
              <a:buClr>
                <a:schemeClr val="dk1"/>
              </a:buClr>
              <a:buSzPts val="1100"/>
              <a:buFont typeface="Arial"/>
              <a:buNone/>
            </a:pPr>
            <a:r>
              <a:rPr lang="en" sz="1400"/>
              <a:t>only in the West Coast</a:t>
            </a:r>
            <a:endParaRPr sz="1400"/>
          </a:p>
        </p:txBody>
      </p:sp>
      <p:sp>
        <p:nvSpPr>
          <p:cNvPr id="1262" name="Google Shape;1262;p129"/>
          <p:cNvSpPr txBox="1"/>
          <p:nvPr>
            <p:ph idx="4294967295" type="title"/>
          </p:nvPr>
        </p:nvSpPr>
        <p:spPr>
          <a:xfrm>
            <a:off x="591789" y="1506110"/>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a:t>
            </a:r>
            <a:r>
              <a:rPr lang="en" sz="3600"/>
              <a:t>150,000</a:t>
            </a:r>
            <a:endParaRPr sz="3600"/>
          </a:p>
        </p:txBody>
      </p:sp>
      <p:sp>
        <p:nvSpPr>
          <p:cNvPr id="1263" name="Google Shape;1263;p129"/>
          <p:cNvSpPr txBox="1"/>
          <p:nvPr>
            <p:ph idx="4294967295" type="subTitle"/>
          </p:nvPr>
        </p:nvSpPr>
        <p:spPr>
          <a:xfrm>
            <a:off x="484992" y="2044317"/>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Gross revenue for download concept</a:t>
            </a:r>
            <a:endParaRPr sz="1400"/>
          </a:p>
        </p:txBody>
      </p:sp>
      <p:sp>
        <p:nvSpPr>
          <p:cNvPr id="1264" name="Google Shape;1264;p129"/>
          <p:cNvSpPr txBox="1"/>
          <p:nvPr>
            <p:ph idx="4294967295" type="title"/>
          </p:nvPr>
        </p:nvSpPr>
        <p:spPr>
          <a:xfrm>
            <a:off x="6862154" y="2719899"/>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12,000</a:t>
            </a:r>
            <a:endParaRPr sz="3600"/>
          </a:p>
        </p:txBody>
      </p:sp>
      <p:sp>
        <p:nvSpPr>
          <p:cNvPr id="1265" name="Google Shape;1265;p129"/>
          <p:cNvSpPr txBox="1"/>
          <p:nvPr>
            <p:ph idx="4294967295" type="subTitle"/>
          </p:nvPr>
        </p:nvSpPr>
        <p:spPr>
          <a:xfrm>
            <a:off x="6755352" y="3268622"/>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Total app downloads</a:t>
            </a:r>
            <a:endParaRPr sz="1400"/>
          </a:p>
          <a:p>
            <a:pPr indent="0" lvl="0" marL="0" rtl="0" algn="ctr">
              <a:lnSpc>
                <a:spcPct val="100000"/>
              </a:lnSpc>
              <a:spcBef>
                <a:spcPts val="0"/>
              </a:spcBef>
              <a:spcAft>
                <a:spcPts val="0"/>
              </a:spcAft>
              <a:buClr>
                <a:schemeClr val="dk1"/>
              </a:buClr>
              <a:buSzPts val="1100"/>
              <a:buFont typeface="Arial"/>
              <a:buNone/>
            </a:pPr>
            <a:r>
              <a:rPr lang="en" sz="1400"/>
              <a:t>in just one week</a:t>
            </a:r>
            <a:endParaRPr sz="1400"/>
          </a:p>
          <a:p>
            <a:pPr indent="0" lvl="0" marL="0" rtl="0" algn="l">
              <a:spcBef>
                <a:spcPts val="0"/>
              </a:spcBef>
              <a:spcAft>
                <a:spcPts val="1600"/>
              </a:spcAft>
              <a:buNone/>
            </a:pPr>
            <a:r>
              <a:t/>
            </a:r>
            <a:endParaRPr/>
          </a:p>
        </p:txBody>
      </p:sp>
      <p:sp>
        <p:nvSpPr>
          <p:cNvPr id="1266" name="Google Shape;1266;p129"/>
          <p:cNvSpPr txBox="1"/>
          <p:nvPr>
            <p:ph idx="4294967295" type="title"/>
          </p:nvPr>
        </p:nvSpPr>
        <p:spPr>
          <a:xfrm>
            <a:off x="6862150" y="1504844"/>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2,200</a:t>
            </a:r>
            <a:endParaRPr sz="3600"/>
          </a:p>
        </p:txBody>
      </p:sp>
      <p:sp>
        <p:nvSpPr>
          <p:cNvPr id="1267" name="Google Shape;1267;p129"/>
          <p:cNvSpPr txBox="1"/>
          <p:nvPr>
            <p:ph idx="4294967295" type="title"/>
          </p:nvPr>
        </p:nvSpPr>
        <p:spPr>
          <a:xfrm>
            <a:off x="591795" y="2732531"/>
            <a:ext cx="16929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600"/>
              <a:t>140,000</a:t>
            </a:r>
            <a:endParaRPr sz="3600"/>
          </a:p>
        </p:txBody>
      </p:sp>
      <p:sp>
        <p:nvSpPr>
          <p:cNvPr id="1268" name="Google Shape;1268;p129"/>
          <p:cNvSpPr txBox="1"/>
          <p:nvPr>
            <p:ph idx="4294967295" type="subTitle"/>
          </p:nvPr>
        </p:nvSpPr>
        <p:spPr>
          <a:xfrm>
            <a:off x="485000" y="3278723"/>
            <a:ext cx="1906500" cy="56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Daily number of users</a:t>
            </a:r>
            <a:endParaRPr sz="1400"/>
          </a:p>
          <a:p>
            <a:pPr indent="0" lvl="0" marL="0" rtl="0" algn="ctr">
              <a:lnSpc>
                <a:spcPct val="100000"/>
              </a:lnSpc>
              <a:spcBef>
                <a:spcPts val="0"/>
              </a:spcBef>
              <a:spcAft>
                <a:spcPts val="0"/>
              </a:spcAft>
              <a:buClr>
                <a:schemeClr val="dk1"/>
              </a:buClr>
              <a:buSzPts val="1100"/>
              <a:buFont typeface="Arial"/>
              <a:buNone/>
            </a:pPr>
            <a:r>
              <a:rPr lang="en" sz="1400"/>
              <a:t>connected to our app</a:t>
            </a:r>
            <a:endParaRPr sz="1400"/>
          </a:p>
        </p:txBody>
      </p:sp>
      <p:sp>
        <p:nvSpPr>
          <p:cNvPr id="1269" name="Google Shape;1269;p129"/>
          <p:cNvSpPr txBox="1"/>
          <p:nvPr/>
        </p:nvSpPr>
        <p:spPr>
          <a:xfrm>
            <a:off x="2502925" y="3795575"/>
            <a:ext cx="4117800" cy="89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T</a:t>
            </a:r>
            <a:r>
              <a:rPr lang="en">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 replacing this one</a:t>
            </a:r>
            <a:endParaRPr>
              <a:solidFill>
                <a:schemeClr val="lt1"/>
              </a:solidFill>
              <a:latin typeface="Roboto Condensed Light"/>
              <a:ea typeface="Roboto Condensed Light"/>
              <a:cs typeface="Roboto Condensed Light"/>
              <a:sym typeface="Roboto Condensed Light"/>
            </a:endParaRPr>
          </a:p>
        </p:txBody>
      </p:sp>
      <p:pic>
        <p:nvPicPr>
          <p:cNvPr id="1270" name="Google Shape;1270;p129" title="Gráfico">
            <a:hlinkClick r:id="rId3"/>
          </p:cNvPr>
          <p:cNvPicPr preferRelativeResize="0"/>
          <p:nvPr/>
        </p:nvPicPr>
        <p:blipFill>
          <a:blip r:embed="rId4">
            <a:alphaModFix/>
          </a:blip>
          <a:stretch>
            <a:fillRect/>
          </a:stretch>
        </p:blipFill>
        <p:spPr>
          <a:xfrm>
            <a:off x="2377000" y="1454825"/>
            <a:ext cx="4390001" cy="2300024"/>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60"/>
                                        </p:tgtEl>
                                        <p:attrNameLst>
                                          <p:attrName>style.visibility</p:attrName>
                                        </p:attrNameLst>
                                      </p:cBhvr>
                                      <p:to>
                                        <p:strVal val="visible"/>
                                      </p:to>
                                    </p:set>
                                    <p:anim calcmode="lin" valueType="num">
                                      <p:cBhvr additive="base">
                                        <p:cTn dur="1000"/>
                                        <p:tgtEl>
                                          <p:spTgt spid="126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2"/>
                                        </p:tgtEl>
                                        <p:attrNameLst>
                                          <p:attrName>style.visibility</p:attrName>
                                        </p:attrNameLst>
                                      </p:cBhvr>
                                      <p:to>
                                        <p:strVal val="visible"/>
                                      </p:to>
                                    </p:set>
                                    <p:animEffect filter="fade" transition="in">
                                      <p:cBhvr>
                                        <p:cTn dur="1000"/>
                                        <p:tgtEl>
                                          <p:spTgt spid="1262"/>
                                        </p:tgtEl>
                                      </p:cBhvr>
                                    </p:animEffect>
                                  </p:childTnLst>
                                </p:cTn>
                              </p:par>
                              <p:par>
                                <p:cTn fill="hold" nodeType="withEffect" presetClass="entr" presetID="10" presetSubtype="0">
                                  <p:stCondLst>
                                    <p:cond delay="0"/>
                                  </p:stCondLst>
                                  <p:childTnLst>
                                    <p:set>
                                      <p:cBhvr>
                                        <p:cTn dur="1" fill="hold">
                                          <p:stCondLst>
                                            <p:cond delay="0"/>
                                          </p:stCondLst>
                                        </p:cTn>
                                        <p:tgtEl>
                                          <p:spTgt spid="1263"/>
                                        </p:tgtEl>
                                        <p:attrNameLst>
                                          <p:attrName>style.visibility</p:attrName>
                                        </p:attrNameLst>
                                      </p:cBhvr>
                                      <p:to>
                                        <p:strVal val="visible"/>
                                      </p:to>
                                    </p:set>
                                    <p:animEffect filter="fade" transition="in">
                                      <p:cBhvr>
                                        <p:cTn dur="1000"/>
                                        <p:tgtEl>
                                          <p:spTgt spid="126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7"/>
                                        </p:tgtEl>
                                        <p:attrNameLst>
                                          <p:attrName>style.visibility</p:attrName>
                                        </p:attrNameLst>
                                      </p:cBhvr>
                                      <p:to>
                                        <p:strVal val="visible"/>
                                      </p:to>
                                    </p:set>
                                    <p:animEffect filter="fade" transition="in">
                                      <p:cBhvr>
                                        <p:cTn dur="1000"/>
                                        <p:tgtEl>
                                          <p:spTgt spid="1267"/>
                                        </p:tgtEl>
                                      </p:cBhvr>
                                    </p:animEffect>
                                  </p:childTnLst>
                                </p:cTn>
                              </p:par>
                              <p:par>
                                <p:cTn fill="hold" nodeType="withEffect" presetClass="entr" presetID="10" presetSubtype="0">
                                  <p:stCondLst>
                                    <p:cond delay="0"/>
                                  </p:stCondLst>
                                  <p:childTnLst>
                                    <p:set>
                                      <p:cBhvr>
                                        <p:cTn dur="1" fill="hold">
                                          <p:stCondLst>
                                            <p:cond delay="0"/>
                                          </p:stCondLst>
                                        </p:cTn>
                                        <p:tgtEl>
                                          <p:spTgt spid="1268"/>
                                        </p:tgtEl>
                                        <p:attrNameLst>
                                          <p:attrName>style.visibility</p:attrName>
                                        </p:attrNameLst>
                                      </p:cBhvr>
                                      <p:to>
                                        <p:strVal val="visible"/>
                                      </p:to>
                                    </p:set>
                                    <p:animEffect filter="fade" transition="in">
                                      <p:cBhvr>
                                        <p:cTn dur="1000"/>
                                        <p:tgtEl>
                                          <p:spTgt spid="12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1"/>
                                        </p:tgtEl>
                                        <p:attrNameLst>
                                          <p:attrName>style.visibility</p:attrName>
                                        </p:attrNameLst>
                                      </p:cBhvr>
                                      <p:to>
                                        <p:strVal val="visible"/>
                                      </p:to>
                                    </p:set>
                                    <p:animEffect filter="fade" transition="in">
                                      <p:cBhvr>
                                        <p:cTn dur="1000"/>
                                        <p:tgtEl>
                                          <p:spTgt spid="1261"/>
                                        </p:tgtEl>
                                      </p:cBhvr>
                                    </p:animEffect>
                                  </p:childTnLst>
                                </p:cTn>
                              </p:par>
                              <p:par>
                                <p:cTn fill="hold" nodeType="withEffect" presetClass="entr" presetID="10" presetSubtype="0">
                                  <p:stCondLst>
                                    <p:cond delay="0"/>
                                  </p:stCondLst>
                                  <p:childTnLst>
                                    <p:set>
                                      <p:cBhvr>
                                        <p:cTn dur="1" fill="hold">
                                          <p:stCondLst>
                                            <p:cond delay="0"/>
                                          </p:stCondLst>
                                        </p:cTn>
                                        <p:tgtEl>
                                          <p:spTgt spid="1266"/>
                                        </p:tgtEl>
                                        <p:attrNameLst>
                                          <p:attrName>style.visibility</p:attrName>
                                        </p:attrNameLst>
                                      </p:cBhvr>
                                      <p:to>
                                        <p:strVal val="visible"/>
                                      </p:to>
                                    </p:set>
                                    <p:animEffect filter="fade" transition="in">
                                      <p:cBhvr>
                                        <p:cTn dur="1000"/>
                                        <p:tgtEl>
                                          <p:spTgt spid="126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64"/>
                                        </p:tgtEl>
                                        <p:attrNameLst>
                                          <p:attrName>style.visibility</p:attrName>
                                        </p:attrNameLst>
                                      </p:cBhvr>
                                      <p:to>
                                        <p:strVal val="visible"/>
                                      </p:to>
                                    </p:set>
                                    <p:animEffect filter="fade" transition="in">
                                      <p:cBhvr>
                                        <p:cTn dur="1000"/>
                                        <p:tgtEl>
                                          <p:spTgt spid="1264"/>
                                        </p:tgtEl>
                                      </p:cBhvr>
                                    </p:animEffect>
                                  </p:childTnLst>
                                </p:cTn>
                              </p:par>
                              <p:par>
                                <p:cTn fill="hold" nodeType="withEffect" presetClass="entr" presetID="10" presetSubtype="0">
                                  <p:stCondLst>
                                    <p:cond delay="0"/>
                                  </p:stCondLst>
                                  <p:childTnLst>
                                    <p:set>
                                      <p:cBhvr>
                                        <p:cTn dur="1" fill="hold">
                                          <p:stCondLst>
                                            <p:cond delay="0"/>
                                          </p:stCondLst>
                                        </p:cTn>
                                        <p:tgtEl>
                                          <p:spTgt spid="1265"/>
                                        </p:tgtEl>
                                        <p:attrNameLst>
                                          <p:attrName>style.visibility</p:attrName>
                                        </p:attrNameLst>
                                      </p:cBhvr>
                                      <p:to>
                                        <p:strVal val="visible"/>
                                      </p:to>
                                    </p:set>
                                    <p:animEffect filter="fade" transition="in">
                                      <p:cBhvr>
                                        <p:cTn dur="1000"/>
                                        <p:tgtEl>
                                          <p:spTgt spid="12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4" name="Shape 1274"/>
        <p:cNvGrpSpPr/>
        <p:nvPr/>
      </p:nvGrpSpPr>
      <p:grpSpPr>
        <a:xfrm>
          <a:off x="0" y="0"/>
          <a:ext cx="0" cy="0"/>
          <a:chOff x="0" y="0"/>
          <a:chExt cx="0" cy="0"/>
        </a:xfrm>
      </p:grpSpPr>
      <p:sp>
        <p:nvSpPr>
          <p:cNvPr id="1275" name="Google Shape;1275;p130"/>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CASE</a:t>
            </a:r>
            <a:r>
              <a:rPr lang="en"/>
              <a:t> STUDY</a:t>
            </a:r>
            <a:endParaRPr/>
          </a:p>
        </p:txBody>
      </p:sp>
      <p:grpSp>
        <p:nvGrpSpPr>
          <p:cNvPr id="1276" name="Google Shape;1276;p130"/>
          <p:cNvGrpSpPr/>
          <p:nvPr/>
        </p:nvGrpSpPr>
        <p:grpSpPr>
          <a:xfrm>
            <a:off x="3542350" y="3292377"/>
            <a:ext cx="3555214" cy="1103532"/>
            <a:chOff x="3636333" y="3431130"/>
            <a:chExt cx="3021343" cy="937819"/>
          </a:xfrm>
        </p:grpSpPr>
        <p:sp>
          <p:nvSpPr>
            <p:cNvPr id="1277" name="Google Shape;1277;p130"/>
            <p:cNvSpPr/>
            <p:nvPr/>
          </p:nvSpPr>
          <p:spPr>
            <a:xfrm rot="-5400000">
              <a:off x="3573191" y="3494272"/>
              <a:ext cx="937819" cy="811536"/>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30"/>
            <p:cNvSpPr/>
            <p:nvPr/>
          </p:nvSpPr>
          <p:spPr>
            <a:xfrm rot="-5400000">
              <a:off x="3666444" y="3574971"/>
              <a:ext cx="751318" cy="650139"/>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9" name="Google Shape;1279;p130"/>
            <p:cNvCxnSpPr/>
            <p:nvPr/>
          </p:nvCxnSpPr>
          <p:spPr>
            <a:xfrm>
              <a:off x="4454776" y="3668175"/>
              <a:ext cx="2202900" cy="298500"/>
            </a:xfrm>
            <a:prstGeom prst="bentConnector3">
              <a:avLst>
                <a:gd fmla="val 100007" name="adj1"/>
              </a:avLst>
            </a:prstGeom>
            <a:noFill/>
            <a:ln cap="flat" cmpd="sng" w="19050">
              <a:solidFill>
                <a:schemeClr val="lt1"/>
              </a:solidFill>
              <a:prstDash val="solid"/>
              <a:round/>
              <a:headEnd len="med" w="med" type="none"/>
              <a:tailEnd len="med" w="med" type="none"/>
            </a:ln>
          </p:spPr>
        </p:cxnSp>
        <p:sp>
          <p:nvSpPr>
            <p:cNvPr id="1280" name="Google Shape;1280;p130"/>
            <p:cNvSpPr/>
            <p:nvPr/>
          </p:nvSpPr>
          <p:spPr>
            <a:xfrm>
              <a:off x="3871413" y="3746358"/>
              <a:ext cx="327817" cy="307327"/>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281" name="Google Shape;1281;p130"/>
          <p:cNvGrpSpPr/>
          <p:nvPr/>
        </p:nvGrpSpPr>
        <p:grpSpPr>
          <a:xfrm>
            <a:off x="1224786" y="2400338"/>
            <a:ext cx="3789589" cy="1103532"/>
            <a:chOff x="1666788" y="2673044"/>
            <a:chExt cx="3220523" cy="937819"/>
          </a:xfrm>
        </p:grpSpPr>
        <p:sp>
          <p:nvSpPr>
            <p:cNvPr id="1282" name="Google Shape;1282;p130"/>
            <p:cNvSpPr/>
            <p:nvPr/>
          </p:nvSpPr>
          <p:spPr>
            <a:xfrm rot="-5400000">
              <a:off x="4012633" y="2736186"/>
              <a:ext cx="937819" cy="811536"/>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30"/>
            <p:cNvSpPr/>
            <p:nvPr/>
          </p:nvSpPr>
          <p:spPr>
            <a:xfrm rot="-5400000">
              <a:off x="4105887" y="2816885"/>
              <a:ext cx="751318" cy="650139"/>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 name="Google Shape;1284;p130"/>
            <p:cNvCxnSpPr/>
            <p:nvPr/>
          </p:nvCxnSpPr>
          <p:spPr>
            <a:xfrm flipH="1">
              <a:off x="1666788" y="2914950"/>
              <a:ext cx="2409000" cy="305400"/>
            </a:xfrm>
            <a:prstGeom prst="bentConnector3">
              <a:avLst>
                <a:gd fmla="val 100059" name="adj1"/>
              </a:avLst>
            </a:prstGeom>
            <a:noFill/>
            <a:ln cap="flat" cmpd="sng" w="19050">
              <a:solidFill>
                <a:schemeClr val="lt1"/>
              </a:solidFill>
              <a:prstDash val="solid"/>
              <a:round/>
              <a:headEnd len="med" w="med" type="none"/>
              <a:tailEnd len="med" w="med" type="none"/>
            </a:ln>
          </p:spPr>
        </p:cxnSp>
        <p:grpSp>
          <p:nvGrpSpPr>
            <p:cNvPr id="1285" name="Google Shape;1285;p130"/>
            <p:cNvGrpSpPr/>
            <p:nvPr/>
          </p:nvGrpSpPr>
          <p:grpSpPr>
            <a:xfrm>
              <a:off x="4317638" y="2976566"/>
              <a:ext cx="327823" cy="328695"/>
              <a:chOff x="-1700225" y="2768875"/>
              <a:chExt cx="291450" cy="292225"/>
            </a:xfrm>
          </p:grpSpPr>
          <p:sp>
            <p:nvSpPr>
              <p:cNvPr id="1286" name="Google Shape;1286;p130"/>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30"/>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30"/>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30"/>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30"/>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30"/>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2" name="Google Shape;1292;p130"/>
          <p:cNvGrpSpPr/>
          <p:nvPr/>
        </p:nvGrpSpPr>
        <p:grpSpPr>
          <a:xfrm>
            <a:off x="3534365" y="1505857"/>
            <a:ext cx="3547089" cy="1103532"/>
            <a:chOff x="3629547" y="1912884"/>
            <a:chExt cx="3014438" cy="937819"/>
          </a:xfrm>
        </p:grpSpPr>
        <p:sp>
          <p:nvSpPr>
            <p:cNvPr id="1293" name="Google Shape;1293;p130"/>
            <p:cNvSpPr/>
            <p:nvPr/>
          </p:nvSpPr>
          <p:spPr>
            <a:xfrm rot="-5400000">
              <a:off x="3566405" y="1976026"/>
              <a:ext cx="937819" cy="811536"/>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30"/>
            <p:cNvSpPr/>
            <p:nvPr/>
          </p:nvSpPr>
          <p:spPr>
            <a:xfrm rot="-5400000">
              <a:off x="3659659" y="2056725"/>
              <a:ext cx="751318" cy="650139"/>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5" name="Google Shape;1295;p130"/>
            <p:cNvCxnSpPr/>
            <p:nvPr/>
          </p:nvCxnSpPr>
          <p:spPr>
            <a:xfrm>
              <a:off x="4441085" y="2146375"/>
              <a:ext cx="2202900" cy="298500"/>
            </a:xfrm>
            <a:prstGeom prst="bentConnector3">
              <a:avLst>
                <a:gd fmla="val 100054" name="adj1"/>
              </a:avLst>
            </a:prstGeom>
            <a:noFill/>
            <a:ln cap="flat" cmpd="sng" w="19050">
              <a:solidFill>
                <a:schemeClr val="lt1"/>
              </a:solidFill>
              <a:prstDash val="solid"/>
              <a:round/>
              <a:headEnd len="med" w="med" type="none"/>
              <a:tailEnd len="med" w="med" type="none"/>
            </a:ln>
          </p:spPr>
        </p:cxnSp>
        <p:grpSp>
          <p:nvGrpSpPr>
            <p:cNvPr id="1296" name="Google Shape;1296;p130"/>
            <p:cNvGrpSpPr/>
            <p:nvPr/>
          </p:nvGrpSpPr>
          <p:grpSpPr>
            <a:xfrm>
              <a:off x="3871403" y="2217441"/>
              <a:ext cx="327823" cy="328695"/>
              <a:chOff x="-1333200" y="2770450"/>
              <a:chExt cx="291450" cy="292225"/>
            </a:xfrm>
          </p:grpSpPr>
          <p:sp>
            <p:nvSpPr>
              <p:cNvPr id="1297" name="Google Shape;1297;p130"/>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30"/>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99" name="Google Shape;1299;p130"/>
          <p:cNvSpPr txBox="1"/>
          <p:nvPr>
            <p:ph idx="1" type="subTitle"/>
          </p:nvPr>
        </p:nvSpPr>
        <p:spPr>
          <a:xfrm>
            <a:off x="1203833" y="2719326"/>
            <a:ext cx="2240100" cy="60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Despite being red, Mars is a very cold place</a:t>
            </a:r>
            <a:endParaRPr/>
          </a:p>
        </p:txBody>
      </p:sp>
      <p:sp>
        <p:nvSpPr>
          <p:cNvPr id="1300" name="Google Shape;1300;p130"/>
          <p:cNvSpPr txBox="1"/>
          <p:nvPr>
            <p:ph idx="2" type="subTitle"/>
          </p:nvPr>
        </p:nvSpPr>
        <p:spPr>
          <a:xfrm>
            <a:off x="4766489" y="3583682"/>
            <a:ext cx="2299200" cy="60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Venus has a beautiful name, but it’s terribly hot</a:t>
            </a:r>
            <a:endParaRPr sz="1500"/>
          </a:p>
          <a:p>
            <a:pPr indent="0" lvl="0" marL="0" rtl="0" algn="r">
              <a:spcBef>
                <a:spcPts val="1600"/>
              </a:spcBef>
              <a:spcAft>
                <a:spcPts val="1600"/>
              </a:spcAft>
              <a:buNone/>
            </a:pPr>
            <a:r>
              <a:t/>
            </a:r>
            <a:endParaRPr/>
          </a:p>
        </p:txBody>
      </p:sp>
      <p:sp>
        <p:nvSpPr>
          <p:cNvPr id="1301" name="Google Shape;1301;p130"/>
          <p:cNvSpPr txBox="1"/>
          <p:nvPr>
            <p:ph idx="3" type="subTitle"/>
          </p:nvPr>
        </p:nvSpPr>
        <p:spPr>
          <a:xfrm>
            <a:off x="4772499" y="1802770"/>
            <a:ext cx="2299200" cy="60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Neptune is the farthest planet from the Sun</a:t>
            </a:r>
            <a:endParaRPr sz="1500"/>
          </a:p>
          <a:p>
            <a:pPr indent="0" lvl="0" marL="0" rtl="0" algn="r">
              <a:spcBef>
                <a:spcPts val="1600"/>
              </a:spcBef>
              <a:spcAft>
                <a:spcPts val="1600"/>
              </a:spcAft>
              <a:buNone/>
            </a:pPr>
            <a:r>
              <a:t/>
            </a:r>
            <a:endParaRPr/>
          </a:p>
        </p:txBody>
      </p:sp>
      <p:sp>
        <p:nvSpPr>
          <p:cNvPr id="1302" name="Google Shape;1302;p130"/>
          <p:cNvSpPr txBox="1"/>
          <p:nvPr>
            <p:ph idx="4" type="subTitle"/>
          </p:nvPr>
        </p:nvSpPr>
        <p:spPr>
          <a:xfrm>
            <a:off x="1203833" y="2196338"/>
            <a:ext cx="2240100" cy="46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SOLUTION</a:t>
            </a:r>
            <a:endParaRPr/>
          </a:p>
        </p:txBody>
      </p:sp>
      <p:sp>
        <p:nvSpPr>
          <p:cNvPr id="1303" name="Google Shape;1303;p130"/>
          <p:cNvSpPr txBox="1"/>
          <p:nvPr>
            <p:ph idx="5" type="subTitle"/>
          </p:nvPr>
        </p:nvSpPr>
        <p:spPr>
          <a:xfrm>
            <a:off x="4798042" y="3079150"/>
            <a:ext cx="2273100" cy="46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RESULTS</a:t>
            </a:r>
            <a:endParaRPr>
              <a:solidFill>
                <a:schemeClr val="lt1"/>
              </a:solidFill>
            </a:endParaRPr>
          </a:p>
          <a:p>
            <a:pPr indent="0" lvl="0" marL="0" rtl="0" algn="r">
              <a:spcBef>
                <a:spcPts val="0"/>
              </a:spcBef>
              <a:spcAft>
                <a:spcPts val="0"/>
              </a:spcAft>
              <a:buNone/>
            </a:pPr>
            <a:r>
              <a:t/>
            </a:r>
            <a:endParaRPr/>
          </a:p>
        </p:txBody>
      </p:sp>
      <p:sp>
        <p:nvSpPr>
          <p:cNvPr id="1304" name="Google Shape;1304;p130"/>
          <p:cNvSpPr txBox="1"/>
          <p:nvPr>
            <p:ph idx="6" type="subTitle"/>
          </p:nvPr>
        </p:nvSpPr>
        <p:spPr>
          <a:xfrm>
            <a:off x="4772499" y="1272083"/>
            <a:ext cx="2299200" cy="46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CHALLENGE</a:t>
            </a:r>
            <a:endParaRPr>
              <a:solidFill>
                <a:schemeClr val="lt1"/>
              </a:solidFill>
            </a:endParaRPr>
          </a:p>
          <a:p>
            <a:pPr indent="0" lvl="0" marL="0" rtl="0" algn="r">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275"/>
                                        </p:tgtEl>
                                        <p:attrNameLst>
                                          <p:attrName>style.visibility</p:attrName>
                                        </p:attrNameLst>
                                      </p:cBhvr>
                                      <p:to>
                                        <p:strVal val="visible"/>
                                      </p:to>
                                    </p:set>
                                    <p:anim calcmode="lin" valueType="num">
                                      <p:cBhvr additive="base">
                                        <p:cTn dur="1000"/>
                                        <p:tgtEl>
                                          <p:spTgt spid="127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92"/>
                                        </p:tgtEl>
                                        <p:attrNameLst>
                                          <p:attrName>style.visibility</p:attrName>
                                        </p:attrNameLst>
                                      </p:cBhvr>
                                      <p:to>
                                        <p:strVal val="visible"/>
                                      </p:to>
                                    </p:set>
                                    <p:animEffect filter="fade" transition="in">
                                      <p:cBhvr>
                                        <p:cTn dur="1000"/>
                                        <p:tgtEl>
                                          <p:spTgt spid="1292"/>
                                        </p:tgtEl>
                                      </p:cBhvr>
                                    </p:animEffect>
                                  </p:childTnLst>
                                </p:cTn>
                              </p:par>
                              <p:par>
                                <p:cTn fill="hold" nodeType="withEffect" presetClass="entr" presetID="10" presetSubtype="0">
                                  <p:stCondLst>
                                    <p:cond delay="0"/>
                                  </p:stCondLst>
                                  <p:childTnLst>
                                    <p:set>
                                      <p:cBhvr>
                                        <p:cTn dur="1" fill="hold">
                                          <p:stCondLst>
                                            <p:cond delay="0"/>
                                          </p:stCondLst>
                                        </p:cTn>
                                        <p:tgtEl>
                                          <p:spTgt spid="1301"/>
                                        </p:tgtEl>
                                        <p:attrNameLst>
                                          <p:attrName>style.visibility</p:attrName>
                                        </p:attrNameLst>
                                      </p:cBhvr>
                                      <p:to>
                                        <p:strVal val="visible"/>
                                      </p:to>
                                    </p:set>
                                    <p:animEffect filter="fade" transition="in">
                                      <p:cBhvr>
                                        <p:cTn dur="1000"/>
                                        <p:tgtEl>
                                          <p:spTgt spid="1301"/>
                                        </p:tgtEl>
                                      </p:cBhvr>
                                    </p:animEffect>
                                  </p:childTnLst>
                                </p:cTn>
                              </p:par>
                              <p:par>
                                <p:cTn fill="hold" nodeType="withEffect" presetClass="entr" presetID="10" presetSubtype="0">
                                  <p:stCondLst>
                                    <p:cond delay="0"/>
                                  </p:stCondLst>
                                  <p:childTnLst>
                                    <p:set>
                                      <p:cBhvr>
                                        <p:cTn dur="1" fill="hold">
                                          <p:stCondLst>
                                            <p:cond delay="0"/>
                                          </p:stCondLst>
                                        </p:cTn>
                                        <p:tgtEl>
                                          <p:spTgt spid="1304"/>
                                        </p:tgtEl>
                                        <p:attrNameLst>
                                          <p:attrName>style.visibility</p:attrName>
                                        </p:attrNameLst>
                                      </p:cBhvr>
                                      <p:to>
                                        <p:strVal val="visible"/>
                                      </p:to>
                                    </p:set>
                                    <p:animEffect filter="fade" transition="in">
                                      <p:cBhvr>
                                        <p:cTn dur="1000"/>
                                        <p:tgtEl>
                                          <p:spTgt spid="130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81"/>
                                        </p:tgtEl>
                                        <p:attrNameLst>
                                          <p:attrName>style.visibility</p:attrName>
                                        </p:attrNameLst>
                                      </p:cBhvr>
                                      <p:to>
                                        <p:strVal val="visible"/>
                                      </p:to>
                                    </p:set>
                                    <p:animEffect filter="fade" transition="in">
                                      <p:cBhvr>
                                        <p:cTn dur="1000"/>
                                        <p:tgtEl>
                                          <p:spTgt spid="1281"/>
                                        </p:tgtEl>
                                      </p:cBhvr>
                                    </p:animEffect>
                                  </p:childTnLst>
                                </p:cTn>
                              </p:par>
                              <p:par>
                                <p:cTn fill="hold" nodeType="withEffect" presetClass="entr" presetID="10" presetSubtype="0">
                                  <p:stCondLst>
                                    <p:cond delay="0"/>
                                  </p:stCondLst>
                                  <p:childTnLst>
                                    <p:set>
                                      <p:cBhvr>
                                        <p:cTn dur="1" fill="hold">
                                          <p:stCondLst>
                                            <p:cond delay="0"/>
                                          </p:stCondLst>
                                        </p:cTn>
                                        <p:tgtEl>
                                          <p:spTgt spid="1299"/>
                                        </p:tgtEl>
                                        <p:attrNameLst>
                                          <p:attrName>style.visibility</p:attrName>
                                        </p:attrNameLst>
                                      </p:cBhvr>
                                      <p:to>
                                        <p:strVal val="visible"/>
                                      </p:to>
                                    </p:set>
                                    <p:animEffect filter="fade" transition="in">
                                      <p:cBhvr>
                                        <p:cTn dur="1000"/>
                                        <p:tgtEl>
                                          <p:spTgt spid="1299"/>
                                        </p:tgtEl>
                                      </p:cBhvr>
                                    </p:animEffect>
                                  </p:childTnLst>
                                </p:cTn>
                              </p:par>
                              <p:par>
                                <p:cTn fill="hold" nodeType="withEffect" presetClass="entr" presetID="10" presetSubtype="0">
                                  <p:stCondLst>
                                    <p:cond delay="0"/>
                                  </p:stCondLst>
                                  <p:childTnLst>
                                    <p:set>
                                      <p:cBhvr>
                                        <p:cTn dur="1" fill="hold">
                                          <p:stCondLst>
                                            <p:cond delay="0"/>
                                          </p:stCondLst>
                                        </p:cTn>
                                        <p:tgtEl>
                                          <p:spTgt spid="1302"/>
                                        </p:tgtEl>
                                        <p:attrNameLst>
                                          <p:attrName>style.visibility</p:attrName>
                                        </p:attrNameLst>
                                      </p:cBhvr>
                                      <p:to>
                                        <p:strVal val="visible"/>
                                      </p:to>
                                    </p:set>
                                    <p:animEffect filter="fade" transition="in">
                                      <p:cBhvr>
                                        <p:cTn dur="1000"/>
                                        <p:tgtEl>
                                          <p:spTgt spid="130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276"/>
                                        </p:tgtEl>
                                        <p:attrNameLst>
                                          <p:attrName>style.visibility</p:attrName>
                                        </p:attrNameLst>
                                      </p:cBhvr>
                                      <p:to>
                                        <p:strVal val="visible"/>
                                      </p:to>
                                    </p:set>
                                    <p:animEffect filter="fade" transition="in">
                                      <p:cBhvr>
                                        <p:cTn dur="1000"/>
                                        <p:tgtEl>
                                          <p:spTgt spid="1276"/>
                                        </p:tgtEl>
                                      </p:cBhvr>
                                    </p:animEffect>
                                  </p:childTnLst>
                                </p:cTn>
                              </p:par>
                              <p:par>
                                <p:cTn fill="hold" nodeType="withEffect" presetClass="entr" presetID="10" presetSubtype="0">
                                  <p:stCondLst>
                                    <p:cond delay="0"/>
                                  </p:stCondLst>
                                  <p:childTnLst>
                                    <p:set>
                                      <p:cBhvr>
                                        <p:cTn dur="1" fill="hold">
                                          <p:stCondLst>
                                            <p:cond delay="0"/>
                                          </p:stCondLst>
                                        </p:cTn>
                                        <p:tgtEl>
                                          <p:spTgt spid="1300"/>
                                        </p:tgtEl>
                                        <p:attrNameLst>
                                          <p:attrName>style.visibility</p:attrName>
                                        </p:attrNameLst>
                                      </p:cBhvr>
                                      <p:to>
                                        <p:strVal val="visible"/>
                                      </p:to>
                                    </p:set>
                                    <p:animEffect filter="fade" transition="in">
                                      <p:cBhvr>
                                        <p:cTn dur="1000"/>
                                        <p:tgtEl>
                                          <p:spTgt spid="1300"/>
                                        </p:tgtEl>
                                      </p:cBhvr>
                                    </p:animEffect>
                                  </p:childTnLst>
                                </p:cTn>
                              </p:par>
                              <p:par>
                                <p:cTn fill="hold" nodeType="withEffect" presetClass="entr" presetID="10" presetSubtype="0">
                                  <p:stCondLst>
                                    <p:cond delay="0"/>
                                  </p:stCondLst>
                                  <p:childTnLst>
                                    <p:set>
                                      <p:cBhvr>
                                        <p:cTn dur="1" fill="hold">
                                          <p:stCondLst>
                                            <p:cond delay="0"/>
                                          </p:stCondLst>
                                        </p:cTn>
                                        <p:tgtEl>
                                          <p:spTgt spid="1303"/>
                                        </p:tgtEl>
                                        <p:attrNameLst>
                                          <p:attrName>style.visibility</p:attrName>
                                        </p:attrNameLst>
                                      </p:cBhvr>
                                      <p:to>
                                        <p:strVal val="visible"/>
                                      </p:to>
                                    </p:set>
                                    <p:animEffect filter="fade" transition="in">
                                      <p:cBhvr>
                                        <p:cTn dur="1000"/>
                                        <p:tgtEl>
                                          <p:spTgt spid="13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8" name="Shape 1308"/>
        <p:cNvGrpSpPr/>
        <p:nvPr/>
      </p:nvGrpSpPr>
      <p:grpSpPr>
        <a:xfrm>
          <a:off x="0" y="0"/>
          <a:ext cx="0" cy="0"/>
          <a:chOff x="0" y="0"/>
          <a:chExt cx="0" cy="0"/>
        </a:xfrm>
      </p:grpSpPr>
      <p:sp>
        <p:nvSpPr>
          <p:cNvPr id="1309" name="Google Shape;1309;p131"/>
          <p:cNvSpPr txBox="1"/>
          <p:nvPr>
            <p:ph type="ctrTitle"/>
          </p:nvPr>
        </p:nvSpPr>
        <p:spPr>
          <a:xfrm flipH="1">
            <a:off x="457200" y="43704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CASE STUDY</a:t>
            </a:r>
            <a:endParaRPr/>
          </a:p>
          <a:p>
            <a:pPr indent="0" lvl="0" marL="0" rtl="0" algn="ctr">
              <a:spcBef>
                <a:spcPts val="0"/>
              </a:spcBef>
              <a:spcAft>
                <a:spcPts val="0"/>
              </a:spcAft>
              <a:buNone/>
            </a:pPr>
            <a:r>
              <a:t/>
            </a:r>
            <a:endParaRPr/>
          </a:p>
        </p:txBody>
      </p:sp>
      <p:sp>
        <p:nvSpPr>
          <p:cNvPr id="1310" name="Google Shape;1310;p131"/>
          <p:cNvSpPr/>
          <p:nvPr/>
        </p:nvSpPr>
        <p:spPr>
          <a:xfrm>
            <a:off x="4909908" y="1525478"/>
            <a:ext cx="1103522" cy="95493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31"/>
          <p:cNvSpPr/>
          <p:nvPr/>
        </p:nvSpPr>
        <p:spPr>
          <a:xfrm>
            <a:off x="5019636" y="1620438"/>
            <a:ext cx="884077" cy="76501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31"/>
          <p:cNvSpPr/>
          <p:nvPr/>
        </p:nvSpPr>
        <p:spPr>
          <a:xfrm>
            <a:off x="4015427" y="2050554"/>
            <a:ext cx="1103522" cy="95493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31"/>
          <p:cNvSpPr/>
          <p:nvPr/>
        </p:nvSpPr>
        <p:spPr>
          <a:xfrm>
            <a:off x="4125155" y="2145515"/>
            <a:ext cx="884077" cy="76501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31"/>
          <p:cNvSpPr/>
          <p:nvPr/>
        </p:nvSpPr>
        <p:spPr>
          <a:xfrm>
            <a:off x="3123388" y="1533462"/>
            <a:ext cx="1103522" cy="95493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31"/>
          <p:cNvSpPr/>
          <p:nvPr/>
        </p:nvSpPr>
        <p:spPr>
          <a:xfrm>
            <a:off x="3233115" y="1628423"/>
            <a:ext cx="884077" cy="76501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 name="Google Shape;1316;p131"/>
          <p:cNvGrpSpPr/>
          <p:nvPr/>
        </p:nvGrpSpPr>
        <p:grpSpPr>
          <a:xfrm>
            <a:off x="3461683" y="1802275"/>
            <a:ext cx="402447" cy="401347"/>
            <a:chOff x="2821450" y="2957850"/>
            <a:chExt cx="259275" cy="258550"/>
          </a:xfrm>
        </p:grpSpPr>
        <p:sp>
          <p:nvSpPr>
            <p:cNvPr id="1317" name="Google Shape;1317;p13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3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3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lt1"/>
            </a:solidFill>
            <a:ln>
              <a:noFill/>
            </a:ln>
          </p:spPr>
        </p:sp>
      </p:grpSp>
      <p:grpSp>
        <p:nvGrpSpPr>
          <p:cNvPr id="1320" name="Google Shape;1320;p131"/>
          <p:cNvGrpSpPr/>
          <p:nvPr/>
        </p:nvGrpSpPr>
        <p:grpSpPr>
          <a:xfrm>
            <a:off x="4357446" y="2316088"/>
            <a:ext cx="421914" cy="423864"/>
            <a:chOff x="-1333975" y="2365850"/>
            <a:chExt cx="292225" cy="293575"/>
          </a:xfrm>
        </p:grpSpPr>
        <p:sp>
          <p:nvSpPr>
            <p:cNvPr id="1321" name="Google Shape;1321;p13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3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3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3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3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3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3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3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131"/>
          <p:cNvGrpSpPr/>
          <p:nvPr/>
        </p:nvGrpSpPr>
        <p:grpSpPr>
          <a:xfrm>
            <a:off x="5250710" y="1792546"/>
            <a:ext cx="421914" cy="420796"/>
            <a:chOff x="-937025" y="2064750"/>
            <a:chExt cx="292225" cy="291450"/>
          </a:xfrm>
        </p:grpSpPr>
        <p:sp>
          <p:nvSpPr>
            <p:cNvPr id="1330" name="Google Shape;1330;p13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3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3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 name="Google Shape;1333;p131"/>
          <p:cNvSpPr txBox="1"/>
          <p:nvPr>
            <p:ph idx="1" type="subTitle"/>
          </p:nvPr>
        </p:nvSpPr>
        <p:spPr>
          <a:xfrm>
            <a:off x="672350" y="1887930"/>
            <a:ext cx="19566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but it’s terribly hot</a:t>
            </a:r>
            <a:endParaRPr/>
          </a:p>
        </p:txBody>
      </p:sp>
      <p:sp>
        <p:nvSpPr>
          <p:cNvPr id="1334" name="Google Shape;1334;p131"/>
          <p:cNvSpPr txBox="1"/>
          <p:nvPr>
            <p:ph idx="2" type="subTitle"/>
          </p:nvPr>
        </p:nvSpPr>
        <p:spPr>
          <a:xfrm>
            <a:off x="3580500" y="3409864"/>
            <a:ext cx="19566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a cold place</a:t>
            </a:r>
            <a:endParaRPr/>
          </a:p>
        </p:txBody>
      </p:sp>
      <p:sp>
        <p:nvSpPr>
          <p:cNvPr id="1335" name="Google Shape;1335;p131"/>
          <p:cNvSpPr txBox="1"/>
          <p:nvPr>
            <p:ph idx="3" type="subTitle"/>
          </p:nvPr>
        </p:nvSpPr>
        <p:spPr>
          <a:xfrm>
            <a:off x="6515100" y="1895625"/>
            <a:ext cx="19344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farthest planet from the Sun</a:t>
            </a:r>
            <a:endParaRPr sz="1500"/>
          </a:p>
          <a:p>
            <a:pPr indent="0" lvl="0" marL="0" rtl="0" algn="ctr">
              <a:spcBef>
                <a:spcPts val="1600"/>
              </a:spcBef>
              <a:spcAft>
                <a:spcPts val="0"/>
              </a:spcAft>
              <a:buClr>
                <a:schemeClr val="dk1"/>
              </a:buClr>
              <a:buSzPts val="1100"/>
              <a:buFont typeface="Arial"/>
              <a:buNone/>
            </a:pPr>
            <a:r>
              <a:t/>
            </a:r>
            <a:endParaRPr sz="1200"/>
          </a:p>
          <a:p>
            <a:pPr indent="0" lvl="0" marL="0" rtl="0" algn="ctr">
              <a:spcBef>
                <a:spcPts val="1600"/>
              </a:spcBef>
              <a:spcAft>
                <a:spcPts val="1600"/>
              </a:spcAft>
              <a:buNone/>
            </a:pPr>
            <a:r>
              <a:t/>
            </a:r>
            <a:endParaRPr/>
          </a:p>
        </p:txBody>
      </p:sp>
      <p:sp>
        <p:nvSpPr>
          <p:cNvPr id="1336" name="Google Shape;1336;p131"/>
          <p:cNvSpPr txBox="1"/>
          <p:nvPr>
            <p:ph idx="4" type="subTitle"/>
          </p:nvPr>
        </p:nvSpPr>
        <p:spPr>
          <a:xfrm>
            <a:off x="683450" y="1561974"/>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CHALLENGE</a:t>
            </a:r>
            <a:endParaRPr/>
          </a:p>
        </p:txBody>
      </p:sp>
      <p:sp>
        <p:nvSpPr>
          <p:cNvPr id="1337" name="Google Shape;1337;p131"/>
          <p:cNvSpPr txBox="1"/>
          <p:nvPr>
            <p:ph idx="5" type="subTitle"/>
          </p:nvPr>
        </p:nvSpPr>
        <p:spPr>
          <a:xfrm>
            <a:off x="3591600" y="3070826"/>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SOLUTION</a:t>
            </a:r>
            <a:endParaRPr/>
          </a:p>
        </p:txBody>
      </p:sp>
      <p:sp>
        <p:nvSpPr>
          <p:cNvPr id="1338" name="Google Shape;1338;p131"/>
          <p:cNvSpPr txBox="1"/>
          <p:nvPr>
            <p:ph idx="6" type="subTitle"/>
          </p:nvPr>
        </p:nvSpPr>
        <p:spPr>
          <a:xfrm>
            <a:off x="6515100" y="1561974"/>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RESULTS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09"/>
                                        </p:tgtEl>
                                        <p:attrNameLst>
                                          <p:attrName>style.visibility</p:attrName>
                                        </p:attrNameLst>
                                      </p:cBhvr>
                                      <p:to>
                                        <p:strVal val="visible"/>
                                      </p:to>
                                    </p:set>
                                    <p:animEffect filter="fade" transition="in">
                                      <p:cBhvr>
                                        <p:cTn dur="1000"/>
                                        <p:tgtEl>
                                          <p:spTgt spid="130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14"/>
                                        </p:tgtEl>
                                        <p:attrNameLst>
                                          <p:attrName>style.visibility</p:attrName>
                                        </p:attrNameLst>
                                      </p:cBhvr>
                                      <p:to>
                                        <p:strVal val="visible"/>
                                      </p:to>
                                    </p:set>
                                    <p:animEffect filter="fade" transition="in">
                                      <p:cBhvr>
                                        <p:cTn dur="1000"/>
                                        <p:tgtEl>
                                          <p:spTgt spid="1314"/>
                                        </p:tgtEl>
                                      </p:cBhvr>
                                    </p:animEffect>
                                  </p:childTnLst>
                                </p:cTn>
                              </p:par>
                              <p:par>
                                <p:cTn fill="hold" nodeType="withEffect" presetClass="entr" presetID="10" presetSubtype="0">
                                  <p:stCondLst>
                                    <p:cond delay="0"/>
                                  </p:stCondLst>
                                  <p:childTnLst>
                                    <p:set>
                                      <p:cBhvr>
                                        <p:cTn dur="1" fill="hold">
                                          <p:stCondLst>
                                            <p:cond delay="0"/>
                                          </p:stCondLst>
                                        </p:cTn>
                                        <p:tgtEl>
                                          <p:spTgt spid="1315"/>
                                        </p:tgtEl>
                                        <p:attrNameLst>
                                          <p:attrName>style.visibility</p:attrName>
                                        </p:attrNameLst>
                                      </p:cBhvr>
                                      <p:to>
                                        <p:strVal val="visible"/>
                                      </p:to>
                                    </p:set>
                                    <p:animEffect filter="fade" transition="in">
                                      <p:cBhvr>
                                        <p:cTn dur="1000"/>
                                        <p:tgtEl>
                                          <p:spTgt spid="1315"/>
                                        </p:tgtEl>
                                      </p:cBhvr>
                                    </p:animEffect>
                                  </p:childTnLst>
                                </p:cTn>
                              </p:par>
                              <p:par>
                                <p:cTn fill="hold" nodeType="withEffect" presetClass="entr" presetID="10" presetSubtype="0">
                                  <p:stCondLst>
                                    <p:cond delay="0"/>
                                  </p:stCondLst>
                                  <p:childTnLst>
                                    <p:set>
                                      <p:cBhvr>
                                        <p:cTn dur="1" fill="hold">
                                          <p:stCondLst>
                                            <p:cond delay="0"/>
                                          </p:stCondLst>
                                        </p:cTn>
                                        <p:tgtEl>
                                          <p:spTgt spid="1316"/>
                                        </p:tgtEl>
                                        <p:attrNameLst>
                                          <p:attrName>style.visibility</p:attrName>
                                        </p:attrNameLst>
                                      </p:cBhvr>
                                      <p:to>
                                        <p:strVal val="visible"/>
                                      </p:to>
                                    </p:set>
                                    <p:animEffect filter="fade" transition="in">
                                      <p:cBhvr>
                                        <p:cTn dur="1000"/>
                                        <p:tgtEl>
                                          <p:spTgt spid="1316"/>
                                        </p:tgtEl>
                                      </p:cBhvr>
                                    </p:animEffect>
                                  </p:childTnLst>
                                </p:cTn>
                              </p:par>
                              <p:par>
                                <p:cTn fill="hold" nodeType="withEffect" presetClass="entr" presetID="10" presetSubtype="0">
                                  <p:stCondLst>
                                    <p:cond delay="0"/>
                                  </p:stCondLst>
                                  <p:childTnLst>
                                    <p:set>
                                      <p:cBhvr>
                                        <p:cTn dur="1" fill="hold">
                                          <p:stCondLst>
                                            <p:cond delay="0"/>
                                          </p:stCondLst>
                                        </p:cTn>
                                        <p:tgtEl>
                                          <p:spTgt spid="1333"/>
                                        </p:tgtEl>
                                        <p:attrNameLst>
                                          <p:attrName>style.visibility</p:attrName>
                                        </p:attrNameLst>
                                      </p:cBhvr>
                                      <p:to>
                                        <p:strVal val="visible"/>
                                      </p:to>
                                    </p:set>
                                    <p:animEffect filter="fade" transition="in">
                                      <p:cBhvr>
                                        <p:cTn dur="1000"/>
                                        <p:tgtEl>
                                          <p:spTgt spid="1333"/>
                                        </p:tgtEl>
                                      </p:cBhvr>
                                    </p:animEffect>
                                  </p:childTnLst>
                                </p:cTn>
                              </p:par>
                              <p:par>
                                <p:cTn fill="hold" nodeType="withEffect" presetClass="entr" presetID="10" presetSubtype="0">
                                  <p:stCondLst>
                                    <p:cond delay="0"/>
                                  </p:stCondLst>
                                  <p:childTnLst>
                                    <p:set>
                                      <p:cBhvr>
                                        <p:cTn dur="1" fill="hold">
                                          <p:stCondLst>
                                            <p:cond delay="0"/>
                                          </p:stCondLst>
                                        </p:cTn>
                                        <p:tgtEl>
                                          <p:spTgt spid="1336"/>
                                        </p:tgtEl>
                                        <p:attrNameLst>
                                          <p:attrName>style.visibility</p:attrName>
                                        </p:attrNameLst>
                                      </p:cBhvr>
                                      <p:to>
                                        <p:strVal val="visible"/>
                                      </p:to>
                                    </p:set>
                                    <p:animEffect filter="fade" transition="in">
                                      <p:cBhvr>
                                        <p:cTn dur="1000"/>
                                        <p:tgtEl>
                                          <p:spTgt spid="133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12"/>
                                        </p:tgtEl>
                                        <p:attrNameLst>
                                          <p:attrName>style.visibility</p:attrName>
                                        </p:attrNameLst>
                                      </p:cBhvr>
                                      <p:to>
                                        <p:strVal val="visible"/>
                                      </p:to>
                                    </p:set>
                                    <p:animEffect filter="fade" transition="in">
                                      <p:cBhvr>
                                        <p:cTn dur="1000"/>
                                        <p:tgtEl>
                                          <p:spTgt spid="1312"/>
                                        </p:tgtEl>
                                      </p:cBhvr>
                                    </p:animEffect>
                                  </p:childTnLst>
                                </p:cTn>
                              </p:par>
                              <p:par>
                                <p:cTn fill="hold" nodeType="withEffect" presetClass="entr" presetID="10" presetSubtype="0">
                                  <p:stCondLst>
                                    <p:cond delay="0"/>
                                  </p:stCondLst>
                                  <p:childTnLst>
                                    <p:set>
                                      <p:cBhvr>
                                        <p:cTn dur="1" fill="hold">
                                          <p:stCondLst>
                                            <p:cond delay="0"/>
                                          </p:stCondLst>
                                        </p:cTn>
                                        <p:tgtEl>
                                          <p:spTgt spid="1313"/>
                                        </p:tgtEl>
                                        <p:attrNameLst>
                                          <p:attrName>style.visibility</p:attrName>
                                        </p:attrNameLst>
                                      </p:cBhvr>
                                      <p:to>
                                        <p:strVal val="visible"/>
                                      </p:to>
                                    </p:set>
                                    <p:animEffect filter="fade" transition="in">
                                      <p:cBhvr>
                                        <p:cTn dur="1000"/>
                                        <p:tgtEl>
                                          <p:spTgt spid="1313"/>
                                        </p:tgtEl>
                                      </p:cBhvr>
                                    </p:animEffect>
                                  </p:childTnLst>
                                </p:cTn>
                              </p:par>
                              <p:par>
                                <p:cTn fill="hold" nodeType="withEffect" presetClass="entr" presetID="10" presetSubtype="0">
                                  <p:stCondLst>
                                    <p:cond delay="0"/>
                                  </p:stCondLst>
                                  <p:childTnLst>
                                    <p:set>
                                      <p:cBhvr>
                                        <p:cTn dur="1" fill="hold">
                                          <p:stCondLst>
                                            <p:cond delay="0"/>
                                          </p:stCondLst>
                                        </p:cTn>
                                        <p:tgtEl>
                                          <p:spTgt spid="1320"/>
                                        </p:tgtEl>
                                        <p:attrNameLst>
                                          <p:attrName>style.visibility</p:attrName>
                                        </p:attrNameLst>
                                      </p:cBhvr>
                                      <p:to>
                                        <p:strVal val="visible"/>
                                      </p:to>
                                    </p:set>
                                    <p:animEffect filter="fade" transition="in">
                                      <p:cBhvr>
                                        <p:cTn dur="1000"/>
                                        <p:tgtEl>
                                          <p:spTgt spid="1320"/>
                                        </p:tgtEl>
                                      </p:cBhvr>
                                    </p:animEffect>
                                  </p:childTnLst>
                                </p:cTn>
                              </p:par>
                              <p:par>
                                <p:cTn fill="hold" nodeType="withEffect" presetClass="entr" presetID="10" presetSubtype="0">
                                  <p:stCondLst>
                                    <p:cond delay="0"/>
                                  </p:stCondLst>
                                  <p:childTnLst>
                                    <p:set>
                                      <p:cBhvr>
                                        <p:cTn dur="1" fill="hold">
                                          <p:stCondLst>
                                            <p:cond delay="0"/>
                                          </p:stCondLst>
                                        </p:cTn>
                                        <p:tgtEl>
                                          <p:spTgt spid="1334"/>
                                        </p:tgtEl>
                                        <p:attrNameLst>
                                          <p:attrName>style.visibility</p:attrName>
                                        </p:attrNameLst>
                                      </p:cBhvr>
                                      <p:to>
                                        <p:strVal val="visible"/>
                                      </p:to>
                                    </p:set>
                                    <p:animEffect filter="fade" transition="in">
                                      <p:cBhvr>
                                        <p:cTn dur="1000"/>
                                        <p:tgtEl>
                                          <p:spTgt spid="1334"/>
                                        </p:tgtEl>
                                      </p:cBhvr>
                                    </p:animEffect>
                                  </p:childTnLst>
                                </p:cTn>
                              </p:par>
                              <p:par>
                                <p:cTn fill="hold" nodeType="withEffect" presetClass="entr" presetID="10" presetSubtype="0">
                                  <p:stCondLst>
                                    <p:cond delay="0"/>
                                  </p:stCondLst>
                                  <p:childTnLst>
                                    <p:set>
                                      <p:cBhvr>
                                        <p:cTn dur="1" fill="hold">
                                          <p:stCondLst>
                                            <p:cond delay="0"/>
                                          </p:stCondLst>
                                        </p:cTn>
                                        <p:tgtEl>
                                          <p:spTgt spid="1337"/>
                                        </p:tgtEl>
                                        <p:attrNameLst>
                                          <p:attrName>style.visibility</p:attrName>
                                        </p:attrNameLst>
                                      </p:cBhvr>
                                      <p:to>
                                        <p:strVal val="visible"/>
                                      </p:to>
                                    </p:set>
                                    <p:animEffect filter="fade" transition="in">
                                      <p:cBhvr>
                                        <p:cTn dur="1000"/>
                                        <p:tgtEl>
                                          <p:spTgt spid="133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10"/>
                                        </p:tgtEl>
                                        <p:attrNameLst>
                                          <p:attrName>style.visibility</p:attrName>
                                        </p:attrNameLst>
                                      </p:cBhvr>
                                      <p:to>
                                        <p:strVal val="visible"/>
                                      </p:to>
                                    </p:set>
                                    <p:animEffect filter="fade" transition="in">
                                      <p:cBhvr>
                                        <p:cTn dur="1000"/>
                                        <p:tgtEl>
                                          <p:spTgt spid="1310"/>
                                        </p:tgtEl>
                                      </p:cBhvr>
                                    </p:animEffect>
                                  </p:childTnLst>
                                </p:cTn>
                              </p:par>
                              <p:par>
                                <p:cTn fill="hold" nodeType="withEffect" presetClass="entr" presetID="10" presetSubtype="0">
                                  <p:stCondLst>
                                    <p:cond delay="0"/>
                                  </p:stCondLst>
                                  <p:childTnLst>
                                    <p:set>
                                      <p:cBhvr>
                                        <p:cTn dur="1" fill="hold">
                                          <p:stCondLst>
                                            <p:cond delay="0"/>
                                          </p:stCondLst>
                                        </p:cTn>
                                        <p:tgtEl>
                                          <p:spTgt spid="1311"/>
                                        </p:tgtEl>
                                        <p:attrNameLst>
                                          <p:attrName>style.visibility</p:attrName>
                                        </p:attrNameLst>
                                      </p:cBhvr>
                                      <p:to>
                                        <p:strVal val="visible"/>
                                      </p:to>
                                    </p:set>
                                    <p:animEffect filter="fade" transition="in">
                                      <p:cBhvr>
                                        <p:cTn dur="1000"/>
                                        <p:tgtEl>
                                          <p:spTgt spid="1311"/>
                                        </p:tgtEl>
                                      </p:cBhvr>
                                    </p:animEffect>
                                  </p:childTnLst>
                                </p:cTn>
                              </p:par>
                              <p:par>
                                <p:cTn fill="hold" nodeType="withEffect" presetClass="entr" presetID="10" presetSubtype="0">
                                  <p:stCondLst>
                                    <p:cond delay="0"/>
                                  </p:stCondLst>
                                  <p:childTnLst>
                                    <p:set>
                                      <p:cBhvr>
                                        <p:cTn dur="1" fill="hold">
                                          <p:stCondLst>
                                            <p:cond delay="0"/>
                                          </p:stCondLst>
                                        </p:cTn>
                                        <p:tgtEl>
                                          <p:spTgt spid="1329"/>
                                        </p:tgtEl>
                                        <p:attrNameLst>
                                          <p:attrName>style.visibility</p:attrName>
                                        </p:attrNameLst>
                                      </p:cBhvr>
                                      <p:to>
                                        <p:strVal val="visible"/>
                                      </p:to>
                                    </p:set>
                                    <p:animEffect filter="fade" transition="in">
                                      <p:cBhvr>
                                        <p:cTn dur="1000"/>
                                        <p:tgtEl>
                                          <p:spTgt spid="1329"/>
                                        </p:tgtEl>
                                      </p:cBhvr>
                                    </p:animEffect>
                                  </p:childTnLst>
                                </p:cTn>
                              </p:par>
                              <p:par>
                                <p:cTn fill="hold" nodeType="withEffect" presetClass="entr" presetID="10" presetSubtype="0">
                                  <p:stCondLst>
                                    <p:cond delay="0"/>
                                  </p:stCondLst>
                                  <p:childTnLst>
                                    <p:set>
                                      <p:cBhvr>
                                        <p:cTn dur="1" fill="hold">
                                          <p:stCondLst>
                                            <p:cond delay="0"/>
                                          </p:stCondLst>
                                        </p:cTn>
                                        <p:tgtEl>
                                          <p:spTgt spid="1335"/>
                                        </p:tgtEl>
                                        <p:attrNameLst>
                                          <p:attrName>style.visibility</p:attrName>
                                        </p:attrNameLst>
                                      </p:cBhvr>
                                      <p:to>
                                        <p:strVal val="visible"/>
                                      </p:to>
                                    </p:set>
                                    <p:animEffect filter="fade" transition="in">
                                      <p:cBhvr>
                                        <p:cTn dur="1000"/>
                                        <p:tgtEl>
                                          <p:spTgt spid="1335"/>
                                        </p:tgtEl>
                                      </p:cBhvr>
                                    </p:animEffect>
                                  </p:childTnLst>
                                </p:cTn>
                              </p:par>
                              <p:par>
                                <p:cTn fill="hold" nodeType="withEffect" presetClass="entr" presetID="10" presetSubtype="0">
                                  <p:stCondLst>
                                    <p:cond delay="0"/>
                                  </p:stCondLst>
                                  <p:childTnLst>
                                    <p:set>
                                      <p:cBhvr>
                                        <p:cTn dur="1" fill="hold">
                                          <p:stCondLst>
                                            <p:cond delay="0"/>
                                          </p:stCondLst>
                                        </p:cTn>
                                        <p:tgtEl>
                                          <p:spTgt spid="1338"/>
                                        </p:tgtEl>
                                        <p:attrNameLst>
                                          <p:attrName>style.visibility</p:attrName>
                                        </p:attrNameLst>
                                      </p:cBhvr>
                                      <p:to>
                                        <p:strVal val="visible"/>
                                      </p:to>
                                    </p:set>
                                    <p:animEffect filter="fade" transition="in">
                                      <p:cBhvr>
                                        <p:cTn dur="1000"/>
                                        <p:tgtEl>
                                          <p:spTgt spid="13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2" name="Shape 1342"/>
        <p:cNvGrpSpPr/>
        <p:nvPr/>
      </p:nvGrpSpPr>
      <p:grpSpPr>
        <a:xfrm>
          <a:off x="0" y="0"/>
          <a:ext cx="0" cy="0"/>
          <a:chOff x="0" y="0"/>
          <a:chExt cx="0" cy="0"/>
        </a:xfrm>
      </p:grpSpPr>
      <p:sp>
        <p:nvSpPr>
          <p:cNvPr id="1343" name="Google Shape;1343;p132"/>
          <p:cNvSpPr txBox="1"/>
          <p:nvPr>
            <p:ph type="ctrTitle"/>
          </p:nvPr>
        </p:nvSpPr>
        <p:spPr>
          <a:xfrm flipH="1">
            <a:off x="457200" y="437050"/>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REVIEWS</a:t>
            </a:r>
            <a:endParaRPr/>
          </a:p>
        </p:txBody>
      </p:sp>
      <p:cxnSp>
        <p:nvCxnSpPr>
          <p:cNvPr id="1344" name="Google Shape;1344;p132"/>
          <p:cNvCxnSpPr/>
          <p:nvPr/>
        </p:nvCxnSpPr>
        <p:spPr>
          <a:xfrm>
            <a:off x="4086650" y="3051838"/>
            <a:ext cx="970500" cy="0"/>
          </a:xfrm>
          <a:prstGeom prst="straightConnector1">
            <a:avLst/>
          </a:prstGeom>
          <a:noFill/>
          <a:ln cap="flat" cmpd="sng" w="19050">
            <a:solidFill>
              <a:schemeClr val="lt1"/>
            </a:solidFill>
            <a:prstDash val="solid"/>
            <a:round/>
            <a:headEnd len="med" w="med" type="none"/>
            <a:tailEnd len="med" w="med" type="none"/>
          </a:ln>
        </p:spPr>
      </p:cxnSp>
      <p:grpSp>
        <p:nvGrpSpPr>
          <p:cNvPr id="1345" name="Google Shape;1345;p132"/>
          <p:cNvGrpSpPr/>
          <p:nvPr/>
        </p:nvGrpSpPr>
        <p:grpSpPr>
          <a:xfrm>
            <a:off x="4403837" y="2184714"/>
            <a:ext cx="336332" cy="334667"/>
            <a:chOff x="-55225575" y="1903275"/>
            <a:chExt cx="318225" cy="316650"/>
          </a:xfrm>
        </p:grpSpPr>
        <p:sp>
          <p:nvSpPr>
            <p:cNvPr id="1346" name="Google Shape;1346;p13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3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3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3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3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51" name="Google Shape;1351;p132"/>
          <p:cNvCxnSpPr/>
          <p:nvPr/>
        </p:nvCxnSpPr>
        <p:spPr>
          <a:xfrm>
            <a:off x="6265300" y="2550480"/>
            <a:ext cx="970500" cy="0"/>
          </a:xfrm>
          <a:prstGeom prst="straightConnector1">
            <a:avLst/>
          </a:prstGeom>
          <a:noFill/>
          <a:ln cap="flat" cmpd="sng" w="19050">
            <a:solidFill>
              <a:schemeClr val="lt1"/>
            </a:solidFill>
            <a:prstDash val="solid"/>
            <a:round/>
            <a:headEnd len="med" w="med" type="none"/>
            <a:tailEnd len="med" w="med" type="none"/>
          </a:ln>
        </p:spPr>
      </p:cxnSp>
      <p:grpSp>
        <p:nvGrpSpPr>
          <p:cNvPr id="1352" name="Google Shape;1352;p132"/>
          <p:cNvGrpSpPr/>
          <p:nvPr/>
        </p:nvGrpSpPr>
        <p:grpSpPr>
          <a:xfrm>
            <a:off x="6602782" y="1687340"/>
            <a:ext cx="295536" cy="334667"/>
            <a:chOff x="-57950750" y="2296300"/>
            <a:chExt cx="279625" cy="316650"/>
          </a:xfrm>
        </p:grpSpPr>
        <p:sp>
          <p:nvSpPr>
            <p:cNvPr id="1353" name="Google Shape;1353;p13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3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3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3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57" name="Google Shape;1357;p132"/>
          <p:cNvCxnSpPr/>
          <p:nvPr/>
        </p:nvCxnSpPr>
        <p:spPr>
          <a:xfrm>
            <a:off x="1908200" y="2550480"/>
            <a:ext cx="970500" cy="0"/>
          </a:xfrm>
          <a:prstGeom prst="straightConnector1">
            <a:avLst/>
          </a:prstGeom>
          <a:noFill/>
          <a:ln cap="flat" cmpd="sng" w="19050">
            <a:solidFill>
              <a:schemeClr val="lt1"/>
            </a:solidFill>
            <a:prstDash val="solid"/>
            <a:round/>
            <a:headEnd len="med" w="med" type="none"/>
            <a:tailEnd len="med" w="med" type="none"/>
          </a:ln>
        </p:spPr>
      </p:cxnSp>
      <p:grpSp>
        <p:nvGrpSpPr>
          <p:cNvPr id="1358" name="Google Shape;1358;p132"/>
          <p:cNvGrpSpPr/>
          <p:nvPr/>
        </p:nvGrpSpPr>
        <p:grpSpPr>
          <a:xfrm>
            <a:off x="2224861" y="1686510"/>
            <a:ext cx="337178" cy="336332"/>
            <a:chOff x="-57578225" y="1904075"/>
            <a:chExt cx="319025" cy="318225"/>
          </a:xfrm>
        </p:grpSpPr>
        <p:sp>
          <p:nvSpPr>
            <p:cNvPr id="1359" name="Google Shape;1359;p13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3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3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3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 name="Google Shape;1363;p132"/>
          <p:cNvSpPr txBox="1"/>
          <p:nvPr>
            <p:ph idx="1" type="subTitle"/>
          </p:nvPr>
        </p:nvSpPr>
        <p:spPr>
          <a:xfrm>
            <a:off x="1700600" y="2921393"/>
            <a:ext cx="13953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biggest planet in the Solar System”</a:t>
            </a:r>
            <a:endParaRPr sz="1100"/>
          </a:p>
          <a:p>
            <a:pPr indent="0" lvl="0" marL="0" rtl="0" algn="ctr">
              <a:spcBef>
                <a:spcPts val="0"/>
              </a:spcBef>
              <a:spcAft>
                <a:spcPts val="1600"/>
              </a:spcAft>
              <a:buNone/>
            </a:pPr>
            <a:r>
              <a:t/>
            </a:r>
            <a:endParaRPr/>
          </a:p>
        </p:txBody>
      </p:sp>
      <p:sp>
        <p:nvSpPr>
          <p:cNvPr id="1364" name="Google Shape;1364;p132"/>
          <p:cNvSpPr txBox="1"/>
          <p:nvPr>
            <p:ph idx="2" type="subTitle"/>
          </p:nvPr>
        </p:nvSpPr>
        <p:spPr>
          <a:xfrm>
            <a:off x="1553500" y="2529762"/>
            <a:ext cx="16431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 21</a:t>
            </a:r>
            <a:endParaRPr/>
          </a:p>
          <a:p>
            <a:pPr indent="0" lvl="0" marL="0" rtl="0" algn="ctr">
              <a:spcBef>
                <a:spcPts val="0"/>
              </a:spcBef>
              <a:spcAft>
                <a:spcPts val="0"/>
              </a:spcAft>
              <a:buNone/>
            </a:pPr>
            <a:r>
              <a:t/>
            </a:r>
            <a:endParaRPr/>
          </a:p>
        </p:txBody>
      </p:sp>
      <p:sp>
        <p:nvSpPr>
          <p:cNvPr id="1365" name="Google Shape;1365;p132"/>
          <p:cNvSpPr txBox="1"/>
          <p:nvPr>
            <p:ph idx="3" type="subTitle"/>
          </p:nvPr>
        </p:nvSpPr>
        <p:spPr>
          <a:xfrm>
            <a:off x="1691000" y="2027255"/>
            <a:ext cx="13953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1</a:t>
            </a:r>
            <a:endParaRPr/>
          </a:p>
        </p:txBody>
      </p:sp>
      <p:sp>
        <p:nvSpPr>
          <p:cNvPr id="1366" name="Google Shape;1366;p132"/>
          <p:cNvSpPr txBox="1"/>
          <p:nvPr>
            <p:ph idx="4" type="subTitle"/>
          </p:nvPr>
        </p:nvSpPr>
        <p:spPr>
          <a:xfrm>
            <a:off x="5929000" y="2926550"/>
            <a:ext cx="16431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composed mostly of hydrogen and helium”</a:t>
            </a:r>
            <a:endParaRPr/>
          </a:p>
        </p:txBody>
      </p:sp>
      <p:sp>
        <p:nvSpPr>
          <p:cNvPr id="1367" name="Google Shape;1367;p132"/>
          <p:cNvSpPr txBox="1"/>
          <p:nvPr>
            <p:ph idx="5" type="subTitle"/>
          </p:nvPr>
        </p:nvSpPr>
        <p:spPr>
          <a:xfrm>
            <a:off x="5905750" y="2518950"/>
            <a:ext cx="16896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PATTERSON, 33</a:t>
            </a:r>
            <a:endParaRPr/>
          </a:p>
          <a:p>
            <a:pPr indent="0" lvl="0" marL="0" rtl="0" algn="ctr">
              <a:spcBef>
                <a:spcPts val="0"/>
              </a:spcBef>
              <a:spcAft>
                <a:spcPts val="0"/>
              </a:spcAft>
              <a:buNone/>
            </a:pPr>
            <a:r>
              <a:t/>
            </a:r>
            <a:endParaRPr/>
          </a:p>
        </p:txBody>
      </p:sp>
      <p:sp>
        <p:nvSpPr>
          <p:cNvPr id="1368" name="Google Shape;1368;p132"/>
          <p:cNvSpPr txBox="1"/>
          <p:nvPr>
            <p:ph idx="6" type="subTitle"/>
          </p:nvPr>
        </p:nvSpPr>
        <p:spPr>
          <a:xfrm>
            <a:off x="6001300" y="2032688"/>
            <a:ext cx="14985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3</a:t>
            </a:r>
            <a:endParaRPr/>
          </a:p>
        </p:txBody>
      </p:sp>
      <p:sp>
        <p:nvSpPr>
          <p:cNvPr id="1369" name="Google Shape;1369;p132"/>
          <p:cNvSpPr txBox="1"/>
          <p:nvPr>
            <p:ph idx="7" type="subTitle"/>
          </p:nvPr>
        </p:nvSpPr>
        <p:spPr>
          <a:xfrm>
            <a:off x="3768500" y="3407943"/>
            <a:ext cx="1606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 in the Solar System”</a:t>
            </a:r>
            <a:endParaRPr/>
          </a:p>
        </p:txBody>
      </p:sp>
      <p:sp>
        <p:nvSpPr>
          <p:cNvPr id="1370" name="Google Shape;1370;p132"/>
          <p:cNvSpPr txBox="1"/>
          <p:nvPr>
            <p:ph idx="8" type="subTitle"/>
          </p:nvPr>
        </p:nvSpPr>
        <p:spPr>
          <a:xfrm>
            <a:off x="3604790" y="3039918"/>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JENNA DOE, 52</a:t>
            </a:r>
            <a:endParaRPr/>
          </a:p>
        </p:txBody>
      </p:sp>
      <p:sp>
        <p:nvSpPr>
          <p:cNvPr id="1371" name="Google Shape;1371;p132"/>
          <p:cNvSpPr txBox="1"/>
          <p:nvPr>
            <p:ph idx="9" type="subTitle"/>
          </p:nvPr>
        </p:nvSpPr>
        <p:spPr>
          <a:xfrm>
            <a:off x="3604790" y="2529480"/>
            <a:ext cx="1934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2</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343"/>
                                        </p:tgtEl>
                                        <p:attrNameLst>
                                          <p:attrName>style.visibility</p:attrName>
                                        </p:attrNameLst>
                                      </p:cBhvr>
                                      <p:to>
                                        <p:strVal val="visible"/>
                                      </p:to>
                                    </p:set>
                                    <p:anim calcmode="lin" valueType="num">
                                      <p:cBhvr additive="base">
                                        <p:cTn dur="1000"/>
                                        <p:tgtEl>
                                          <p:spTgt spid="134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133"/>
          <p:cNvCxnSpPr/>
          <p:nvPr/>
        </p:nvCxnSpPr>
        <p:spPr>
          <a:xfrm>
            <a:off x="1428050" y="3407377"/>
            <a:ext cx="1250700" cy="0"/>
          </a:xfrm>
          <a:prstGeom prst="straightConnector1">
            <a:avLst/>
          </a:prstGeom>
          <a:noFill/>
          <a:ln cap="flat" cmpd="sng" w="19050">
            <a:solidFill>
              <a:schemeClr val="lt1"/>
            </a:solidFill>
            <a:prstDash val="solid"/>
            <a:round/>
            <a:headEnd len="med" w="med" type="none"/>
            <a:tailEnd len="med" w="med" type="none"/>
          </a:ln>
        </p:spPr>
      </p:cxnSp>
      <p:cxnSp>
        <p:nvCxnSpPr>
          <p:cNvPr id="1377" name="Google Shape;1377;p133"/>
          <p:cNvCxnSpPr/>
          <p:nvPr/>
        </p:nvCxnSpPr>
        <p:spPr>
          <a:xfrm>
            <a:off x="6589500" y="3409708"/>
            <a:ext cx="970500" cy="0"/>
          </a:xfrm>
          <a:prstGeom prst="straightConnector1">
            <a:avLst/>
          </a:prstGeom>
          <a:noFill/>
          <a:ln cap="flat" cmpd="sng" w="19050">
            <a:solidFill>
              <a:schemeClr val="lt1"/>
            </a:solidFill>
            <a:prstDash val="solid"/>
            <a:round/>
            <a:headEnd len="med" w="med" type="none"/>
            <a:tailEnd len="med" w="med" type="none"/>
          </a:ln>
        </p:spPr>
      </p:cxnSp>
      <p:cxnSp>
        <p:nvCxnSpPr>
          <p:cNvPr id="1378" name="Google Shape;1378;p133"/>
          <p:cNvCxnSpPr/>
          <p:nvPr/>
        </p:nvCxnSpPr>
        <p:spPr>
          <a:xfrm>
            <a:off x="4147600" y="3405845"/>
            <a:ext cx="970500" cy="0"/>
          </a:xfrm>
          <a:prstGeom prst="straightConnector1">
            <a:avLst/>
          </a:prstGeom>
          <a:noFill/>
          <a:ln cap="flat" cmpd="sng" w="19050">
            <a:solidFill>
              <a:schemeClr val="lt1"/>
            </a:solidFill>
            <a:prstDash val="solid"/>
            <a:round/>
            <a:headEnd len="med" w="med" type="none"/>
            <a:tailEnd len="med" w="med" type="none"/>
          </a:ln>
        </p:spPr>
      </p:cxnSp>
      <p:pic>
        <p:nvPicPr>
          <p:cNvPr id="1379" name="Google Shape;1379;p133"/>
          <p:cNvPicPr preferRelativeResize="0"/>
          <p:nvPr/>
        </p:nvPicPr>
        <p:blipFill rotWithShape="1">
          <a:blip r:embed="rId3">
            <a:alphaModFix/>
          </a:blip>
          <a:srcRect b="0" l="20013" r="13408" t="0"/>
          <a:stretch/>
        </p:blipFill>
        <p:spPr>
          <a:xfrm>
            <a:off x="1244000" y="1591639"/>
            <a:ext cx="1618800" cy="1623300"/>
          </a:xfrm>
          <a:prstGeom prst="rect">
            <a:avLst/>
          </a:prstGeom>
          <a:noFill/>
          <a:ln>
            <a:noFill/>
          </a:ln>
        </p:spPr>
      </p:pic>
      <p:pic>
        <p:nvPicPr>
          <p:cNvPr id="1380" name="Google Shape;1380;p133"/>
          <p:cNvPicPr preferRelativeResize="0"/>
          <p:nvPr/>
        </p:nvPicPr>
        <p:blipFill rotWithShape="1">
          <a:blip r:embed="rId4">
            <a:alphaModFix/>
          </a:blip>
          <a:srcRect b="0" l="21949" r="21955" t="0"/>
          <a:stretch/>
        </p:blipFill>
        <p:spPr>
          <a:xfrm>
            <a:off x="3823450" y="1579539"/>
            <a:ext cx="1618800" cy="1623300"/>
          </a:xfrm>
          <a:prstGeom prst="rect">
            <a:avLst/>
          </a:prstGeom>
          <a:noFill/>
          <a:ln>
            <a:noFill/>
          </a:ln>
        </p:spPr>
      </p:pic>
      <p:pic>
        <p:nvPicPr>
          <p:cNvPr id="1381" name="Google Shape;1381;p133"/>
          <p:cNvPicPr preferRelativeResize="0"/>
          <p:nvPr/>
        </p:nvPicPr>
        <p:blipFill rotWithShape="1">
          <a:blip r:embed="rId5">
            <a:alphaModFix/>
          </a:blip>
          <a:srcRect b="0" l="21949" r="21955" t="0"/>
          <a:stretch/>
        </p:blipFill>
        <p:spPr>
          <a:xfrm>
            <a:off x="6265350" y="1581827"/>
            <a:ext cx="1618800" cy="1623300"/>
          </a:xfrm>
          <a:prstGeom prst="rect">
            <a:avLst/>
          </a:prstGeom>
          <a:noFill/>
          <a:ln>
            <a:noFill/>
          </a:ln>
        </p:spPr>
      </p:pic>
      <p:sp>
        <p:nvSpPr>
          <p:cNvPr id="1382" name="Google Shape;1382;p133"/>
          <p:cNvSpPr txBox="1"/>
          <p:nvPr>
            <p:ph idx="1" type="subTitle"/>
          </p:nvPr>
        </p:nvSpPr>
        <p:spPr>
          <a:xfrm>
            <a:off x="974900" y="3744804"/>
            <a:ext cx="2157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biggest planet in the Solar System”</a:t>
            </a:r>
            <a:endParaRPr sz="1100"/>
          </a:p>
          <a:p>
            <a:pPr indent="0" lvl="0" marL="0" rtl="0" algn="ctr">
              <a:spcBef>
                <a:spcPts val="0"/>
              </a:spcBef>
              <a:spcAft>
                <a:spcPts val="0"/>
              </a:spcAft>
              <a:buClr>
                <a:schemeClr val="dk1"/>
              </a:buClr>
              <a:buSzPts val="1100"/>
              <a:buFont typeface="Arial"/>
              <a:buNone/>
            </a:pPr>
            <a:r>
              <a:t/>
            </a:r>
            <a:endParaRPr/>
          </a:p>
          <a:p>
            <a:pPr indent="0" lvl="0" marL="0" rtl="0" algn="ctr">
              <a:spcBef>
                <a:spcPts val="1600"/>
              </a:spcBef>
              <a:spcAft>
                <a:spcPts val="0"/>
              </a:spcAft>
              <a:buNone/>
            </a:pPr>
            <a:r>
              <a:t/>
            </a:r>
            <a:endParaRPr/>
          </a:p>
        </p:txBody>
      </p:sp>
      <p:sp>
        <p:nvSpPr>
          <p:cNvPr id="1383" name="Google Shape;1383;p133"/>
          <p:cNvSpPr txBox="1"/>
          <p:nvPr>
            <p:ph idx="2" type="subTitle"/>
          </p:nvPr>
        </p:nvSpPr>
        <p:spPr>
          <a:xfrm>
            <a:off x="3554325" y="3744826"/>
            <a:ext cx="2144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 in the Solar System”</a:t>
            </a:r>
            <a:endParaRPr/>
          </a:p>
        </p:txBody>
      </p:sp>
      <p:sp>
        <p:nvSpPr>
          <p:cNvPr id="1384" name="Google Shape;1384;p133"/>
          <p:cNvSpPr txBox="1"/>
          <p:nvPr>
            <p:ph idx="3" type="subTitle"/>
          </p:nvPr>
        </p:nvSpPr>
        <p:spPr>
          <a:xfrm>
            <a:off x="6002400" y="3747226"/>
            <a:ext cx="2144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is the second planet from the Sun”</a:t>
            </a:r>
            <a:endParaRPr/>
          </a:p>
        </p:txBody>
      </p:sp>
      <p:sp>
        <p:nvSpPr>
          <p:cNvPr id="1385" name="Google Shape;1385;p133"/>
          <p:cNvSpPr txBox="1"/>
          <p:nvPr>
            <p:ph idx="4" type="subTitle"/>
          </p:nvPr>
        </p:nvSpPr>
        <p:spPr>
          <a:xfrm>
            <a:off x="965900" y="3428412"/>
            <a:ext cx="2175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HELENA JAMES, 21</a:t>
            </a:r>
            <a:endParaRPr/>
          </a:p>
        </p:txBody>
      </p:sp>
      <p:sp>
        <p:nvSpPr>
          <p:cNvPr id="1386" name="Google Shape;1386;p133"/>
          <p:cNvSpPr txBox="1"/>
          <p:nvPr>
            <p:ph idx="5" type="subTitle"/>
          </p:nvPr>
        </p:nvSpPr>
        <p:spPr>
          <a:xfrm>
            <a:off x="3566479" y="3439312"/>
            <a:ext cx="21447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a:t>
            </a:r>
            <a:r>
              <a:rPr lang="en"/>
              <a:t>DOE, 52</a:t>
            </a:r>
            <a:endParaRPr/>
          </a:p>
        </p:txBody>
      </p:sp>
      <p:sp>
        <p:nvSpPr>
          <p:cNvPr id="1387" name="Google Shape;1387;p133"/>
          <p:cNvSpPr txBox="1"/>
          <p:nvPr>
            <p:ph idx="6" type="subTitle"/>
          </p:nvPr>
        </p:nvSpPr>
        <p:spPr>
          <a:xfrm>
            <a:off x="5987250" y="3439300"/>
            <a:ext cx="2175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PATTERSON, 33</a:t>
            </a:r>
            <a:endParaRPr/>
          </a:p>
        </p:txBody>
      </p:sp>
      <p:sp>
        <p:nvSpPr>
          <p:cNvPr id="1388" name="Google Shape;1388;p133"/>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2" name="Shape 1392"/>
        <p:cNvGrpSpPr/>
        <p:nvPr/>
      </p:nvGrpSpPr>
      <p:grpSpPr>
        <a:xfrm>
          <a:off x="0" y="0"/>
          <a:ext cx="0" cy="0"/>
          <a:chOff x="0" y="0"/>
          <a:chExt cx="0" cy="0"/>
        </a:xfrm>
      </p:grpSpPr>
      <p:sp>
        <p:nvSpPr>
          <p:cNvPr id="1393" name="Google Shape;1393;p134"/>
          <p:cNvSpPr txBox="1"/>
          <p:nvPr>
            <p:ph idx="3" type="subTitle"/>
          </p:nvPr>
        </p:nvSpPr>
        <p:spPr>
          <a:xfrm>
            <a:off x="2101725" y="3396845"/>
            <a:ext cx="2175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JANE DOE</a:t>
            </a:r>
            <a:endParaRPr/>
          </a:p>
        </p:txBody>
      </p:sp>
      <p:sp>
        <p:nvSpPr>
          <p:cNvPr id="1394" name="Google Shape;1394;p134"/>
          <p:cNvSpPr txBox="1"/>
          <p:nvPr>
            <p:ph idx="4" type="subTitle"/>
          </p:nvPr>
        </p:nvSpPr>
        <p:spPr>
          <a:xfrm>
            <a:off x="4789400" y="3395392"/>
            <a:ext cx="21570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1395" name="Google Shape;1395;p134"/>
          <p:cNvSpPr txBox="1"/>
          <p:nvPr>
            <p:ph type="ctrTitle"/>
          </p:nvPr>
        </p:nvSpPr>
        <p:spPr>
          <a:xfrm flipH="1">
            <a:off x="457200" y="445025"/>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396" name="Google Shape;1396;p134"/>
          <p:cNvSpPr/>
          <p:nvPr/>
        </p:nvSpPr>
        <p:spPr>
          <a:xfrm>
            <a:off x="2101725" y="1486500"/>
            <a:ext cx="2175000" cy="18657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34"/>
          <p:cNvSpPr/>
          <p:nvPr/>
        </p:nvSpPr>
        <p:spPr>
          <a:xfrm>
            <a:off x="4779500" y="1486500"/>
            <a:ext cx="2175000" cy="18657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34"/>
          <p:cNvSpPr txBox="1"/>
          <p:nvPr>
            <p:ph idx="1" type="subTitle"/>
          </p:nvPr>
        </p:nvSpPr>
        <p:spPr>
          <a:xfrm>
            <a:off x="2101725" y="3712858"/>
            <a:ext cx="2175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a:t>
            </a:r>
            <a:endParaRPr/>
          </a:p>
          <a:p>
            <a:pPr indent="0" lvl="0" marL="0" rtl="0" algn="ctr">
              <a:spcBef>
                <a:spcPts val="0"/>
              </a:spcBef>
              <a:spcAft>
                <a:spcPts val="0"/>
              </a:spcAft>
              <a:buClr>
                <a:schemeClr val="dk1"/>
              </a:buClr>
              <a:buSzPts val="1100"/>
              <a:buFont typeface="Arial"/>
              <a:buNone/>
            </a:pPr>
            <a:r>
              <a:rPr lang="en"/>
              <a:t>image on the screen</a:t>
            </a:r>
            <a:endParaRPr/>
          </a:p>
          <a:p>
            <a:pPr indent="0" lvl="0" marL="0" rtl="0" algn="ctr">
              <a:spcBef>
                <a:spcPts val="0"/>
              </a:spcBef>
              <a:spcAft>
                <a:spcPts val="0"/>
              </a:spcAft>
              <a:buClr>
                <a:schemeClr val="dk1"/>
              </a:buClr>
              <a:buSzPts val="1100"/>
              <a:buFont typeface="Arial"/>
              <a:buNone/>
            </a:pPr>
            <a:r>
              <a:rPr lang="en"/>
              <a:t>with your own</a:t>
            </a:r>
            <a:endParaRPr/>
          </a:p>
          <a:p>
            <a:pPr indent="0" lvl="0" marL="0" rtl="0" algn="ctr">
              <a:spcBef>
                <a:spcPts val="0"/>
              </a:spcBef>
              <a:spcAft>
                <a:spcPts val="0"/>
              </a:spcAft>
              <a:buClr>
                <a:schemeClr val="dk1"/>
              </a:buClr>
              <a:buSzPts val="1100"/>
              <a:buFont typeface="Arial"/>
              <a:buNone/>
            </a:pPr>
            <a:r>
              <a:t/>
            </a:r>
            <a:endParaRPr/>
          </a:p>
        </p:txBody>
      </p:sp>
      <p:sp>
        <p:nvSpPr>
          <p:cNvPr id="1399" name="Google Shape;1399;p134"/>
          <p:cNvSpPr txBox="1"/>
          <p:nvPr>
            <p:ph idx="2" type="subTitle"/>
          </p:nvPr>
        </p:nvSpPr>
        <p:spPr>
          <a:xfrm>
            <a:off x="4789400" y="3715662"/>
            <a:ext cx="21750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a:t>
            </a:r>
            <a:endParaRPr/>
          </a:p>
          <a:p>
            <a:pPr indent="0" lvl="0" marL="0" rtl="0" algn="ctr">
              <a:spcBef>
                <a:spcPts val="0"/>
              </a:spcBef>
              <a:spcAft>
                <a:spcPts val="0"/>
              </a:spcAft>
              <a:buClr>
                <a:schemeClr val="dk1"/>
              </a:buClr>
              <a:buSzPts val="1100"/>
              <a:buFont typeface="Arial"/>
              <a:buNone/>
            </a:pPr>
            <a:r>
              <a:rPr lang="en"/>
              <a:t>image on the screen</a:t>
            </a:r>
            <a:endParaRPr/>
          </a:p>
          <a:p>
            <a:pPr indent="0" lvl="0" marL="0" rtl="0" algn="ctr">
              <a:spcBef>
                <a:spcPts val="0"/>
              </a:spcBef>
              <a:spcAft>
                <a:spcPts val="0"/>
              </a:spcAft>
              <a:buClr>
                <a:schemeClr val="dk1"/>
              </a:buClr>
              <a:buSzPts val="1100"/>
              <a:buFont typeface="Arial"/>
              <a:buNone/>
            </a:pPr>
            <a:r>
              <a:rPr lang="en"/>
              <a:t>with your own</a:t>
            </a:r>
            <a:endParaRPr/>
          </a:p>
          <a:p>
            <a:pPr indent="0" lvl="0" marL="0" rtl="0" algn="ctr">
              <a:spcBef>
                <a:spcPts val="0"/>
              </a:spcBef>
              <a:spcAft>
                <a:spcPts val="0"/>
              </a:spcAft>
              <a:buClr>
                <a:schemeClr val="dk1"/>
              </a:buClr>
              <a:buSzPts val="1100"/>
              <a:buFont typeface="Arial"/>
              <a:buNone/>
            </a:pPr>
            <a:r>
              <a:t/>
            </a:r>
            <a:endParaRPr/>
          </a:p>
        </p:txBody>
      </p:sp>
      <p:pic>
        <p:nvPicPr>
          <p:cNvPr id="1400" name="Google Shape;1400;p134"/>
          <p:cNvPicPr preferRelativeResize="0"/>
          <p:nvPr/>
        </p:nvPicPr>
        <p:blipFill rotWithShape="1">
          <a:blip r:embed="rId3">
            <a:alphaModFix/>
          </a:blip>
          <a:srcRect b="0" l="0" r="32437" t="0"/>
          <a:stretch/>
        </p:blipFill>
        <p:spPr>
          <a:xfrm>
            <a:off x="2218013" y="1610924"/>
            <a:ext cx="1942425" cy="1616851"/>
          </a:xfrm>
          <a:prstGeom prst="rect">
            <a:avLst/>
          </a:prstGeom>
          <a:noFill/>
          <a:ln>
            <a:noFill/>
          </a:ln>
        </p:spPr>
      </p:pic>
      <p:pic>
        <p:nvPicPr>
          <p:cNvPr id="1401" name="Google Shape;1401;p134"/>
          <p:cNvPicPr preferRelativeResize="0"/>
          <p:nvPr/>
        </p:nvPicPr>
        <p:blipFill rotWithShape="1">
          <a:blip r:embed="rId4">
            <a:alphaModFix/>
          </a:blip>
          <a:srcRect b="0" l="10019" r="10019" t="0"/>
          <a:stretch/>
        </p:blipFill>
        <p:spPr>
          <a:xfrm>
            <a:off x="4895788" y="1610924"/>
            <a:ext cx="1942423" cy="1616852"/>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 name="Shape 1405"/>
        <p:cNvGrpSpPr/>
        <p:nvPr/>
      </p:nvGrpSpPr>
      <p:grpSpPr>
        <a:xfrm>
          <a:off x="0" y="0"/>
          <a:ext cx="0" cy="0"/>
          <a:chOff x="0" y="0"/>
          <a:chExt cx="0" cy="0"/>
        </a:xfrm>
      </p:grpSpPr>
      <p:sp>
        <p:nvSpPr>
          <p:cNvPr id="1406" name="Google Shape;1406;p13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AWARDS</a:t>
            </a:r>
            <a:endParaRPr/>
          </a:p>
        </p:txBody>
      </p:sp>
      <p:sp>
        <p:nvSpPr>
          <p:cNvPr id="1407" name="Google Shape;1407;p135"/>
          <p:cNvSpPr txBox="1"/>
          <p:nvPr>
            <p:ph idx="2" type="ctrTitle"/>
          </p:nvPr>
        </p:nvSpPr>
        <p:spPr>
          <a:xfrm>
            <a:off x="1690457" y="1900424"/>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08" name="Google Shape;1408;p135"/>
          <p:cNvSpPr txBox="1"/>
          <p:nvPr>
            <p:ph idx="1" type="subTitle"/>
          </p:nvPr>
        </p:nvSpPr>
        <p:spPr>
          <a:xfrm>
            <a:off x="2051807" y="236977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09" name="Google Shape;1409;p135"/>
          <p:cNvSpPr txBox="1"/>
          <p:nvPr>
            <p:ph idx="3" type="ctrTitle"/>
          </p:nvPr>
        </p:nvSpPr>
        <p:spPr>
          <a:xfrm>
            <a:off x="1690457" y="3405003"/>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a:t>
            </a:r>
            <a:endParaRPr/>
          </a:p>
        </p:txBody>
      </p:sp>
      <p:sp>
        <p:nvSpPr>
          <p:cNvPr id="1410" name="Google Shape;1410;p135"/>
          <p:cNvSpPr txBox="1"/>
          <p:nvPr>
            <p:ph idx="4" type="subTitle"/>
          </p:nvPr>
        </p:nvSpPr>
        <p:spPr>
          <a:xfrm>
            <a:off x="2051807" y="387172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11" name="Google Shape;1411;p135"/>
          <p:cNvSpPr txBox="1"/>
          <p:nvPr>
            <p:ph idx="5" type="ctrTitle"/>
          </p:nvPr>
        </p:nvSpPr>
        <p:spPr>
          <a:xfrm>
            <a:off x="4824357" y="1900424"/>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sp>
        <p:nvSpPr>
          <p:cNvPr id="1412" name="Google Shape;1412;p135"/>
          <p:cNvSpPr txBox="1"/>
          <p:nvPr>
            <p:ph idx="6" type="subTitle"/>
          </p:nvPr>
        </p:nvSpPr>
        <p:spPr>
          <a:xfrm>
            <a:off x="5185707" y="236977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13" name="Google Shape;1413;p135"/>
          <p:cNvSpPr txBox="1"/>
          <p:nvPr>
            <p:ph idx="7" type="ctrTitle"/>
          </p:nvPr>
        </p:nvSpPr>
        <p:spPr>
          <a:xfrm>
            <a:off x="4824357" y="3405003"/>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414" name="Google Shape;1414;p135"/>
          <p:cNvSpPr txBox="1"/>
          <p:nvPr>
            <p:ph idx="8" type="subTitle"/>
          </p:nvPr>
        </p:nvSpPr>
        <p:spPr>
          <a:xfrm>
            <a:off x="5185707" y="3871725"/>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grpSp>
        <p:nvGrpSpPr>
          <p:cNvPr id="1415" name="Google Shape;1415;p135"/>
          <p:cNvGrpSpPr/>
          <p:nvPr/>
        </p:nvGrpSpPr>
        <p:grpSpPr>
          <a:xfrm>
            <a:off x="2789876" y="1576250"/>
            <a:ext cx="430341" cy="432332"/>
            <a:chOff x="-12199250" y="2530225"/>
            <a:chExt cx="352075" cy="353675"/>
          </a:xfrm>
        </p:grpSpPr>
        <p:sp>
          <p:nvSpPr>
            <p:cNvPr id="1416" name="Google Shape;1416;p13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3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3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3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135"/>
          <p:cNvGrpSpPr/>
          <p:nvPr/>
        </p:nvGrpSpPr>
        <p:grpSpPr>
          <a:xfrm>
            <a:off x="5950606" y="1633459"/>
            <a:ext cx="376675" cy="375204"/>
            <a:chOff x="-42062025" y="2316000"/>
            <a:chExt cx="319000" cy="317700"/>
          </a:xfrm>
        </p:grpSpPr>
        <p:sp>
          <p:nvSpPr>
            <p:cNvPr id="1421" name="Google Shape;1421;p13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3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135"/>
          <p:cNvGrpSpPr/>
          <p:nvPr/>
        </p:nvGrpSpPr>
        <p:grpSpPr>
          <a:xfrm>
            <a:off x="2825015" y="3150269"/>
            <a:ext cx="360081" cy="360025"/>
            <a:chOff x="5648375" y="1427025"/>
            <a:chExt cx="483200" cy="483125"/>
          </a:xfrm>
        </p:grpSpPr>
        <p:sp>
          <p:nvSpPr>
            <p:cNvPr id="1424" name="Google Shape;1424;p13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425" name="Google Shape;1425;p13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426" name="Google Shape;1426;p135"/>
          <p:cNvGrpSpPr/>
          <p:nvPr/>
        </p:nvGrpSpPr>
        <p:grpSpPr>
          <a:xfrm>
            <a:off x="5947526" y="3128452"/>
            <a:ext cx="382830" cy="386003"/>
            <a:chOff x="-61782550" y="2664925"/>
            <a:chExt cx="316650" cy="319275"/>
          </a:xfrm>
        </p:grpSpPr>
        <p:sp>
          <p:nvSpPr>
            <p:cNvPr id="1427" name="Google Shape;1427;p135"/>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35"/>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35"/>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06"/>
                                        </p:tgtEl>
                                        <p:attrNameLst>
                                          <p:attrName>style.visibility</p:attrName>
                                        </p:attrNameLst>
                                      </p:cBhvr>
                                      <p:to>
                                        <p:strVal val="visible"/>
                                      </p:to>
                                    </p:set>
                                    <p:anim calcmode="lin" valueType="num">
                                      <p:cBhvr additive="base">
                                        <p:cTn dur="1000"/>
                                        <p:tgtEl>
                                          <p:spTgt spid="140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07"/>
                                        </p:tgtEl>
                                        <p:attrNameLst>
                                          <p:attrName>style.visibility</p:attrName>
                                        </p:attrNameLst>
                                      </p:cBhvr>
                                      <p:to>
                                        <p:strVal val="visible"/>
                                      </p:to>
                                    </p:set>
                                    <p:animEffect filter="fade" transition="in">
                                      <p:cBhvr>
                                        <p:cTn dur="1000"/>
                                        <p:tgtEl>
                                          <p:spTgt spid="1407"/>
                                        </p:tgtEl>
                                      </p:cBhvr>
                                    </p:animEffect>
                                  </p:childTnLst>
                                </p:cTn>
                              </p:par>
                              <p:par>
                                <p:cTn fill="hold" nodeType="withEffect" presetClass="entr" presetID="10" presetSubtype="0">
                                  <p:stCondLst>
                                    <p:cond delay="0"/>
                                  </p:stCondLst>
                                  <p:childTnLst>
                                    <p:set>
                                      <p:cBhvr>
                                        <p:cTn dur="1" fill="hold">
                                          <p:stCondLst>
                                            <p:cond delay="0"/>
                                          </p:stCondLst>
                                        </p:cTn>
                                        <p:tgtEl>
                                          <p:spTgt spid="1408"/>
                                        </p:tgtEl>
                                        <p:attrNameLst>
                                          <p:attrName>style.visibility</p:attrName>
                                        </p:attrNameLst>
                                      </p:cBhvr>
                                      <p:to>
                                        <p:strVal val="visible"/>
                                      </p:to>
                                    </p:set>
                                    <p:animEffect filter="fade" transition="in">
                                      <p:cBhvr>
                                        <p:cTn dur="1000"/>
                                        <p:tgtEl>
                                          <p:spTgt spid="1408"/>
                                        </p:tgtEl>
                                      </p:cBhvr>
                                    </p:animEffect>
                                  </p:childTnLst>
                                </p:cTn>
                              </p:par>
                              <p:par>
                                <p:cTn fill="hold" nodeType="withEffect" presetClass="entr" presetID="10" presetSubtype="0">
                                  <p:stCondLst>
                                    <p:cond delay="0"/>
                                  </p:stCondLst>
                                  <p:childTnLst>
                                    <p:set>
                                      <p:cBhvr>
                                        <p:cTn dur="1" fill="hold">
                                          <p:stCondLst>
                                            <p:cond delay="0"/>
                                          </p:stCondLst>
                                        </p:cTn>
                                        <p:tgtEl>
                                          <p:spTgt spid="1415"/>
                                        </p:tgtEl>
                                        <p:attrNameLst>
                                          <p:attrName>style.visibility</p:attrName>
                                        </p:attrNameLst>
                                      </p:cBhvr>
                                      <p:to>
                                        <p:strVal val="visible"/>
                                      </p:to>
                                    </p:set>
                                    <p:animEffect filter="fade" transition="in">
                                      <p:cBhvr>
                                        <p:cTn dur="1000"/>
                                        <p:tgtEl>
                                          <p:spTgt spid="141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1"/>
                                        </p:tgtEl>
                                        <p:attrNameLst>
                                          <p:attrName>style.visibility</p:attrName>
                                        </p:attrNameLst>
                                      </p:cBhvr>
                                      <p:to>
                                        <p:strVal val="visible"/>
                                      </p:to>
                                    </p:set>
                                    <p:animEffect filter="fade" transition="in">
                                      <p:cBhvr>
                                        <p:cTn dur="1000"/>
                                        <p:tgtEl>
                                          <p:spTgt spid="1411"/>
                                        </p:tgtEl>
                                      </p:cBhvr>
                                    </p:animEffect>
                                  </p:childTnLst>
                                </p:cTn>
                              </p:par>
                              <p:par>
                                <p:cTn fill="hold" nodeType="withEffect" presetClass="entr" presetID="10" presetSubtype="0">
                                  <p:stCondLst>
                                    <p:cond delay="0"/>
                                  </p:stCondLst>
                                  <p:childTnLst>
                                    <p:set>
                                      <p:cBhvr>
                                        <p:cTn dur="1" fill="hold">
                                          <p:stCondLst>
                                            <p:cond delay="0"/>
                                          </p:stCondLst>
                                        </p:cTn>
                                        <p:tgtEl>
                                          <p:spTgt spid="1412"/>
                                        </p:tgtEl>
                                        <p:attrNameLst>
                                          <p:attrName>style.visibility</p:attrName>
                                        </p:attrNameLst>
                                      </p:cBhvr>
                                      <p:to>
                                        <p:strVal val="visible"/>
                                      </p:to>
                                    </p:set>
                                    <p:animEffect filter="fade" transition="in">
                                      <p:cBhvr>
                                        <p:cTn dur="1000"/>
                                        <p:tgtEl>
                                          <p:spTgt spid="1412"/>
                                        </p:tgtEl>
                                      </p:cBhvr>
                                    </p:animEffect>
                                  </p:childTnLst>
                                </p:cTn>
                              </p:par>
                              <p:par>
                                <p:cTn fill="hold" nodeType="withEffect" presetClass="entr" presetID="10" presetSubtype="0">
                                  <p:stCondLst>
                                    <p:cond delay="0"/>
                                  </p:stCondLst>
                                  <p:childTnLst>
                                    <p:set>
                                      <p:cBhvr>
                                        <p:cTn dur="1" fill="hold">
                                          <p:stCondLst>
                                            <p:cond delay="0"/>
                                          </p:stCondLst>
                                        </p:cTn>
                                        <p:tgtEl>
                                          <p:spTgt spid="1420"/>
                                        </p:tgtEl>
                                        <p:attrNameLst>
                                          <p:attrName>style.visibility</p:attrName>
                                        </p:attrNameLst>
                                      </p:cBhvr>
                                      <p:to>
                                        <p:strVal val="visible"/>
                                      </p:to>
                                    </p:set>
                                    <p:animEffect filter="fade" transition="in">
                                      <p:cBhvr>
                                        <p:cTn dur="1000"/>
                                        <p:tgtEl>
                                          <p:spTgt spid="14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0"/>
                                        </p:tgtEl>
                                        <p:attrNameLst>
                                          <p:attrName>style.visibility</p:attrName>
                                        </p:attrNameLst>
                                      </p:cBhvr>
                                      <p:to>
                                        <p:strVal val="visible"/>
                                      </p:to>
                                    </p:set>
                                    <p:animEffect filter="fade" transition="in">
                                      <p:cBhvr>
                                        <p:cTn dur="1000"/>
                                        <p:tgtEl>
                                          <p:spTgt spid="1410"/>
                                        </p:tgtEl>
                                      </p:cBhvr>
                                    </p:animEffect>
                                  </p:childTnLst>
                                </p:cTn>
                              </p:par>
                              <p:par>
                                <p:cTn fill="hold" nodeType="withEffect" presetClass="entr" presetID="10" presetSubtype="0">
                                  <p:stCondLst>
                                    <p:cond delay="0"/>
                                  </p:stCondLst>
                                  <p:childTnLst>
                                    <p:set>
                                      <p:cBhvr>
                                        <p:cTn dur="1" fill="hold">
                                          <p:stCondLst>
                                            <p:cond delay="0"/>
                                          </p:stCondLst>
                                        </p:cTn>
                                        <p:tgtEl>
                                          <p:spTgt spid="1423"/>
                                        </p:tgtEl>
                                        <p:attrNameLst>
                                          <p:attrName>style.visibility</p:attrName>
                                        </p:attrNameLst>
                                      </p:cBhvr>
                                      <p:to>
                                        <p:strVal val="visible"/>
                                      </p:to>
                                    </p:set>
                                    <p:animEffect filter="fade" transition="in">
                                      <p:cBhvr>
                                        <p:cTn dur="1000"/>
                                        <p:tgtEl>
                                          <p:spTgt spid="1423"/>
                                        </p:tgtEl>
                                      </p:cBhvr>
                                    </p:animEffect>
                                  </p:childTnLst>
                                </p:cTn>
                              </p:par>
                              <p:par>
                                <p:cTn fill="hold" nodeType="withEffect" presetClass="entr" presetID="10" presetSubtype="0">
                                  <p:stCondLst>
                                    <p:cond delay="0"/>
                                  </p:stCondLst>
                                  <p:childTnLst>
                                    <p:set>
                                      <p:cBhvr>
                                        <p:cTn dur="1" fill="hold">
                                          <p:stCondLst>
                                            <p:cond delay="0"/>
                                          </p:stCondLst>
                                        </p:cTn>
                                        <p:tgtEl>
                                          <p:spTgt spid="1409"/>
                                        </p:tgtEl>
                                        <p:attrNameLst>
                                          <p:attrName>style.visibility</p:attrName>
                                        </p:attrNameLst>
                                      </p:cBhvr>
                                      <p:to>
                                        <p:strVal val="visible"/>
                                      </p:to>
                                    </p:set>
                                    <p:animEffect filter="fade" transition="in">
                                      <p:cBhvr>
                                        <p:cTn dur="1000"/>
                                        <p:tgtEl>
                                          <p:spTgt spid="140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13"/>
                                        </p:tgtEl>
                                        <p:attrNameLst>
                                          <p:attrName>style.visibility</p:attrName>
                                        </p:attrNameLst>
                                      </p:cBhvr>
                                      <p:to>
                                        <p:strVal val="visible"/>
                                      </p:to>
                                    </p:set>
                                    <p:animEffect filter="fade" transition="in">
                                      <p:cBhvr>
                                        <p:cTn dur="1000"/>
                                        <p:tgtEl>
                                          <p:spTgt spid="1413"/>
                                        </p:tgtEl>
                                      </p:cBhvr>
                                    </p:animEffect>
                                  </p:childTnLst>
                                </p:cTn>
                              </p:par>
                              <p:par>
                                <p:cTn fill="hold" nodeType="withEffect" presetClass="entr" presetID="10" presetSubtype="0">
                                  <p:stCondLst>
                                    <p:cond delay="0"/>
                                  </p:stCondLst>
                                  <p:childTnLst>
                                    <p:set>
                                      <p:cBhvr>
                                        <p:cTn dur="1" fill="hold">
                                          <p:stCondLst>
                                            <p:cond delay="0"/>
                                          </p:stCondLst>
                                        </p:cTn>
                                        <p:tgtEl>
                                          <p:spTgt spid="1414"/>
                                        </p:tgtEl>
                                        <p:attrNameLst>
                                          <p:attrName>style.visibility</p:attrName>
                                        </p:attrNameLst>
                                      </p:cBhvr>
                                      <p:to>
                                        <p:strVal val="visible"/>
                                      </p:to>
                                    </p:set>
                                    <p:animEffect filter="fade" transition="in">
                                      <p:cBhvr>
                                        <p:cTn dur="1000"/>
                                        <p:tgtEl>
                                          <p:spTgt spid="1414"/>
                                        </p:tgtEl>
                                      </p:cBhvr>
                                    </p:animEffect>
                                  </p:childTnLst>
                                </p:cTn>
                              </p:par>
                              <p:par>
                                <p:cTn fill="hold" nodeType="withEffect" presetClass="entr" presetID="10" presetSubtype="0">
                                  <p:stCondLst>
                                    <p:cond delay="0"/>
                                  </p:stCondLst>
                                  <p:childTnLst>
                                    <p:set>
                                      <p:cBhvr>
                                        <p:cTn dur="1" fill="hold">
                                          <p:stCondLst>
                                            <p:cond delay="0"/>
                                          </p:stCondLst>
                                        </p:cTn>
                                        <p:tgtEl>
                                          <p:spTgt spid="1426"/>
                                        </p:tgtEl>
                                        <p:attrNameLst>
                                          <p:attrName>style.visibility</p:attrName>
                                        </p:attrNameLst>
                                      </p:cBhvr>
                                      <p:to>
                                        <p:strVal val="visible"/>
                                      </p:to>
                                    </p:set>
                                    <p:animEffect filter="fade" transition="in">
                                      <p:cBhvr>
                                        <p:cTn dur="1000"/>
                                        <p:tgtEl>
                                          <p:spTgt spid="142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3" name="Shape 1433"/>
        <p:cNvGrpSpPr/>
        <p:nvPr/>
      </p:nvGrpSpPr>
      <p:grpSpPr>
        <a:xfrm>
          <a:off x="0" y="0"/>
          <a:ext cx="0" cy="0"/>
          <a:chOff x="0" y="0"/>
          <a:chExt cx="0" cy="0"/>
        </a:xfrm>
      </p:grpSpPr>
      <p:sp>
        <p:nvSpPr>
          <p:cNvPr id="1434" name="Google Shape;1434;p136"/>
          <p:cNvSpPr txBox="1"/>
          <p:nvPr>
            <p:ph idx="4" type="subTitle"/>
          </p:nvPr>
        </p:nvSpPr>
        <p:spPr>
          <a:xfrm>
            <a:off x="2604623" y="284257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35" name="Google Shape;1435;p13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AWARDS</a:t>
            </a:r>
            <a:endParaRPr/>
          </a:p>
          <a:p>
            <a:pPr indent="0" lvl="0" marL="0" rtl="0" algn="ctr">
              <a:spcBef>
                <a:spcPts val="0"/>
              </a:spcBef>
              <a:spcAft>
                <a:spcPts val="0"/>
              </a:spcAft>
              <a:buNone/>
            </a:pPr>
            <a:r>
              <a:t/>
            </a:r>
            <a:endParaRPr/>
          </a:p>
        </p:txBody>
      </p:sp>
      <p:sp>
        <p:nvSpPr>
          <p:cNvPr id="1436" name="Google Shape;1436;p136"/>
          <p:cNvSpPr txBox="1"/>
          <p:nvPr>
            <p:ph idx="2" type="ctrTitle"/>
          </p:nvPr>
        </p:nvSpPr>
        <p:spPr>
          <a:xfrm>
            <a:off x="229439" y="2376009"/>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p>
        </p:txBody>
      </p:sp>
      <p:sp>
        <p:nvSpPr>
          <p:cNvPr id="1437" name="Google Shape;1437;p136"/>
          <p:cNvSpPr txBox="1"/>
          <p:nvPr>
            <p:ph idx="1" type="subTitle"/>
          </p:nvPr>
        </p:nvSpPr>
        <p:spPr>
          <a:xfrm>
            <a:off x="590789" y="283747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38" name="Google Shape;1438;p136"/>
          <p:cNvSpPr txBox="1"/>
          <p:nvPr>
            <p:ph idx="3" type="ctrTitle"/>
          </p:nvPr>
        </p:nvSpPr>
        <p:spPr>
          <a:xfrm>
            <a:off x="2243273" y="2381109"/>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a:t>
            </a:r>
            <a:endParaRPr/>
          </a:p>
        </p:txBody>
      </p:sp>
      <p:sp>
        <p:nvSpPr>
          <p:cNvPr id="1439" name="Google Shape;1439;p136"/>
          <p:cNvSpPr txBox="1"/>
          <p:nvPr>
            <p:ph idx="5" type="ctrTitle"/>
          </p:nvPr>
        </p:nvSpPr>
        <p:spPr>
          <a:xfrm>
            <a:off x="4285903" y="23865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sp>
        <p:nvSpPr>
          <p:cNvPr id="1440" name="Google Shape;1440;p136"/>
          <p:cNvSpPr txBox="1"/>
          <p:nvPr>
            <p:ph idx="6" type="subTitle"/>
          </p:nvPr>
        </p:nvSpPr>
        <p:spPr>
          <a:xfrm>
            <a:off x="4647253" y="2847969"/>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sp>
        <p:nvSpPr>
          <p:cNvPr id="1441" name="Google Shape;1441;p136"/>
          <p:cNvSpPr txBox="1"/>
          <p:nvPr>
            <p:ph idx="7" type="ctrTitle"/>
          </p:nvPr>
        </p:nvSpPr>
        <p:spPr>
          <a:xfrm>
            <a:off x="6290426" y="2391606"/>
            <a:ext cx="262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442" name="Google Shape;1442;p136"/>
          <p:cNvSpPr txBox="1"/>
          <p:nvPr>
            <p:ph idx="8" type="subTitle"/>
          </p:nvPr>
        </p:nvSpPr>
        <p:spPr>
          <a:xfrm>
            <a:off x="6651776" y="2853069"/>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talk about this achievement</a:t>
            </a:r>
            <a:endParaRPr/>
          </a:p>
        </p:txBody>
      </p:sp>
      <p:grpSp>
        <p:nvGrpSpPr>
          <p:cNvPr id="1443" name="Google Shape;1443;p136"/>
          <p:cNvGrpSpPr/>
          <p:nvPr/>
        </p:nvGrpSpPr>
        <p:grpSpPr>
          <a:xfrm>
            <a:off x="1373909" y="1932806"/>
            <a:ext cx="340221" cy="340168"/>
            <a:chOff x="5648375" y="1427025"/>
            <a:chExt cx="483200" cy="483125"/>
          </a:xfrm>
        </p:grpSpPr>
        <p:sp>
          <p:nvSpPr>
            <p:cNvPr id="1444" name="Google Shape;1444;p13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45" name="Google Shape;1445;p13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46" name="Google Shape;1446;p136"/>
          <p:cNvGrpSpPr/>
          <p:nvPr/>
        </p:nvGrpSpPr>
        <p:grpSpPr>
          <a:xfrm>
            <a:off x="3370069" y="1915862"/>
            <a:ext cx="375591" cy="374060"/>
            <a:chOff x="-42062025" y="2316000"/>
            <a:chExt cx="319000" cy="317700"/>
          </a:xfrm>
        </p:grpSpPr>
        <p:sp>
          <p:nvSpPr>
            <p:cNvPr id="1447" name="Google Shape;1447;p13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3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 name="Google Shape;1449;p136"/>
          <p:cNvSpPr/>
          <p:nvPr/>
        </p:nvSpPr>
        <p:spPr>
          <a:xfrm>
            <a:off x="5425719" y="191555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 name="Google Shape;1450;p136"/>
          <p:cNvGrpSpPr/>
          <p:nvPr/>
        </p:nvGrpSpPr>
        <p:grpSpPr>
          <a:xfrm>
            <a:off x="7425991" y="1917927"/>
            <a:ext cx="358056" cy="369913"/>
            <a:chOff x="-62148000" y="1930075"/>
            <a:chExt cx="309550" cy="319800"/>
          </a:xfrm>
        </p:grpSpPr>
        <p:sp>
          <p:nvSpPr>
            <p:cNvPr id="1451" name="Google Shape;1451;p13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3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35"/>
                                        </p:tgtEl>
                                        <p:attrNameLst>
                                          <p:attrName>style.visibility</p:attrName>
                                        </p:attrNameLst>
                                      </p:cBhvr>
                                      <p:to>
                                        <p:strVal val="visible"/>
                                      </p:to>
                                    </p:set>
                                    <p:anim calcmode="lin" valueType="num">
                                      <p:cBhvr additive="base">
                                        <p:cTn dur="1000"/>
                                        <p:tgtEl>
                                          <p:spTgt spid="143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36"/>
                                        </p:tgtEl>
                                        <p:attrNameLst>
                                          <p:attrName>style.visibility</p:attrName>
                                        </p:attrNameLst>
                                      </p:cBhvr>
                                      <p:to>
                                        <p:strVal val="visible"/>
                                      </p:to>
                                    </p:set>
                                    <p:animEffect filter="fade" transition="in">
                                      <p:cBhvr>
                                        <p:cTn dur="1000"/>
                                        <p:tgtEl>
                                          <p:spTgt spid="1436"/>
                                        </p:tgtEl>
                                      </p:cBhvr>
                                    </p:animEffect>
                                  </p:childTnLst>
                                </p:cTn>
                              </p:par>
                              <p:par>
                                <p:cTn fill="hold" nodeType="withEffect" presetClass="entr" presetID="10" presetSubtype="0">
                                  <p:stCondLst>
                                    <p:cond delay="0"/>
                                  </p:stCondLst>
                                  <p:childTnLst>
                                    <p:set>
                                      <p:cBhvr>
                                        <p:cTn dur="1" fill="hold">
                                          <p:stCondLst>
                                            <p:cond delay="0"/>
                                          </p:stCondLst>
                                        </p:cTn>
                                        <p:tgtEl>
                                          <p:spTgt spid="1437"/>
                                        </p:tgtEl>
                                        <p:attrNameLst>
                                          <p:attrName>style.visibility</p:attrName>
                                        </p:attrNameLst>
                                      </p:cBhvr>
                                      <p:to>
                                        <p:strVal val="visible"/>
                                      </p:to>
                                    </p:set>
                                    <p:animEffect filter="fade" transition="in">
                                      <p:cBhvr>
                                        <p:cTn dur="1000"/>
                                        <p:tgtEl>
                                          <p:spTgt spid="143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34"/>
                                        </p:tgtEl>
                                        <p:attrNameLst>
                                          <p:attrName>style.visibility</p:attrName>
                                        </p:attrNameLst>
                                      </p:cBhvr>
                                      <p:to>
                                        <p:strVal val="visible"/>
                                      </p:to>
                                    </p:set>
                                    <p:animEffect filter="fade" transition="in">
                                      <p:cBhvr>
                                        <p:cTn dur="1000"/>
                                        <p:tgtEl>
                                          <p:spTgt spid="1434"/>
                                        </p:tgtEl>
                                      </p:cBhvr>
                                    </p:animEffect>
                                  </p:childTnLst>
                                </p:cTn>
                              </p:par>
                              <p:par>
                                <p:cTn fill="hold" nodeType="withEffect" presetClass="entr" presetID="10" presetSubtype="0">
                                  <p:stCondLst>
                                    <p:cond delay="0"/>
                                  </p:stCondLst>
                                  <p:childTnLst>
                                    <p:set>
                                      <p:cBhvr>
                                        <p:cTn dur="1" fill="hold">
                                          <p:stCondLst>
                                            <p:cond delay="0"/>
                                          </p:stCondLst>
                                        </p:cTn>
                                        <p:tgtEl>
                                          <p:spTgt spid="1438"/>
                                        </p:tgtEl>
                                        <p:attrNameLst>
                                          <p:attrName>style.visibility</p:attrName>
                                        </p:attrNameLst>
                                      </p:cBhvr>
                                      <p:to>
                                        <p:strVal val="visible"/>
                                      </p:to>
                                    </p:set>
                                    <p:animEffect filter="fade" transition="in">
                                      <p:cBhvr>
                                        <p:cTn dur="1000"/>
                                        <p:tgtEl>
                                          <p:spTgt spid="143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39"/>
                                        </p:tgtEl>
                                        <p:attrNameLst>
                                          <p:attrName>style.visibility</p:attrName>
                                        </p:attrNameLst>
                                      </p:cBhvr>
                                      <p:to>
                                        <p:strVal val="visible"/>
                                      </p:to>
                                    </p:set>
                                    <p:animEffect filter="fade" transition="in">
                                      <p:cBhvr>
                                        <p:cTn dur="1000"/>
                                        <p:tgtEl>
                                          <p:spTgt spid="1439"/>
                                        </p:tgtEl>
                                      </p:cBhvr>
                                    </p:animEffect>
                                  </p:childTnLst>
                                </p:cTn>
                              </p:par>
                              <p:par>
                                <p:cTn fill="hold" nodeType="withEffect" presetClass="entr" presetID="10" presetSubtype="0">
                                  <p:stCondLst>
                                    <p:cond delay="0"/>
                                  </p:stCondLst>
                                  <p:childTnLst>
                                    <p:set>
                                      <p:cBhvr>
                                        <p:cTn dur="1" fill="hold">
                                          <p:stCondLst>
                                            <p:cond delay="0"/>
                                          </p:stCondLst>
                                        </p:cTn>
                                        <p:tgtEl>
                                          <p:spTgt spid="1440"/>
                                        </p:tgtEl>
                                        <p:attrNameLst>
                                          <p:attrName>style.visibility</p:attrName>
                                        </p:attrNameLst>
                                      </p:cBhvr>
                                      <p:to>
                                        <p:strVal val="visible"/>
                                      </p:to>
                                    </p:set>
                                    <p:animEffect filter="fade" transition="in">
                                      <p:cBhvr>
                                        <p:cTn dur="1000"/>
                                        <p:tgtEl>
                                          <p:spTgt spid="14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441"/>
                                        </p:tgtEl>
                                        <p:attrNameLst>
                                          <p:attrName>style.visibility</p:attrName>
                                        </p:attrNameLst>
                                      </p:cBhvr>
                                      <p:to>
                                        <p:strVal val="visible"/>
                                      </p:to>
                                    </p:set>
                                    <p:animEffect filter="fade" transition="in">
                                      <p:cBhvr>
                                        <p:cTn dur="1000"/>
                                        <p:tgtEl>
                                          <p:spTgt spid="1441"/>
                                        </p:tgtEl>
                                      </p:cBhvr>
                                    </p:animEffect>
                                  </p:childTnLst>
                                </p:cTn>
                              </p:par>
                              <p:par>
                                <p:cTn fill="hold" nodeType="withEffect" presetClass="entr" presetID="10" presetSubtype="0">
                                  <p:stCondLst>
                                    <p:cond delay="0"/>
                                  </p:stCondLst>
                                  <p:childTnLst>
                                    <p:set>
                                      <p:cBhvr>
                                        <p:cTn dur="1" fill="hold">
                                          <p:stCondLst>
                                            <p:cond delay="0"/>
                                          </p:stCondLst>
                                        </p:cTn>
                                        <p:tgtEl>
                                          <p:spTgt spid="1442"/>
                                        </p:tgtEl>
                                        <p:attrNameLst>
                                          <p:attrName>style.visibility</p:attrName>
                                        </p:attrNameLst>
                                      </p:cBhvr>
                                      <p:to>
                                        <p:strVal val="visible"/>
                                      </p:to>
                                    </p:set>
                                    <p:animEffect filter="fade" transition="in">
                                      <p:cBhvr>
                                        <p:cTn dur="1000"/>
                                        <p:tgtEl>
                                          <p:spTgt spid="14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137"/>
          <p:cNvSpPr/>
          <p:nvPr/>
        </p:nvSpPr>
        <p:spPr>
          <a:xfrm>
            <a:off x="452375" y="2551475"/>
            <a:ext cx="2585400" cy="943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37"/>
          <p:cNvSpPr/>
          <p:nvPr/>
        </p:nvSpPr>
        <p:spPr>
          <a:xfrm>
            <a:off x="6016650" y="1526975"/>
            <a:ext cx="2670000" cy="8919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37"/>
          <p:cNvSpPr/>
          <p:nvPr/>
        </p:nvSpPr>
        <p:spPr>
          <a:xfrm>
            <a:off x="6016650" y="2549176"/>
            <a:ext cx="2670000" cy="943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37"/>
          <p:cNvSpPr/>
          <p:nvPr/>
        </p:nvSpPr>
        <p:spPr>
          <a:xfrm>
            <a:off x="452375" y="1477600"/>
            <a:ext cx="2585400" cy="943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37"/>
          <p:cNvSpPr txBox="1"/>
          <p:nvPr>
            <p:ph idx="8" type="title"/>
          </p:nvPr>
        </p:nvSpPr>
        <p:spPr>
          <a:xfrm>
            <a:off x="6369300" y="2549402"/>
            <a:ext cx="2013600" cy="45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2020</a:t>
            </a:r>
            <a:endParaRPr/>
          </a:p>
        </p:txBody>
      </p:sp>
      <p:sp>
        <p:nvSpPr>
          <p:cNvPr id="1462" name="Google Shape;1462;p137"/>
          <p:cNvSpPr/>
          <p:nvPr/>
        </p:nvSpPr>
        <p:spPr>
          <a:xfrm>
            <a:off x="3445646" y="1526975"/>
            <a:ext cx="2272982" cy="1967028"/>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37"/>
          <p:cNvSpPr txBox="1"/>
          <p:nvPr>
            <p:ph idx="3" type="subTitle"/>
          </p:nvPr>
        </p:nvSpPr>
        <p:spPr>
          <a:xfrm>
            <a:off x="763375" y="2854584"/>
            <a:ext cx="20136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talk about this achievement</a:t>
            </a:r>
            <a:endParaRPr/>
          </a:p>
          <a:p>
            <a:pPr indent="0" lvl="0" marL="0" rtl="0" algn="l">
              <a:spcBef>
                <a:spcPts val="0"/>
              </a:spcBef>
              <a:spcAft>
                <a:spcPts val="0"/>
              </a:spcAft>
              <a:buNone/>
            </a:pPr>
            <a:r>
              <a:t/>
            </a:r>
            <a:endParaRPr/>
          </a:p>
        </p:txBody>
      </p:sp>
      <p:sp>
        <p:nvSpPr>
          <p:cNvPr id="1464" name="Google Shape;1464;p137"/>
          <p:cNvSpPr txBox="1"/>
          <p:nvPr>
            <p:ph idx="5" type="subTitle"/>
          </p:nvPr>
        </p:nvSpPr>
        <p:spPr>
          <a:xfrm>
            <a:off x="6369350" y="1791299"/>
            <a:ext cx="20136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Here you could talk about this achievement</a:t>
            </a:r>
            <a:endParaRPr/>
          </a:p>
        </p:txBody>
      </p:sp>
      <p:sp>
        <p:nvSpPr>
          <p:cNvPr id="1465" name="Google Shape;1465;p137"/>
          <p:cNvSpPr txBox="1"/>
          <p:nvPr>
            <p:ph type="ctrTitle"/>
          </p:nvPr>
        </p:nvSpPr>
        <p:spPr>
          <a:xfrm flipH="1">
            <a:off x="540000" y="452026"/>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466" name="Google Shape;1466;p137"/>
          <p:cNvSpPr txBox="1"/>
          <p:nvPr>
            <p:ph idx="1" type="subTitle"/>
          </p:nvPr>
        </p:nvSpPr>
        <p:spPr>
          <a:xfrm>
            <a:off x="772100" y="1791299"/>
            <a:ext cx="20136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talk about this achievement</a:t>
            </a:r>
            <a:endParaRPr/>
          </a:p>
          <a:p>
            <a:pPr indent="0" lvl="0" marL="0" rtl="0" algn="l">
              <a:spcBef>
                <a:spcPts val="0"/>
              </a:spcBef>
              <a:spcAft>
                <a:spcPts val="0"/>
              </a:spcAft>
              <a:buNone/>
            </a:pPr>
            <a:r>
              <a:t/>
            </a:r>
            <a:endParaRPr/>
          </a:p>
        </p:txBody>
      </p:sp>
      <p:sp>
        <p:nvSpPr>
          <p:cNvPr id="1467" name="Google Shape;1467;p137"/>
          <p:cNvSpPr txBox="1"/>
          <p:nvPr>
            <p:ph idx="2" type="title"/>
          </p:nvPr>
        </p:nvSpPr>
        <p:spPr>
          <a:xfrm>
            <a:off x="772100" y="1481125"/>
            <a:ext cx="2013600" cy="45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2017</a:t>
            </a:r>
            <a:endParaRPr/>
          </a:p>
        </p:txBody>
      </p:sp>
      <p:sp>
        <p:nvSpPr>
          <p:cNvPr id="1468" name="Google Shape;1468;p137"/>
          <p:cNvSpPr txBox="1"/>
          <p:nvPr>
            <p:ph idx="4" type="title"/>
          </p:nvPr>
        </p:nvSpPr>
        <p:spPr>
          <a:xfrm>
            <a:off x="763375" y="2549389"/>
            <a:ext cx="2013600" cy="45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2019</a:t>
            </a:r>
            <a:endParaRPr/>
          </a:p>
        </p:txBody>
      </p:sp>
      <p:sp>
        <p:nvSpPr>
          <p:cNvPr id="1469" name="Google Shape;1469;p137"/>
          <p:cNvSpPr txBox="1"/>
          <p:nvPr>
            <p:ph idx="6" type="title"/>
          </p:nvPr>
        </p:nvSpPr>
        <p:spPr>
          <a:xfrm>
            <a:off x="6369300" y="1481125"/>
            <a:ext cx="2013600" cy="45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2018</a:t>
            </a:r>
            <a:endParaRPr/>
          </a:p>
        </p:txBody>
      </p:sp>
      <p:sp>
        <p:nvSpPr>
          <p:cNvPr id="1470" name="Google Shape;1470;p137"/>
          <p:cNvSpPr txBox="1"/>
          <p:nvPr>
            <p:ph idx="7" type="subTitle"/>
          </p:nvPr>
        </p:nvSpPr>
        <p:spPr>
          <a:xfrm>
            <a:off x="6369300" y="2849652"/>
            <a:ext cx="20136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Here you could talk about this achievement</a:t>
            </a:r>
            <a:endParaRPr/>
          </a:p>
          <a:p>
            <a:pPr indent="0" lvl="0" marL="0" rtl="0" algn="r">
              <a:spcBef>
                <a:spcPts val="0"/>
              </a:spcBef>
              <a:spcAft>
                <a:spcPts val="0"/>
              </a:spcAft>
              <a:buNone/>
            </a:pPr>
            <a:r>
              <a:t/>
            </a:r>
            <a:endParaRPr/>
          </a:p>
        </p:txBody>
      </p:sp>
      <p:grpSp>
        <p:nvGrpSpPr>
          <p:cNvPr id="1471" name="Google Shape;1471;p137"/>
          <p:cNvGrpSpPr/>
          <p:nvPr/>
        </p:nvGrpSpPr>
        <p:grpSpPr>
          <a:xfrm>
            <a:off x="4357264" y="2261828"/>
            <a:ext cx="431014" cy="430947"/>
            <a:chOff x="5648375" y="1427025"/>
            <a:chExt cx="483200" cy="483125"/>
          </a:xfrm>
        </p:grpSpPr>
        <p:sp>
          <p:nvSpPr>
            <p:cNvPr id="1472" name="Google Shape;1472;p13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73" name="Google Shape;1473;p13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461"/>
                                        </p:tgtEl>
                                        <p:attrNameLst>
                                          <p:attrName>style.visibility</p:attrName>
                                        </p:attrNameLst>
                                      </p:cBhvr>
                                      <p:to>
                                        <p:strVal val="visible"/>
                                      </p:to>
                                    </p:set>
                                    <p:animEffect filter="fade" transition="in">
                                      <p:cBhvr>
                                        <p:cTn dur="1000"/>
                                        <p:tgtEl>
                                          <p:spTgt spid="14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7" name="Shape 1477"/>
        <p:cNvGrpSpPr/>
        <p:nvPr/>
      </p:nvGrpSpPr>
      <p:grpSpPr>
        <a:xfrm>
          <a:off x="0" y="0"/>
          <a:ext cx="0" cy="0"/>
          <a:chOff x="0" y="0"/>
          <a:chExt cx="0" cy="0"/>
        </a:xfrm>
      </p:grpSpPr>
      <p:sp>
        <p:nvSpPr>
          <p:cNvPr id="1478" name="Google Shape;1478;p138"/>
          <p:cNvSpPr/>
          <p:nvPr/>
        </p:nvSpPr>
        <p:spPr>
          <a:xfrm rot="5400000">
            <a:off x="3402763" y="1319179"/>
            <a:ext cx="2162069" cy="1874055"/>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9" name="Google Shape;1479;p138"/>
          <p:cNvCxnSpPr/>
          <p:nvPr/>
        </p:nvCxnSpPr>
        <p:spPr>
          <a:xfrm>
            <a:off x="5421704" y="1720136"/>
            <a:ext cx="1824600" cy="0"/>
          </a:xfrm>
          <a:prstGeom prst="straightConnector1">
            <a:avLst/>
          </a:prstGeom>
          <a:noFill/>
          <a:ln cap="flat" cmpd="sng" w="19050">
            <a:solidFill>
              <a:schemeClr val="lt1"/>
            </a:solidFill>
            <a:prstDash val="solid"/>
            <a:round/>
            <a:headEnd len="med" w="med" type="none"/>
            <a:tailEnd len="med" w="med" type="none"/>
          </a:ln>
        </p:spPr>
      </p:cxnSp>
      <p:sp>
        <p:nvSpPr>
          <p:cNvPr id="1480" name="Google Shape;1480;p138"/>
          <p:cNvSpPr/>
          <p:nvPr/>
        </p:nvSpPr>
        <p:spPr>
          <a:xfrm rot="5400000">
            <a:off x="2914247" y="3125053"/>
            <a:ext cx="1623409" cy="1407151"/>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1" name="Google Shape;1481;p138"/>
          <p:cNvCxnSpPr/>
          <p:nvPr/>
        </p:nvCxnSpPr>
        <p:spPr>
          <a:xfrm rot="10800000">
            <a:off x="1208861" y="3416536"/>
            <a:ext cx="1824300" cy="0"/>
          </a:xfrm>
          <a:prstGeom prst="straightConnector1">
            <a:avLst/>
          </a:prstGeom>
          <a:noFill/>
          <a:ln cap="flat" cmpd="sng" w="19050">
            <a:solidFill>
              <a:schemeClr val="lt1"/>
            </a:solidFill>
            <a:prstDash val="solid"/>
            <a:round/>
            <a:headEnd len="med" w="med" type="none"/>
            <a:tailEnd len="med" w="med" type="none"/>
          </a:ln>
        </p:spPr>
      </p:cxnSp>
      <p:grpSp>
        <p:nvGrpSpPr>
          <p:cNvPr id="1482" name="Google Shape;1482;p138"/>
          <p:cNvGrpSpPr/>
          <p:nvPr/>
        </p:nvGrpSpPr>
        <p:grpSpPr>
          <a:xfrm>
            <a:off x="4539226" y="3205888"/>
            <a:ext cx="2591207" cy="859508"/>
            <a:chOff x="5704632" y="3221151"/>
            <a:chExt cx="2591207" cy="859508"/>
          </a:xfrm>
        </p:grpSpPr>
        <p:cxnSp>
          <p:nvCxnSpPr>
            <p:cNvPr id="1483" name="Google Shape;1483;p138"/>
            <p:cNvCxnSpPr/>
            <p:nvPr/>
          </p:nvCxnSpPr>
          <p:spPr>
            <a:xfrm>
              <a:off x="6446339" y="3443682"/>
              <a:ext cx="1849500" cy="0"/>
            </a:xfrm>
            <a:prstGeom prst="straightConnector1">
              <a:avLst/>
            </a:prstGeom>
            <a:noFill/>
            <a:ln cap="flat" cmpd="sng" w="19050">
              <a:solidFill>
                <a:schemeClr val="lt1"/>
              </a:solidFill>
              <a:prstDash val="solid"/>
              <a:round/>
              <a:headEnd len="med" w="med" type="none"/>
              <a:tailEnd len="med" w="med" type="none"/>
            </a:ln>
          </p:spPr>
        </p:cxnSp>
        <p:sp>
          <p:nvSpPr>
            <p:cNvPr id="1484" name="Google Shape;1484;p138"/>
            <p:cNvSpPr/>
            <p:nvPr/>
          </p:nvSpPr>
          <p:spPr>
            <a:xfrm rot="5400000">
              <a:off x="5647349" y="3278435"/>
              <a:ext cx="859508" cy="74494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 name="Google Shape;1485;p138"/>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SIZE</a:t>
            </a:r>
            <a:endParaRPr/>
          </a:p>
        </p:txBody>
      </p:sp>
      <p:sp>
        <p:nvSpPr>
          <p:cNvPr id="1486" name="Google Shape;1486;p138"/>
          <p:cNvSpPr txBox="1"/>
          <p:nvPr>
            <p:ph idx="1" type="subTitle"/>
          </p:nvPr>
        </p:nvSpPr>
        <p:spPr>
          <a:xfrm>
            <a:off x="1132000" y="3432862"/>
            <a:ext cx="18741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487" name="Google Shape;1487;p138"/>
          <p:cNvSpPr txBox="1"/>
          <p:nvPr>
            <p:ph idx="2" type="title"/>
          </p:nvPr>
        </p:nvSpPr>
        <p:spPr>
          <a:xfrm>
            <a:off x="3725850" y="2029263"/>
            <a:ext cx="1515900" cy="45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1488" name="Google Shape;1488;p138"/>
          <p:cNvSpPr txBox="1"/>
          <p:nvPr>
            <p:ph idx="3" type="title"/>
          </p:nvPr>
        </p:nvSpPr>
        <p:spPr>
          <a:xfrm>
            <a:off x="3022450" y="3601675"/>
            <a:ext cx="1407300" cy="45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1489" name="Google Shape;1489;p138"/>
          <p:cNvSpPr txBox="1"/>
          <p:nvPr>
            <p:ph idx="4" type="title"/>
          </p:nvPr>
        </p:nvSpPr>
        <p:spPr>
          <a:xfrm>
            <a:off x="4565843" y="3408687"/>
            <a:ext cx="685800" cy="45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18%</a:t>
            </a:r>
            <a:endParaRPr/>
          </a:p>
        </p:txBody>
      </p:sp>
      <p:sp>
        <p:nvSpPr>
          <p:cNvPr id="1490" name="Google Shape;1490;p138"/>
          <p:cNvSpPr txBox="1"/>
          <p:nvPr>
            <p:ph idx="5" type="subTitle"/>
          </p:nvPr>
        </p:nvSpPr>
        <p:spPr>
          <a:xfrm>
            <a:off x="5445069" y="1751762"/>
            <a:ext cx="1868700" cy="36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491" name="Google Shape;1491;p138"/>
          <p:cNvSpPr txBox="1"/>
          <p:nvPr>
            <p:ph idx="6" type="subTitle"/>
          </p:nvPr>
        </p:nvSpPr>
        <p:spPr>
          <a:xfrm>
            <a:off x="5326225" y="3441195"/>
            <a:ext cx="1874100" cy="36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1492" name="Google Shape;1492;p138"/>
          <p:cNvSpPr txBox="1"/>
          <p:nvPr>
            <p:ph idx="7" type="subTitle"/>
          </p:nvPr>
        </p:nvSpPr>
        <p:spPr>
          <a:xfrm>
            <a:off x="5439558" y="1986687"/>
            <a:ext cx="18687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Venus has a beautiful name, but it’s hot</a:t>
            </a:r>
            <a:endParaRPr/>
          </a:p>
        </p:txBody>
      </p:sp>
      <p:sp>
        <p:nvSpPr>
          <p:cNvPr id="1493" name="Google Shape;1493;p138"/>
          <p:cNvSpPr txBox="1"/>
          <p:nvPr>
            <p:ph idx="8" type="subTitle"/>
          </p:nvPr>
        </p:nvSpPr>
        <p:spPr>
          <a:xfrm>
            <a:off x="5328925" y="3808995"/>
            <a:ext cx="1868700" cy="569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Neptune is the farthest planet from the Sun</a:t>
            </a:r>
            <a:endParaRPr/>
          </a:p>
          <a:p>
            <a:pPr indent="0" lvl="0" marL="0" rtl="0" algn="r">
              <a:spcBef>
                <a:spcPts val="0"/>
              </a:spcBef>
              <a:spcAft>
                <a:spcPts val="0"/>
              </a:spcAft>
              <a:buNone/>
            </a:pPr>
            <a:r>
              <a:t/>
            </a:r>
            <a:endParaRPr/>
          </a:p>
        </p:txBody>
      </p:sp>
      <p:sp>
        <p:nvSpPr>
          <p:cNvPr id="1494" name="Google Shape;1494;p138"/>
          <p:cNvSpPr txBox="1"/>
          <p:nvPr>
            <p:ph idx="9" type="subTitle"/>
          </p:nvPr>
        </p:nvSpPr>
        <p:spPr>
          <a:xfrm>
            <a:off x="1132000" y="3592190"/>
            <a:ext cx="1874100" cy="77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Jupiter is the biggest planet of them all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482"/>
                                        </p:tgtEl>
                                        <p:attrNameLst>
                                          <p:attrName>style.visibility</p:attrName>
                                        </p:attrNameLst>
                                      </p:cBhvr>
                                      <p:to>
                                        <p:strVal val="visible"/>
                                      </p:to>
                                    </p:set>
                                    <p:anim calcmode="lin" valueType="num">
                                      <p:cBhvr additive="base">
                                        <p:cTn dur="1000"/>
                                        <p:tgtEl>
                                          <p:spTgt spid="148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8" name="Shape 1498"/>
        <p:cNvGrpSpPr/>
        <p:nvPr/>
      </p:nvGrpSpPr>
      <p:grpSpPr>
        <a:xfrm>
          <a:off x="0" y="0"/>
          <a:ext cx="0" cy="0"/>
          <a:chOff x="0" y="0"/>
          <a:chExt cx="0" cy="0"/>
        </a:xfrm>
      </p:grpSpPr>
      <p:sp>
        <p:nvSpPr>
          <p:cNvPr id="1499" name="Google Shape;1499;p139"/>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SIZE</a:t>
            </a:r>
            <a:endParaRPr/>
          </a:p>
        </p:txBody>
      </p:sp>
      <p:sp>
        <p:nvSpPr>
          <p:cNvPr id="1500" name="Google Shape;1500;p139"/>
          <p:cNvSpPr txBox="1"/>
          <p:nvPr/>
        </p:nvSpPr>
        <p:spPr>
          <a:xfrm>
            <a:off x="1759725" y="170587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501" name="Google Shape;1501;p139"/>
          <p:cNvSpPr txBox="1"/>
          <p:nvPr/>
        </p:nvSpPr>
        <p:spPr>
          <a:xfrm>
            <a:off x="1759721" y="1442214"/>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50</a:t>
            </a:r>
            <a:endParaRPr sz="3600">
              <a:solidFill>
                <a:schemeClr val="lt1"/>
              </a:solidFill>
              <a:latin typeface="Squada One"/>
              <a:ea typeface="Squada One"/>
              <a:cs typeface="Squada One"/>
              <a:sym typeface="Squada One"/>
            </a:endParaRPr>
          </a:p>
        </p:txBody>
      </p:sp>
      <p:cxnSp>
        <p:nvCxnSpPr>
          <p:cNvPr id="1502" name="Google Shape;1502;p139"/>
          <p:cNvCxnSpPr/>
          <p:nvPr/>
        </p:nvCxnSpPr>
        <p:spPr>
          <a:xfrm>
            <a:off x="2375325" y="2024970"/>
            <a:ext cx="2100" cy="1584000"/>
          </a:xfrm>
          <a:prstGeom prst="straightConnector1">
            <a:avLst/>
          </a:prstGeom>
          <a:noFill/>
          <a:ln cap="flat" cmpd="sng" w="38100">
            <a:solidFill>
              <a:schemeClr val="lt1"/>
            </a:solidFill>
            <a:prstDash val="solid"/>
            <a:round/>
            <a:headEnd len="med" w="med" type="none"/>
            <a:tailEnd len="med" w="med" type="none"/>
          </a:ln>
        </p:spPr>
      </p:cxnSp>
      <p:cxnSp>
        <p:nvCxnSpPr>
          <p:cNvPr id="1503" name="Google Shape;1503;p139"/>
          <p:cNvCxnSpPr/>
          <p:nvPr/>
        </p:nvCxnSpPr>
        <p:spPr>
          <a:xfrm rot="10800000">
            <a:off x="2182350" y="3599700"/>
            <a:ext cx="4779300" cy="0"/>
          </a:xfrm>
          <a:prstGeom prst="straightConnector1">
            <a:avLst/>
          </a:prstGeom>
          <a:noFill/>
          <a:ln cap="flat" cmpd="sng" w="38100">
            <a:solidFill>
              <a:schemeClr val="lt1"/>
            </a:solidFill>
            <a:prstDash val="solid"/>
            <a:round/>
            <a:headEnd len="med" w="med" type="none"/>
            <a:tailEnd len="med" w="med" type="none"/>
          </a:ln>
        </p:spPr>
      </p:cxnSp>
      <p:sp>
        <p:nvSpPr>
          <p:cNvPr id="1504" name="Google Shape;1504;p139"/>
          <p:cNvSpPr txBox="1"/>
          <p:nvPr/>
        </p:nvSpPr>
        <p:spPr>
          <a:xfrm>
            <a:off x="3155700" y="214782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505" name="Google Shape;1505;p139"/>
          <p:cNvSpPr txBox="1"/>
          <p:nvPr/>
        </p:nvSpPr>
        <p:spPr>
          <a:xfrm>
            <a:off x="3155696" y="1877967"/>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30</a:t>
            </a:r>
            <a:endParaRPr sz="3600">
              <a:solidFill>
                <a:schemeClr val="lt1"/>
              </a:solidFill>
              <a:latin typeface="Squada One"/>
              <a:ea typeface="Squada One"/>
              <a:cs typeface="Squada One"/>
              <a:sym typeface="Squada One"/>
            </a:endParaRPr>
          </a:p>
        </p:txBody>
      </p:sp>
      <p:cxnSp>
        <p:nvCxnSpPr>
          <p:cNvPr id="1506" name="Google Shape;1506;p139"/>
          <p:cNvCxnSpPr/>
          <p:nvPr/>
        </p:nvCxnSpPr>
        <p:spPr>
          <a:xfrm>
            <a:off x="3770250" y="2465695"/>
            <a:ext cx="0" cy="1155300"/>
          </a:xfrm>
          <a:prstGeom prst="straightConnector1">
            <a:avLst/>
          </a:prstGeom>
          <a:noFill/>
          <a:ln cap="flat" cmpd="sng" w="38100">
            <a:solidFill>
              <a:schemeClr val="lt1"/>
            </a:solidFill>
            <a:prstDash val="solid"/>
            <a:round/>
            <a:headEnd len="med" w="med" type="none"/>
            <a:tailEnd len="med" w="med" type="none"/>
          </a:ln>
        </p:spPr>
      </p:cxnSp>
      <p:sp>
        <p:nvSpPr>
          <p:cNvPr id="1507" name="Google Shape;1507;p139"/>
          <p:cNvSpPr txBox="1"/>
          <p:nvPr/>
        </p:nvSpPr>
        <p:spPr>
          <a:xfrm>
            <a:off x="4527300" y="261415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JUPITER</a:t>
            </a:r>
            <a:endParaRPr sz="1600">
              <a:solidFill>
                <a:schemeClr val="lt1"/>
              </a:solidFill>
              <a:latin typeface="Squada One"/>
              <a:ea typeface="Squada One"/>
              <a:cs typeface="Squada One"/>
              <a:sym typeface="Squada One"/>
            </a:endParaRPr>
          </a:p>
        </p:txBody>
      </p:sp>
      <p:sp>
        <p:nvSpPr>
          <p:cNvPr id="1508" name="Google Shape;1508;p139"/>
          <p:cNvSpPr txBox="1"/>
          <p:nvPr/>
        </p:nvSpPr>
        <p:spPr>
          <a:xfrm>
            <a:off x="4527296" y="2344292"/>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25</a:t>
            </a:r>
            <a:endParaRPr sz="3600">
              <a:solidFill>
                <a:schemeClr val="lt1"/>
              </a:solidFill>
              <a:latin typeface="Squada One"/>
              <a:ea typeface="Squada One"/>
              <a:cs typeface="Squada One"/>
              <a:sym typeface="Squada One"/>
            </a:endParaRPr>
          </a:p>
        </p:txBody>
      </p:sp>
      <p:cxnSp>
        <p:nvCxnSpPr>
          <p:cNvPr id="1509" name="Google Shape;1509;p139"/>
          <p:cNvCxnSpPr/>
          <p:nvPr/>
        </p:nvCxnSpPr>
        <p:spPr>
          <a:xfrm>
            <a:off x="5141850" y="2935095"/>
            <a:ext cx="0" cy="661500"/>
          </a:xfrm>
          <a:prstGeom prst="straightConnector1">
            <a:avLst/>
          </a:prstGeom>
          <a:noFill/>
          <a:ln cap="flat" cmpd="sng" w="38100">
            <a:solidFill>
              <a:schemeClr val="lt1"/>
            </a:solidFill>
            <a:prstDash val="solid"/>
            <a:round/>
            <a:headEnd len="med" w="med" type="none"/>
            <a:tailEnd len="med" w="med" type="none"/>
          </a:ln>
        </p:spPr>
      </p:cxnSp>
      <p:sp>
        <p:nvSpPr>
          <p:cNvPr id="1510" name="Google Shape;1510;p139"/>
          <p:cNvSpPr txBox="1"/>
          <p:nvPr/>
        </p:nvSpPr>
        <p:spPr>
          <a:xfrm>
            <a:off x="5974908" y="299330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SATURN</a:t>
            </a:r>
            <a:endParaRPr sz="1600">
              <a:solidFill>
                <a:schemeClr val="lt1"/>
              </a:solidFill>
              <a:latin typeface="Squada One"/>
              <a:ea typeface="Squada One"/>
              <a:cs typeface="Squada One"/>
              <a:sym typeface="Squada One"/>
            </a:endParaRPr>
          </a:p>
        </p:txBody>
      </p:sp>
      <p:sp>
        <p:nvSpPr>
          <p:cNvPr id="1511" name="Google Shape;1511;p139"/>
          <p:cNvSpPr txBox="1"/>
          <p:nvPr/>
        </p:nvSpPr>
        <p:spPr>
          <a:xfrm>
            <a:off x="5974904" y="2723442"/>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15</a:t>
            </a:r>
            <a:endParaRPr sz="3600">
              <a:solidFill>
                <a:schemeClr val="lt1"/>
              </a:solidFill>
              <a:latin typeface="Squada One"/>
              <a:ea typeface="Squada One"/>
              <a:cs typeface="Squada One"/>
              <a:sym typeface="Squada One"/>
            </a:endParaRPr>
          </a:p>
        </p:txBody>
      </p:sp>
      <p:cxnSp>
        <p:nvCxnSpPr>
          <p:cNvPr id="1512" name="Google Shape;1512;p139"/>
          <p:cNvCxnSpPr/>
          <p:nvPr/>
        </p:nvCxnSpPr>
        <p:spPr>
          <a:xfrm>
            <a:off x="6590500" y="3293329"/>
            <a:ext cx="0" cy="315600"/>
          </a:xfrm>
          <a:prstGeom prst="straightConnector1">
            <a:avLst/>
          </a:prstGeom>
          <a:noFill/>
          <a:ln cap="flat" cmpd="sng" w="38100">
            <a:solidFill>
              <a:schemeClr val="lt1"/>
            </a:solidFill>
            <a:prstDash val="solid"/>
            <a:round/>
            <a:headEnd len="med" w="med" type="none"/>
            <a:tailEnd len="med" w="med" type="none"/>
          </a:ln>
        </p:spPr>
      </p:cxnSp>
      <p:sp>
        <p:nvSpPr>
          <p:cNvPr id="1513" name="Google Shape;1513;p139"/>
          <p:cNvSpPr txBox="1"/>
          <p:nvPr/>
        </p:nvSpPr>
        <p:spPr>
          <a:xfrm>
            <a:off x="4515880" y="3665962"/>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the farthest planet</a:t>
            </a:r>
            <a:endParaRPr>
              <a:solidFill>
                <a:schemeClr val="lt1"/>
              </a:solidFill>
              <a:latin typeface="Roboto Condensed Light"/>
              <a:ea typeface="Roboto Condensed Light"/>
              <a:cs typeface="Roboto Condensed Light"/>
              <a:sym typeface="Roboto Condensed Light"/>
            </a:endParaRPr>
          </a:p>
        </p:txBody>
      </p:sp>
      <p:sp>
        <p:nvSpPr>
          <p:cNvPr id="1514" name="Google Shape;1514;p139"/>
          <p:cNvSpPr txBox="1"/>
          <p:nvPr/>
        </p:nvSpPr>
        <p:spPr>
          <a:xfrm>
            <a:off x="1753256" y="3651112"/>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the biggest planet </a:t>
            </a:r>
            <a:endParaRPr sz="1100">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sz="1100">
              <a:solidFill>
                <a:schemeClr val="lt1"/>
              </a:solidFill>
              <a:latin typeface="Roboto Condensed Light"/>
              <a:ea typeface="Roboto Condensed Light"/>
              <a:cs typeface="Roboto Condensed Light"/>
              <a:sym typeface="Roboto Condensed Light"/>
            </a:endParaRPr>
          </a:p>
        </p:txBody>
      </p:sp>
      <p:sp>
        <p:nvSpPr>
          <p:cNvPr id="1515" name="Google Shape;1515;p139"/>
          <p:cNvSpPr txBox="1"/>
          <p:nvPr/>
        </p:nvSpPr>
        <p:spPr>
          <a:xfrm>
            <a:off x="3161192" y="3636012"/>
            <a:ext cx="1231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1516" name="Google Shape;1516;p139"/>
          <p:cNvSpPr txBox="1"/>
          <p:nvPr/>
        </p:nvSpPr>
        <p:spPr>
          <a:xfrm>
            <a:off x="5967280" y="3656212"/>
            <a:ext cx="1231200" cy="81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Mercury is the smallest one</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499"/>
                                        </p:tgtEl>
                                        <p:attrNameLst>
                                          <p:attrName>style.visibility</p:attrName>
                                        </p:attrNameLst>
                                      </p:cBhvr>
                                      <p:to>
                                        <p:strVal val="visible"/>
                                      </p:to>
                                    </p:set>
                                    <p:anim calcmode="lin" valueType="num">
                                      <p:cBhvr additive="base">
                                        <p:cTn dur="1000"/>
                                        <p:tgtEl>
                                          <p:spTgt spid="1499"/>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503"/>
                                        </p:tgtEl>
                                        <p:attrNameLst>
                                          <p:attrName>style.visibility</p:attrName>
                                        </p:attrNameLst>
                                      </p:cBhvr>
                                      <p:to>
                                        <p:strVal val="visible"/>
                                      </p:to>
                                    </p:set>
                                    <p:anim calcmode="lin" valueType="num">
                                      <p:cBhvr additive="base">
                                        <p:cTn dur="1000"/>
                                        <p:tgtEl>
                                          <p:spTgt spid="150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0" name="Shape 1520"/>
        <p:cNvGrpSpPr/>
        <p:nvPr/>
      </p:nvGrpSpPr>
      <p:grpSpPr>
        <a:xfrm>
          <a:off x="0" y="0"/>
          <a:ext cx="0" cy="0"/>
          <a:chOff x="0" y="0"/>
          <a:chExt cx="0" cy="0"/>
        </a:xfrm>
      </p:grpSpPr>
      <p:sp>
        <p:nvSpPr>
          <p:cNvPr id="1521" name="Google Shape;1521;p140"/>
          <p:cNvSpPr/>
          <p:nvPr/>
        </p:nvSpPr>
        <p:spPr>
          <a:xfrm>
            <a:off x="471480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40"/>
          <p:cNvSpPr/>
          <p:nvPr/>
        </p:nvSpPr>
        <p:spPr>
          <a:xfrm>
            <a:off x="178110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40"/>
          <p:cNvSpPr/>
          <p:nvPr/>
        </p:nvSpPr>
        <p:spPr>
          <a:xfrm>
            <a:off x="324795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40"/>
          <p:cNvSpPr/>
          <p:nvPr/>
        </p:nvSpPr>
        <p:spPr>
          <a:xfrm>
            <a:off x="6181650" y="1386775"/>
            <a:ext cx="1200300" cy="1913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40"/>
          <p:cNvSpPr/>
          <p:nvPr/>
        </p:nvSpPr>
        <p:spPr>
          <a:xfrm>
            <a:off x="1781100" y="1790699"/>
            <a:ext cx="1200300" cy="15096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40"/>
          <p:cNvSpPr/>
          <p:nvPr/>
        </p:nvSpPr>
        <p:spPr>
          <a:xfrm>
            <a:off x="3247950" y="2166301"/>
            <a:ext cx="1200300" cy="11337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40"/>
          <p:cNvSpPr/>
          <p:nvPr/>
        </p:nvSpPr>
        <p:spPr>
          <a:xfrm>
            <a:off x="4714800" y="2366700"/>
            <a:ext cx="1200300" cy="9336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40"/>
          <p:cNvSpPr/>
          <p:nvPr/>
        </p:nvSpPr>
        <p:spPr>
          <a:xfrm>
            <a:off x="6181650" y="2819250"/>
            <a:ext cx="1200300" cy="4812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40"/>
          <p:cNvSpPr txBox="1"/>
          <p:nvPr/>
        </p:nvSpPr>
        <p:spPr>
          <a:xfrm>
            <a:off x="1765650" y="276242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530" name="Google Shape;1530;p140"/>
          <p:cNvSpPr txBox="1"/>
          <p:nvPr/>
        </p:nvSpPr>
        <p:spPr>
          <a:xfrm>
            <a:off x="1765646" y="2498764"/>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75%</a:t>
            </a:r>
            <a:endParaRPr sz="3600">
              <a:solidFill>
                <a:schemeClr val="lt1"/>
              </a:solidFill>
              <a:latin typeface="Squada One"/>
              <a:ea typeface="Squada One"/>
              <a:cs typeface="Squada One"/>
              <a:sym typeface="Squada One"/>
            </a:endParaRPr>
          </a:p>
        </p:txBody>
      </p:sp>
      <p:sp>
        <p:nvSpPr>
          <p:cNvPr id="1531" name="Google Shape;1531;p140"/>
          <p:cNvSpPr txBox="1"/>
          <p:nvPr/>
        </p:nvSpPr>
        <p:spPr>
          <a:xfrm>
            <a:off x="3236100" y="2762428"/>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532" name="Google Shape;1532;p140"/>
          <p:cNvSpPr txBox="1"/>
          <p:nvPr/>
        </p:nvSpPr>
        <p:spPr>
          <a:xfrm>
            <a:off x="3236096" y="2498764"/>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40%</a:t>
            </a:r>
            <a:endParaRPr sz="3600">
              <a:solidFill>
                <a:schemeClr val="lt1"/>
              </a:solidFill>
              <a:latin typeface="Squada One"/>
              <a:ea typeface="Squada One"/>
              <a:cs typeface="Squada One"/>
              <a:sym typeface="Squada One"/>
            </a:endParaRPr>
          </a:p>
        </p:txBody>
      </p:sp>
      <p:sp>
        <p:nvSpPr>
          <p:cNvPr id="1533" name="Google Shape;1533;p140"/>
          <p:cNvSpPr txBox="1"/>
          <p:nvPr/>
        </p:nvSpPr>
        <p:spPr>
          <a:xfrm>
            <a:off x="4699350" y="276890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lt1"/>
                </a:solidFill>
                <a:latin typeface="Squada One"/>
                <a:ea typeface="Squada One"/>
                <a:cs typeface="Squada One"/>
                <a:sym typeface="Squada One"/>
              </a:rPr>
              <a:t>SATURN</a:t>
            </a:r>
            <a:endParaRPr sz="1600">
              <a:solidFill>
                <a:schemeClr val="lt1"/>
              </a:solidFill>
              <a:latin typeface="Squada One"/>
              <a:ea typeface="Squada One"/>
              <a:cs typeface="Squada One"/>
              <a:sym typeface="Squada One"/>
            </a:endParaRPr>
          </a:p>
        </p:txBody>
      </p:sp>
      <p:sp>
        <p:nvSpPr>
          <p:cNvPr id="1534" name="Google Shape;1534;p140"/>
          <p:cNvSpPr txBox="1"/>
          <p:nvPr/>
        </p:nvSpPr>
        <p:spPr>
          <a:xfrm>
            <a:off x="4699346" y="2505239"/>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30%</a:t>
            </a:r>
            <a:endParaRPr sz="3600">
              <a:solidFill>
                <a:schemeClr val="lt1"/>
              </a:solidFill>
              <a:latin typeface="Squada One"/>
              <a:ea typeface="Squada One"/>
              <a:cs typeface="Squada One"/>
              <a:sym typeface="Squada One"/>
            </a:endParaRPr>
          </a:p>
        </p:txBody>
      </p:sp>
      <p:sp>
        <p:nvSpPr>
          <p:cNvPr id="1535" name="Google Shape;1535;p140"/>
          <p:cNvSpPr txBox="1"/>
          <p:nvPr/>
        </p:nvSpPr>
        <p:spPr>
          <a:xfrm>
            <a:off x="6166200" y="2768903"/>
            <a:ext cx="1231200" cy="23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Squada One"/>
                <a:ea typeface="Squada One"/>
                <a:cs typeface="Squada One"/>
                <a:sym typeface="Squada One"/>
              </a:rPr>
              <a:t>MARS</a:t>
            </a:r>
            <a:endParaRPr>
              <a:solidFill>
                <a:schemeClr val="lt1"/>
              </a:solidFill>
              <a:latin typeface="Squada One"/>
              <a:ea typeface="Squada One"/>
              <a:cs typeface="Squada One"/>
              <a:sym typeface="Squada One"/>
            </a:endParaRPr>
          </a:p>
        </p:txBody>
      </p:sp>
      <p:sp>
        <p:nvSpPr>
          <p:cNvPr id="1536" name="Google Shape;1536;p140"/>
          <p:cNvSpPr txBox="1"/>
          <p:nvPr/>
        </p:nvSpPr>
        <p:spPr>
          <a:xfrm>
            <a:off x="6166196" y="2505239"/>
            <a:ext cx="12312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Squada One"/>
                <a:ea typeface="Squada One"/>
                <a:cs typeface="Squada One"/>
                <a:sym typeface="Squada One"/>
              </a:rPr>
              <a:t>15%</a:t>
            </a:r>
            <a:endParaRPr sz="3600">
              <a:solidFill>
                <a:schemeClr val="lt1"/>
              </a:solidFill>
              <a:latin typeface="Squada One"/>
              <a:ea typeface="Squada One"/>
              <a:cs typeface="Squada One"/>
              <a:sym typeface="Squada One"/>
            </a:endParaRPr>
          </a:p>
        </p:txBody>
      </p:sp>
      <p:sp>
        <p:nvSpPr>
          <p:cNvPr id="1537" name="Google Shape;1537;p140"/>
          <p:cNvSpPr txBox="1"/>
          <p:nvPr/>
        </p:nvSpPr>
        <p:spPr>
          <a:xfrm>
            <a:off x="4730250" y="3334538"/>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the furthest planet</a:t>
            </a:r>
            <a:endParaRPr>
              <a:solidFill>
                <a:schemeClr val="lt1"/>
              </a:solidFill>
              <a:latin typeface="Roboto Condensed Light"/>
              <a:ea typeface="Roboto Condensed Light"/>
              <a:cs typeface="Roboto Condensed Light"/>
              <a:sym typeface="Roboto Condensed Light"/>
            </a:endParaRPr>
          </a:p>
        </p:txBody>
      </p:sp>
      <p:sp>
        <p:nvSpPr>
          <p:cNvPr id="1538" name="Google Shape;1538;p140"/>
          <p:cNvSpPr txBox="1"/>
          <p:nvPr/>
        </p:nvSpPr>
        <p:spPr>
          <a:xfrm>
            <a:off x="1765650" y="3322144"/>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the biggest planet </a:t>
            </a:r>
            <a:endParaRPr sz="1100">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sz="1100">
              <a:solidFill>
                <a:schemeClr val="lt1"/>
              </a:solidFill>
              <a:latin typeface="Roboto Condensed Light"/>
              <a:ea typeface="Roboto Condensed Light"/>
              <a:cs typeface="Roboto Condensed Light"/>
              <a:sym typeface="Roboto Condensed Light"/>
            </a:endParaRPr>
          </a:p>
        </p:txBody>
      </p:sp>
      <p:sp>
        <p:nvSpPr>
          <p:cNvPr id="1539" name="Google Shape;1539;p140"/>
          <p:cNvSpPr txBox="1"/>
          <p:nvPr/>
        </p:nvSpPr>
        <p:spPr>
          <a:xfrm>
            <a:off x="3247950" y="3331199"/>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1540" name="Google Shape;1540;p140"/>
          <p:cNvSpPr txBox="1"/>
          <p:nvPr/>
        </p:nvSpPr>
        <p:spPr>
          <a:xfrm>
            <a:off x="6181650" y="3337182"/>
            <a:ext cx="1231200" cy="81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Mercury is the smallest one</a:t>
            </a:r>
            <a:endParaRPr>
              <a:solidFill>
                <a:schemeClr val="lt1"/>
              </a:solidFill>
              <a:latin typeface="Roboto Condensed Light"/>
              <a:ea typeface="Roboto Condensed Light"/>
              <a:cs typeface="Roboto Condensed Light"/>
              <a:sym typeface="Roboto Condensed Light"/>
            </a:endParaRPr>
          </a:p>
        </p:txBody>
      </p:sp>
      <p:sp>
        <p:nvSpPr>
          <p:cNvPr id="1541" name="Google Shape;1541;p140"/>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 SIZE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2"/>
                                        </p:tgtEl>
                                        <p:attrNameLst>
                                          <p:attrName>style.visibility</p:attrName>
                                        </p:attrNameLst>
                                      </p:cBhvr>
                                      <p:to>
                                        <p:strVal val="visible"/>
                                      </p:to>
                                    </p:set>
                                    <p:animEffect filter="fade" transition="in">
                                      <p:cBhvr>
                                        <p:cTn dur="1000"/>
                                        <p:tgtEl>
                                          <p:spTgt spid="15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5"/>
                                        </p:tgtEl>
                                        <p:attrNameLst>
                                          <p:attrName>style.visibility</p:attrName>
                                        </p:attrNameLst>
                                      </p:cBhvr>
                                      <p:to>
                                        <p:strVal val="visible"/>
                                      </p:to>
                                    </p:set>
                                    <p:animEffect filter="fade" transition="in">
                                      <p:cBhvr>
                                        <p:cTn dur="1000"/>
                                        <p:tgtEl>
                                          <p:spTgt spid="15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0"/>
                                        </p:tgtEl>
                                        <p:attrNameLst>
                                          <p:attrName>style.visibility</p:attrName>
                                        </p:attrNameLst>
                                      </p:cBhvr>
                                      <p:to>
                                        <p:strVal val="visible"/>
                                      </p:to>
                                    </p:set>
                                    <p:animEffect filter="fade" transition="in">
                                      <p:cBhvr>
                                        <p:cTn dur="1000"/>
                                        <p:tgtEl>
                                          <p:spTgt spid="1530"/>
                                        </p:tgtEl>
                                      </p:cBhvr>
                                    </p:animEffect>
                                  </p:childTnLst>
                                </p:cTn>
                              </p:par>
                              <p:par>
                                <p:cTn fill="hold" nodeType="withEffect" presetClass="entr" presetID="10" presetSubtype="0">
                                  <p:stCondLst>
                                    <p:cond delay="0"/>
                                  </p:stCondLst>
                                  <p:childTnLst>
                                    <p:set>
                                      <p:cBhvr>
                                        <p:cTn dur="1" fill="hold">
                                          <p:stCondLst>
                                            <p:cond delay="0"/>
                                          </p:stCondLst>
                                        </p:cTn>
                                        <p:tgtEl>
                                          <p:spTgt spid="1529"/>
                                        </p:tgtEl>
                                        <p:attrNameLst>
                                          <p:attrName>style.visibility</p:attrName>
                                        </p:attrNameLst>
                                      </p:cBhvr>
                                      <p:to>
                                        <p:strVal val="visible"/>
                                      </p:to>
                                    </p:set>
                                    <p:animEffect filter="fade" transition="in">
                                      <p:cBhvr>
                                        <p:cTn dur="1000"/>
                                        <p:tgtEl>
                                          <p:spTgt spid="152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3"/>
                                        </p:tgtEl>
                                        <p:attrNameLst>
                                          <p:attrName>style.visibility</p:attrName>
                                        </p:attrNameLst>
                                      </p:cBhvr>
                                      <p:to>
                                        <p:strVal val="visible"/>
                                      </p:to>
                                    </p:set>
                                    <p:animEffect filter="fade" transition="in">
                                      <p:cBhvr>
                                        <p:cTn dur="1000"/>
                                        <p:tgtEl>
                                          <p:spTgt spid="152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6"/>
                                        </p:tgtEl>
                                        <p:attrNameLst>
                                          <p:attrName>style.visibility</p:attrName>
                                        </p:attrNameLst>
                                      </p:cBhvr>
                                      <p:to>
                                        <p:strVal val="visible"/>
                                      </p:to>
                                    </p:set>
                                    <p:animEffect filter="fade" transition="in">
                                      <p:cBhvr>
                                        <p:cTn dur="1000"/>
                                        <p:tgtEl>
                                          <p:spTgt spid="152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2"/>
                                        </p:tgtEl>
                                        <p:attrNameLst>
                                          <p:attrName>style.visibility</p:attrName>
                                        </p:attrNameLst>
                                      </p:cBhvr>
                                      <p:to>
                                        <p:strVal val="visible"/>
                                      </p:to>
                                    </p:set>
                                    <p:animEffect filter="fade" transition="in">
                                      <p:cBhvr>
                                        <p:cTn dur="1000"/>
                                        <p:tgtEl>
                                          <p:spTgt spid="1532"/>
                                        </p:tgtEl>
                                      </p:cBhvr>
                                    </p:animEffect>
                                  </p:childTnLst>
                                </p:cTn>
                              </p:par>
                              <p:par>
                                <p:cTn fill="hold" nodeType="withEffect" presetClass="entr" presetID="10" presetSubtype="0">
                                  <p:stCondLst>
                                    <p:cond delay="0"/>
                                  </p:stCondLst>
                                  <p:childTnLst>
                                    <p:set>
                                      <p:cBhvr>
                                        <p:cTn dur="1" fill="hold">
                                          <p:stCondLst>
                                            <p:cond delay="0"/>
                                          </p:stCondLst>
                                        </p:cTn>
                                        <p:tgtEl>
                                          <p:spTgt spid="1531"/>
                                        </p:tgtEl>
                                        <p:attrNameLst>
                                          <p:attrName>style.visibility</p:attrName>
                                        </p:attrNameLst>
                                      </p:cBhvr>
                                      <p:to>
                                        <p:strVal val="visible"/>
                                      </p:to>
                                    </p:set>
                                    <p:animEffect filter="fade" transition="in">
                                      <p:cBhvr>
                                        <p:cTn dur="1000"/>
                                        <p:tgtEl>
                                          <p:spTgt spid="15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1"/>
                                        </p:tgtEl>
                                        <p:attrNameLst>
                                          <p:attrName>style.visibility</p:attrName>
                                        </p:attrNameLst>
                                      </p:cBhvr>
                                      <p:to>
                                        <p:strVal val="visible"/>
                                      </p:to>
                                    </p:set>
                                    <p:animEffect filter="fade" transition="in">
                                      <p:cBhvr>
                                        <p:cTn dur="1000"/>
                                        <p:tgtEl>
                                          <p:spTgt spid="15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7"/>
                                        </p:tgtEl>
                                        <p:attrNameLst>
                                          <p:attrName>style.visibility</p:attrName>
                                        </p:attrNameLst>
                                      </p:cBhvr>
                                      <p:to>
                                        <p:strVal val="visible"/>
                                      </p:to>
                                    </p:set>
                                    <p:animEffect filter="fade" transition="in">
                                      <p:cBhvr>
                                        <p:cTn dur="1000"/>
                                        <p:tgtEl>
                                          <p:spTgt spid="152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4"/>
                                        </p:tgtEl>
                                        <p:attrNameLst>
                                          <p:attrName>style.visibility</p:attrName>
                                        </p:attrNameLst>
                                      </p:cBhvr>
                                      <p:to>
                                        <p:strVal val="visible"/>
                                      </p:to>
                                    </p:set>
                                    <p:animEffect filter="fade" transition="in">
                                      <p:cBhvr>
                                        <p:cTn dur="1000"/>
                                        <p:tgtEl>
                                          <p:spTgt spid="1534"/>
                                        </p:tgtEl>
                                      </p:cBhvr>
                                    </p:animEffect>
                                  </p:childTnLst>
                                </p:cTn>
                              </p:par>
                              <p:par>
                                <p:cTn fill="hold" nodeType="withEffect" presetClass="entr" presetID="10" presetSubtype="0">
                                  <p:stCondLst>
                                    <p:cond delay="0"/>
                                  </p:stCondLst>
                                  <p:childTnLst>
                                    <p:set>
                                      <p:cBhvr>
                                        <p:cTn dur="1" fill="hold">
                                          <p:stCondLst>
                                            <p:cond delay="0"/>
                                          </p:stCondLst>
                                        </p:cTn>
                                        <p:tgtEl>
                                          <p:spTgt spid="1533"/>
                                        </p:tgtEl>
                                        <p:attrNameLst>
                                          <p:attrName>style.visibility</p:attrName>
                                        </p:attrNameLst>
                                      </p:cBhvr>
                                      <p:to>
                                        <p:strVal val="visible"/>
                                      </p:to>
                                    </p:set>
                                    <p:animEffect filter="fade" transition="in">
                                      <p:cBhvr>
                                        <p:cTn dur="1000"/>
                                        <p:tgtEl>
                                          <p:spTgt spid="153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4"/>
                                        </p:tgtEl>
                                        <p:attrNameLst>
                                          <p:attrName>style.visibility</p:attrName>
                                        </p:attrNameLst>
                                      </p:cBhvr>
                                      <p:to>
                                        <p:strVal val="visible"/>
                                      </p:to>
                                    </p:set>
                                    <p:animEffect filter="fade" transition="in">
                                      <p:cBhvr>
                                        <p:cTn dur="1000"/>
                                        <p:tgtEl>
                                          <p:spTgt spid="15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28"/>
                                        </p:tgtEl>
                                        <p:attrNameLst>
                                          <p:attrName>style.visibility</p:attrName>
                                        </p:attrNameLst>
                                      </p:cBhvr>
                                      <p:to>
                                        <p:strVal val="visible"/>
                                      </p:to>
                                    </p:set>
                                    <p:animEffect filter="fade" transition="in">
                                      <p:cBhvr>
                                        <p:cTn dur="1000"/>
                                        <p:tgtEl>
                                          <p:spTgt spid="152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36"/>
                                        </p:tgtEl>
                                        <p:attrNameLst>
                                          <p:attrName>style.visibility</p:attrName>
                                        </p:attrNameLst>
                                      </p:cBhvr>
                                      <p:to>
                                        <p:strVal val="visible"/>
                                      </p:to>
                                    </p:set>
                                    <p:animEffect filter="fade" transition="in">
                                      <p:cBhvr>
                                        <p:cTn dur="1000"/>
                                        <p:tgtEl>
                                          <p:spTgt spid="1536"/>
                                        </p:tgtEl>
                                      </p:cBhvr>
                                    </p:animEffect>
                                  </p:childTnLst>
                                </p:cTn>
                              </p:par>
                              <p:par>
                                <p:cTn fill="hold" nodeType="withEffect" presetClass="entr" presetID="10" presetSubtype="0">
                                  <p:stCondLst>
                                    <p:cond delay="0"/>
                                  </p:stCondLst>
                                  <p:childTnLst>
                                    <p:set>
                                      <p:cBhvr>
                                        <p:cTn dur="1" fill="hold">
                                          <p:stCondLst>
                                            <p:cond delay="0"/>
                                          </p:stCondLst>
                                        </p:cTn>
                                        <p:tgtEl>
                                          <p:spTgt spid="1535"/>
                                        </p:tgtEl>
                                        <p:attrNameLst>
                                          <p:attrName>style.visibility</p:attrName>
                                        </p:attrNameLst>
                                      </p:cBhvr>
                                      <p:to>
                                        <p:strVal val="visible"/>
                                      </p:to>
                                    </p:set>
                                    <p:animEffect filter="fade" transition="in">
                                      <p:cBhvr>
                                        <p:cTn dur="1000"/>
                                        <p:tgtEl>
                                          <p:spTgt spid="15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5" name="Shape 1545"/>
        <p:cNvGrpSpPr/>
        <p:nvPr/>
      </p:nvGrpSpPr>
      <p:grpSpPr>
        <a:xfrm>
          <a:off x="0" y="0"/>
          <a:ext cx="0" cy="0"/>
          <a:chOff x="0" y="0"/>
          <a:chExt cx="0" cy="0"/>
        </a:xfrm>
      </p:grpSpPr>
      <p:sp>
        <p:nvSpPr>
          <p:cNvPr id="1546" name="Google Shape;1546;p141"/>
          <p:cNvSpPr/>
          <p:nvPr/>
        </p:nvSpPr>
        <p:spPr>
          <a:xfrm rot="5400000">
            <a:off x="2384609" y="2640300"/>
            <a:ext cx="311100" cy="1385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41"/>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TARGET</a:t>
            </a:r>
            <a:endParaRPr/>
          </a:p>
        </p:txBody>
      </p:sp>
      <p:sp>
        <p:nvSpPr>
          <p:cNvPr id="1548" name="Google Shape;1548;p141"/>
          <p:cNvSpPr txBox="1"/>
          <p:nvPr/>
        </p:nvSpPr>
        <p:spPr>
          <a:xfrm>
            <a:off x="4971878" y="1447000"/>
            <a:ext cx="2923500" cy="5409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3600">
                <a:solidFill>
                  <a:schemeClr val="lt1"/>
                </a:solidFill>
                <a:latin typeface="Squada One"/>
                <a:ea typeface="Squada One"/>
                <a:cs typeface="Squada One"/>
                <a:sym typeface="Squada One"/>
              </a:rPr>
              <a:t>$</a:t>
            </a:r>
            <a:r>
              <a:rPr lang="en" sz="3600">
                <a:solidFill>
                  <a:schemeClr val="lt1"/>
                </a:solidFill>
                <a:latin typeface="Squada One"/>
                <a:ea typeface="Squada One"/>
                <a:cs typeface="Squada One"/>
                <a:sym typeface="Squada One"/>
              </a:rPr>
              <a:t>50.00 </a:t>
            </a:r>
            <a:endParaRPr sz="3600">
              <a:solidFill>
                <a:schemeClr val="lt1"/>
              </a:solidFill>
              <a:latin typeface="Squada One"/>
              <a:ea typeface="Squada One"/>
              <a:cs typeface="Squada One"/>
              <a:sym typeface="Squada One"/>
            </a:endParaRPr>
          </a:p>
        </p:txBody>
      </p:sp>
      <p:cxnSp>
        <p:nvCxnSpPr>
          <p:cNvPr id="1549" name="Google Shape;1549;p141"/>
          <p:cNvCxnSpPr/>
          <p:nvPr/>
        </p:nvCxnSpPr>
        <p:spPr>
          <a:xfrm>
            <a:off x="6408649" y="3763100"/>
            <a:ext cx="543600" cy="0"/>
          </a:xfrm>
          <a:prstGeom prst="straightConnector1">
            <a:avLst/>
          </a:prstGeom>
          <a:noFill/>
          <a:ln cap="flat" cmpd="sng" w="19050">
            <a:solidFill>
              <a:schemeClr val="lt1"/>
            </a:solidFill>
            <a:prstDash val="solid"/>
            <a:round/>
            <a:headEnd len="med" w="med" type="none"/>
            <a:tailEnd len="med" w="med" type="diamond"/>
          </a:ln>
        </p:spPr>
      </p:cxnSp>
      <p:cxnSp>
        <p:nvCxnSpPr>
          <p:cNvPr id="1550" name="Google Shape;1550;p141"/>
          <p:cNvCxnSpPr/>
          <p:nvPr/>
        </p:nvCxnSpPr>
        <p:spPr>
          <a:xfrm>
            <a:off x="6408649" y="4253950"/>
            <a:ext cx="543600" cy="0"/>
          </a:xfrm>
          <a:prstGeom prst="straightConnector1">
            <a:avLst/>
          </a:prstGeom>
          <a:noFill/>
          <a:ln cap="flat" cmpd="sng" w="19050">
            <a:solidFill>
              <a:schemeClr val="lt1"/>
            </a:solidFill>
            <a:prstDash val="solid"/>
            <a:round/>
            <a:headEnd len="med" w="med" type="none"/>
            <a:tailEnd len="med" w="med" type="diamond"/>
          </a:ln>
        </p:spPr>
      </p:cxnSp>
      <p:cxnSp>
        <p:nvCxnSpPr>
          <p:cNvPr id="1551" name="Google Shape;1551;p141"/>
          <p:cNvCxnSpPr/>
          <p:nvPr/>
        </p:nvCxnSpPr>
        <p:spPr>
          <a:xfrm>
            <a:off x="1122828" y="4364481"/>
            <a:ext cx="2674200" cy="0"/>
          </a:xfrm>
          <a:prstGeom prst="straightConnector1">
            <a:avLst/>
          </a:prstGeom>
          <a:noFill/>
          <a:ln cap="flat" cmpd="sng" w="19050">
            <a:solidFill>
              <a:schemeClr val="lt1"/>
            </a:solidFill>
            <a:prstDash val="solid"/>
            <a:round/>
            <a:headEnd len="med" w="med" type="none"/>
            <a:tailEnd len="med" w="med" type="none"/>
          </a:ln>
        </p:spPr>
      </p:cxnSp>
      <p:cxnSp>
        <p:nvCxnSpPr>
          <p:cNvPr id="1552" name="Google Shape;1552;p141"/>
          <p:cNvCxnSpPr/>
          <p:nvPr/>
        </p:nvCxnSpPr>
        <p:spPr>
          <a:xfrm>
            <a:off x="4971888" y="2414363"/>
            <a:ext cx="2989500" cy="11700"/>
          </a:xfrm>
          <a:prstGeom prst="straightConnector1">
            <a:avLst/>
          </a:prstGeom>
          <a:noFill/>
          <a:ln cap="flat" cmpd="sng" w="19050">
            <a:solidFill>
              <a:schemeClr val="lt1"/>
            </a:solidFill>
            <a:prstDash val="solid"/>
            <a:round/>
            <a:headEnd len="med" w="med" type="none"/>
            <a:tailEnd len="med" w="med" type="none"/>
          </a:ln>
        </p:spPr>
      </p:cxnSp>
      <p:sp>
        <p:nvSpPr>
          <p:cNvPr id="1553" name="Google Shape;1553;p141"/>
          <p:cNvSpPr txBox="1"/>
          <p:nvPr/>
        </p:nvSpPr>
        <p:spPr>
          <a:xfrm>
            <a:off x="1122838" y="2902638"/>
            <a:ext cx="12765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AGE</a:t>
            </a:r>
            <a:endParaRPr sz="1600">
              <a:solidFill>
                <a:schemeClr val="lt1"/>
              </a:solidFill>
              <a:latin typeface="Squada One"/>
              <a:ea typeface="Squada One"/>
              <a:cs typeface="Squada One"/>
              <a:sym typeface="Squada One"/>
            </a:endParaRPr>
          </a:p>
        </p:txBody>
      </p:sp>
      <p:sp>
        <p:nvSpPr>
          <p:cNvPr id="1554" name="Google Shape;1554;p141"/>
          <p:cNvSpPr txBox="1"/>
          <p:nvPr/>
        </p:nvSpPr>
        <p:spPr>
          <a:xfrm>
            <a:off x="4971875" y="2062325"/>
            <a:ext cx="29235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lt1"/>
                </a:solidFill>
                <a:latin typeface="Squada One"/>
                <a:ea typeface="Squada One"/>
                <a:cs typeface="Squada One"/>
                <a:sym typeface="Squada One"/>
              </a:rPr>
              <a:t>AVERAGE SPEND PER CUSTOMER</a:t>
            </a:r>
            <a:endParaRPr sz="1600">
              <a:solidFill>
                <a:schemeClr val="lt1"/>
              </a:solidFill>
              <a:latin typeface="Squada One"/>
              <a:ea typeface="Squada One"/>
              <a:cs typeface="Squada One"/>
              <a:sym typeface="Squada One"/>
            </a:endParaRPr>
          </a:p>
        </p:txBody>
      </p:sp>
      <p:sp>
        <p:nvSpPr>
          <p:cNvPr id="1555" name="Google Shape;1555;p141"/>
          <p:cNvSpPr txBox="1"/>
          <p:nvPr/>
        </p:nvSpPr>
        <p:spPr>
          <a:xfrm>
            <a:off x="1121725" y="3191225"/>
            <a:ext cx="703800" cy="266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800">
                <a:solidFill>
                  <a:schemeClr val="lt1"/>
                </a:solidFill>
                <a:latin typeface="Squada One"/>
                <a:ea typeface="Squada One"/>
                <a:cs typeface="Squada One"/>
                <a:sym typeface="Squada One"/>
              </a:rPr>
              <a:t>20-35</a:t>
            </a:r>
            <a:endParaRPr sz="1800">
              <a:solidFill>
                <a:schemeClr val="lt1"/>
              </a:solidFill>
              <a:latin typeface="Squada One"/>
              <a:ea typeface="Squada One"/>
              <a:cs typeface="Squada One"/>
              <a:sym typeface="Squada One"/>
            </a:endParaRPr>
          </a:p>
        </p:txBody>
      </p:sp>
      <p:sp>
        <p:nvSpPr>
          <p:cNvPr id="1556" name="Google Shape;1556;p141"/>
          <p:cNvSpPr txBox="1"/>
          <p:nvPr/>
        </p:nvSpPr>
        <p:spPr>
          <a:xfrm>
            <a:off x="2493182" y="1445530"/>
            <a:ext cx="12765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600">
                <a:solidFill>
                  <a:schemeClr val="lt1"/>
                </a:solidFill>
                <a:latin typeface="Squada One"/>
                <a:ea typeface="Squada One"/>
                <a:cs typeface="Squada One"/>
                <a:sym typeface="Squada One"/>
              </a:rPr>
              <a:t>60%</a:t>
            </a:r>
            <a:endParaRPr sz="3600">
              <a:solidFill>
                <a:schemeClr val="lt1"/>
              </a:solidFill>
              <a:latin typeface="Squada One"/>
              <a:ea typeface="Squada One"/>
              <a:cs typeface="Squada One"/>
              <a:sym typeface="Squada One"/>
            </a:endParaRPr>
          </a:p>
        </p:txBody>
      </p:sp>
      <p:sp>
        <p:nvSpPr>
          <p:cNvPr id="1557" name="Google Shape;1557;p141"/>
          <p:cNvSpPr txBox="1"/>
          <p:nvPr/>
        </p:nvSpPr>
        <p:spPr>
          <a:xfrm>
            <a:off x="1108688" y="1445530"/>
            <a:ext cx="12765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600">
                <a:solidFill>
                  <a:schemeClr val="lt1"/>
                </a:solidFill>
                <a:latin typeface="Squada One"/>
                <a:ea typeface="Squada One"/>
                <a:cs typeface="Squada One"/>
                <a:sym typeface="Squada One"/>
              </a:rPr>
              <a:t>40%</a:t>
            </a:r>
            <a:endParaRPr sz="3600">
              <a:solidFill>
                <a:schemeClr val="lt1"/>
              </a:solidFill>
              <a:latin typeface="Squada One"/>
              <a:ea typeface="Squada One"/>
              <a:cs typeface="Squada One"/>
              <a:sym typeface="Squada One"/>
            </a:endParaRPr>
          </a:p>
        </p:txBody>
      </p:sp>
      <p:cxnSp>
        <p:nvCxnSpPr>
          <p:cNvPr id="1558" name="Google Shape;1558;p141"/>
          <p:cNvCxnSpPr/>
          <p:nvPr/>
        </p:nvCxnSpPr>
        <p:spPr>
          <a:xfrm>
            <a:off x="1118995" y="2424300"/>
            <a:ext cx="2674200" cy="0"/>
          </a:xfrm>
          <a:prstGeom prst="straightConnector1">
            <a:avLst/>
          </a:prstGeom>
          <a:noFill/>
          <a:ln cap="flat" cmpd="sng" w="19050">
            <a:solidFill>
              <a:schemeClr val="lt1"/>
            </a:solidFill>
            <a:prstDash val="solid"/>
            <a:round/>
            <a:headEnd len="med" w="med" type="none"/>
            <a:tailEnd len="med" w="med" type="none"/>
          </a:ln>
        </p:spPr>
      </p:cxnSp>
      <p:grpSp>
        <p:nvGrpSpPr>
          <p:cNvPr id="1559" name="Google Shape;1559;p141"/>
          <p:cNvGrpSpPr/>
          <p:nvPr/>
        </p:nvGrpSpPr>
        <p:grpSpPr>
          <a:xfrm>
            <a:off x="2030724" y="1530389"/>
            <a:ext cx="295536" cy="334667"/>
            <a:chOff x="-57950750" y="2296300"/>
            <a:chExt cx="279625" cy="316650"/>
          </a:xfrm>
        </p:grpSpPr>
        <p:sp>
          <p:nvSpPr>
            <p:cNvPr id="1560" name="Google Shape;1560;p141"/>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41"/>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41"/>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41"/>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141"/>
          <p:cNvGrpSpPr/>
          <p:nvPr/>
        </p:nvGrpSpPr>
        <p:grpSpPr>
          <a:xfrm>
            <a:off x="3432509" y="1529559"/>
            <a:ext cx="337178" cy="336332"/>
            <a:chOff x="-57578225" y="1904075"/>
            <a:chExt cx="319025" cy="318225"/>
          </a:xfrm>
        </p:grpSpPr>
        <p:sp>
          <p:nvSpPr>
            <p:cNvPr id="1565" name="Google Shape;1565;p141"/>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41"/>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41"/>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41"/>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 name="Google Shape;1569;p141"/>
          <p:cNvSpPr txBox="1"/>
          <p:nvPr/>
        </p:nvSpPr>
        <p:spPr>
          <a:xfrm>
            <a:off x="1108702" y="2062325"/>
            <a:ext cx="26010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GENDER</a:t>
            </a:r>
            <a:endParaRPr sz="1600">
              <a:solidFill>
                <a:schemeClr val="lt1"/>
              </a:solidFill>
              <a:latin typeface="Squada One"/>
              <a:ea typeface="Squada One"/>
              <a:cs typeface="Squada One"/>
              <a:sym typeface="Squada One"/>
            </a:endParaRPr>
          </a:p>
        </p:txBody>
      </p:sp>
      <p:grpSp>
        <p:nvGrpSpPr>
          <p:cNvPr id="1570" name="Google Shape;1570;p141"/>
          <p:cNvGrpSpPr/>
          <p:nvPr/>
        </p:nvGrpSpPr>
        <p:grpSpPr>
          <a:xfrm>
            <a:off x="5257975" y="3653459"/>
            <a:ext cx="3130785" cy="212700"/>
            <a:chOff x="5257975" y="3605834"/>
            <a:chExt cx="3130785" cy="212700"/>
          </a:xfrm>
        </p:grpSpPr>
        <p:sp>
          <p:nvSpPr>
            <p:cNvPr id="1571" name="Google Shape;1571;p141"/>
            <p:cNvSpPr txBox="1"/>
            <p:nvPr/>
          </p:nvSpPr>
          <p:spPr>
            <a:xfrm>
              <a:off x="7112260" y="3605834"/>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W</a:t>
              </a:r>
              <a:r>
                <a:rPr lang="en" sz="1600">
                  <a:solidFill>
                    <a:schemeClr val="lt1"/>
                  </a:solidFill>
                  <a:latin typeface="Squada One"/>
                  <a:ea typeface="Squada One"/>
                  <a:cs typeface="Squada One"/>
                  <a:sym typeface="Squada One"/>
                </a:rPr>
                <a:t>RITING</a:t>
              </a:r>
              <a:endParaRPr sz="1600">
                <a:solidFill>
                  <a:schemeClr val="lt1"/>
                </a:solidFill>
                <a:latin typeface="Squada One"/>
                <a:ea typeface="Squada One"/>
                <a:cs typeface="Squada One"/>
                <a:sym typeface="Squada One"/>
              </a:endParaRPr>
            </a:p>
          </p:txBody>
        </p:sp>
        <p:sp>
          <p:nvSpPr>
            <p:cNvPr id="1572" name="Google Shape;1572;p141"/>
            <p:cNvSpPr/>
            <p:nvPr/>
          </p:nvSpPr>
          <p:spPr>
            <a:xfrm>
              <a:off x="5438893"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41"/>
            <p:cNvSpPr/>
            <p:nvPr/>
          </p:nvSpPr>
          <p:spPr>
            <a:xfrm>
              <a:off x="5257975" y="36267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41"/>
            <p:cNvSpPr/>
            <p:nvPr/>
          </p:nvSpPr>
          <p:spPr>
            <a:xfrm>
              <a:off x="5620168"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41"/>
            <p:cNvSpPr/>
            <p:nvPr/>
          </p:nvSpPr>
          <p:spPr>
            <a:xfrm>
              <a:off x="5981593"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41"/>
            <p:cNvSpPr/>
            <p:nvPr/>
          </p:nvSpPr>
          <p:spPr>
            <a:xfrm>
              <a:off x="5800675" y="36267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41"/>
            <p:cNvSpPr/>
            <p:nvPr/>
          </p:nvSpPr>
          <p:spPr>
            <a:xfrm>
              <a:off x="6162868" y="36267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141"/>
          <p:cNvGrpSpPr/>
          <p:nvPr/>
        </p:nvGrpSpPr>
        <p:grpSpPr>
          <a:xfrm>
            <a:off x="5257975" y="4154100"/>
            <a:ext cx="3106475" cy="212700"/>
            <a:chOff x="5257975" y="4087425"/>
            <a:chExt cx="3106475" cy="212700"/>
          </a:xfrm>
        </p:grpSpPr>
        <p:sp>
          <p:nvSpPr>
            <p:cNvPr id="1579" name="Google Shape;1579;p141"/>
            <p:cNvSpPr txBox="1"/>
            <p:nvPr/>
          </p:nvSpPr>
          <p:spPr>
            <a:xfrm>
              <a:off x="7112250" y="4087425"/>
              <a:ext cx="12522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TRAVELING</a:t>
              </a:r>
              <a:endParaRPr sz="1600">
                <a:solidFill>
                  <a:schemeClr val="lt1"/>
                </a:solidFill>
                <a:latin typeface="Squada One"/>
                <a:ea typeface="Squada One"/>
                <a:cs typeface="Squada One"/>
                <a:sym typeface="Squada One"/>
              </a:endParaRPr>
            </a:p>
          </p:txBody>
        </p:sp>
        <p:sp>
          <p:nvSpPr>
            <p:cNvPr id="1580" name="Google Shape;1580;p141"/>
            <p:cNvSpPr/>
            <p:nvPr/>
          </p:nvSpPr>
          <p:spPr>
            <a:xfrm>
              <a:off x="5438893"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41"/>
            <p:cNvSpPr/>
            <p:nvPr/>
          </p:nvSpPr>
          <p:spPr>
            <a:xfrm>
              <a:off x="5257975" y="41083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41"/>
            <p:cNvSpPr/>
            <p:nvPr/>
          </p:nvSpPr>
          <p:spPr>
            <a:xfrm>
              <a:off x="5620168"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41"/>
            <p:cNvSpPr/>
            <p:nvPr/>
          </p:nvSpPr>
          <p:spPr>
            <a:xfrm>
              <a:off x="5981593"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41"/>
            <p:cNvSpPr/>
            <p:nvPr/>
          </p:nvSpPr>
          <p:spPr>
            <a:xfrm>
              <a:off x="5800675" y="410839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41"/>
            <p:cNvSpPr/>
            <p:nvPr/>
          </p:nvSpPr>
          <p:spPr>
            <a:xfrm>
              <a:off x="6162868" y="410839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141"/>
          <p:cNvGrpSpPr/>
          <p:nvPr/>
        </p:nvGrpSpPr>
        <p:grpSpPr>
          <a:xfrm>
            <a:off x="5257975" y="3144539"/>
            <a:ext cx="3130785" cy="212700"/>
            <a:chOff x="5257975" y="3144539"/>
            <a:chExt cx="3130785" cy="212700"/>
          </a:xfrm>
        </p:grpSpPr>
        <p:sp>
          <p:nvSpPr>
            <p:cNvPr id="1587" name="Google Shape;1587;p141"/>
            <p:cNvSpPr txBox="1"/>
            <p:nvPr/>
          </p:nvSpPr>
          <p:spPr>
            <a:xfrm>
              <a:off x="7112260" y="3144539"/>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READING</a:t>
              </a:r>
              <a:endParaRPr sz="1600">
                <a:solidFill>
                  <a:schemeClr val="lt1"/>
                </a:solidFill>
                <a:latin typeface="Squada One"/>
                <a:ea typeface="Squada One"/>
                <a:cs typeface="Squada One"/>
                <a:sym typeface="Squada One"/>
              </a:endParaRPr>
            </a:p>
          </p:txBody>
        </p:sp>
        <p:cxnSp>
          <p:nvCxnSpPr>
            <p:cNvPr id="1588" name="Google Shape;1588;p141"/>
            <p:cNvCxnSpPr/>
            <p:nvPr/>
          </p:nvCxnSpPr>
          <p:spPr>
            <a:xfrm>
              <a:off x="6408649" y="3250752"/>
              <a:ext cx="543600" cy="0"/>
            </a:xfrm>
            <a:prstGeom prst="straightConnector1">
              <a:avLst/>
            </a:prstGeom>
            <a:noFill/>
            <a:ln cap="flat" cmpd="sng" w="19050">
              <a:solidFill>
                <a:schemeClr val="lt1"/>
              </a:solidFill>
              <a:prstDash val="solid"/>
              <a:round/>
              <a:headEnd len="med" w="med" type="none"/>
              <a:tailEnd len="med" w="med" type="diamond"/>
            </a:ln>
          </p:spPr>
        </p:cxnSp>
        <p:sp>
          <p:nvSpPr>
            <p:cNvPr id="1589" name="Google Shape;1589;p141"/>
            <p:cNvSpPr/>
            <p:nvPr/>
          </p:nvSpPr>
          <p:spPr>
            <a:xfrm>
              <a:off x="5438893"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41"/>
            <p:cNvSpPr/>
            <p:nvPr/>
          </p:nvSpPr>
          <p:spPr>
            <a:xfrm>
              <a:off x="5257975" y="31760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41"/>
            <p:cNvSpPr/>
            <p:nvPr/>
          </p:nvSpPr>
          <p:spPr>
            <a:xfrm>
              <a:off x="5620168"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41"/>
            <p:cNvSpPr/>
            <p:nvPr/>
          </p:nvSpPr>
          <p:spPr>
            <a:xfrm>
              <a:off x="5981593"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41"/>
            <p:cNvSpPr/>
            <p:nvPr/>
          </p:nvSpPr>
          <p:spPr>
            <a:xfrm>
              <a:off x="5800675" y="31760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41"/>
            <p:cNvSpPr/>
            <p:nvPr/>
          </p:nvSpPr>
          <p:spPr>
            <a:xfrm>
              <a:off x="6162868" y="31760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 name="Google Shape;1595;p141"/>
          <p:cNvSpPr txBox="1"/>
          <p:nvPr/>
        </p:nvSpPr>
        <p:spPr>
          <a:xfrm>
            <a:off x="1127725" y="3910950"/>
            <a:ext cx="703800" cy="2667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sz="1800">
                <a:solidFill>
                  <a:schemeClr val="lt1"/>
                </a:solidFill>
                <a:latin typeface="Squada One"/>
                <a:ea typeface="Squada One"/>
                <a:cs typeface="Squada One"/>
                <a:sym typeface="Squada One"/>
              </a:rPr>
              <a:t>36-55</a:t>
            </a:r>
            <a:endParaRPr sz="1800">
              <a:solidFill>
                <a:schemeClr val="lt1"/>
              </a:solidFill>
              <a:latin typeface="Squada One"/>
              <a:ea typeface="Squada One"/>
              <a:cs typeface="Squada One"/>
              <a:sym typeface="Squada One"/>
            </a:endParaRPr>
          </a:p>
        </p:txBody>
      </p:sp>
      <p:sp>
        <p:nvSpPr>
          <p:cNvPr id="1596" name="Google Shape;1596;p141"/>
          <p:cNvSpPr/>
          <p:nvPr/>
        </p:nvSpPr>
        <p:spPr>
          <a:xfrm rot="5400000">
            <a:off x="1944865" y="3063725"/>
            <a:ext cx="337800" cy="5370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41"/>
          <p:cNvSpPr/>
          <p:nvPr/>
        </p:nvSpPr>
        <p:spPr>
          <a:xfrm rot="5400000">
            <a:off x="2385700" y="3368141"/>
            <a:ext cx="311100" cy="1385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41"/>
          <p:cNvSpPr/>
          <p:nvPr/>
        </p:nvSpPr>
        <p:spPr>
          <a:xfrm rot="5400000">
            <a:off x="2077800" y="3659725"/>
            <a:ext cx="337800" cy="800700"/>
          </a:xfrm>
          <a:prstGeom prst="rect">
            <a:avLst/>
          </a:pr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41"/>
          <p:cNvSpPr txBox="1"/>
          <p:nvPr/>
        </p:nvSpPr>
        <p:spPr>
          <a:xfrm>
            <a:off x="5216848" y="2900738"/>
            <a:ext cx="12765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INTEREST</a:t>
            </a:r>
            <a:endParaRPr sz="1600">
              <a:solidFill>
                <a:schemeClr val="lt1"/>
              </a:solidFill>
              <a:latin typeface="Squada One"/>
              <a:ea typeface="Squada One"/>
              <a:cs typeface="Squada One"/>
              <a:sym typeface="Squada One"/>
            </a:endParaRPr>
          </a:p>
        </p:txBody>
      </p:sp>
      <p:sp>
        <p:nvSpPr>
          <p:cNvPr id="1600" name="Google Shape;1600;p141"/>
          <p:cNvSpPr txBox="1"/>
          <p:nvPr/>
        </p:nvSpPr>
        <p:spPr>
          <a:xfrm>
            <a:off x="3306000" y="3926725"/>
            <a:ext cx="543600" cy="266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000">
                <a:solidFill>
                  <a:schemeClr val="lt1"/>
                </a:solidFill>
                <a:latin typeface="Squada One"/>
                <a:ea typeface="Squada One"/>
                <a:cs typeface="Squada One"/>
                <a:sym typeface="Squada One"/>
              </a:rPr>
              <a:t>60%</a:t>
            </a:r>
            <a:endParaRPr sz="2000">
              <a:solidFill>
                <a:schemeClr val="lt1"/>
              </a:solidFill>
              <a:latin typeface="Squada One"/>
              <a:ea typeface="Squada One"/>
              <a:cs typeface="Squada One"/>
              <a:sym typeface="Squada One"/>
            </a:endParaRPr>
          </a:p>
        </p:txBody>
      </p:sp>
      <p:sp>
        <p:nvSpPr>
          <p:cNvPr id="1601" name="Google Shape;1601;p141"/>
          <p:cNvSpPr txBox="1"/>
          <p:nvPr/>
        </p:nvSpPr>
        <p:spPr>
          <a:xfrm>
            <a:off x="3302650" y="3195925"/>
            <a:ext cx="543600" cy="266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000">
                <a:solidFill>
                  <a:schemeClr val="lt1"/>
                </a:solidFill>
                <a:latin typeface="Squada One"/>
                <a:ea typeface="Squada One"/>
                <a:cs typeface="Squada One"/>
                <a:sym typeface="Squada One"/>
              </a:rPr>
              <a:t>40%</a:t>
            </a:r>
            <a:endParaRPr sz="2000">
              <a:solidFill>
                <a:schemeClr val="lt1"/>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547"/>
                                        </p:tgtEl>
                                        <p:attrNameLst>
                                          <p:attrName>style.visibility</p:attrName>
                                        </p:attrNameLst>
                                      </p:cBhvr>
                                      <p:to>
                                        <p:strVal val="visible"/>
                                      </p:to>
                                    </p:set>
                                    <p:anim calcmode="lin" valueType="num">
                                      <p:cBhvr additive="base">
                                        <p:cTn dur="1000"/>
                                        <p:tgtEl>
                                          <p:spTgt spid="154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48"/>
                                        </p:tgtEl>
                                        <p:attrNameLst>
                                          <p:attrName>style.visibility</p:attrName>
                                        </p:attrNameLst>
                                      </p:cBhvr>
                                      <p:to>
                                        <p:strVal val="visible"/>
                                      </p:to>
                                    </p:set>
                                    <p:animEffect filter="fade" transition="in">
                                      <p:cBhvr>
                                        <p:cTn dur="1000"/>
                                        <p:tgtEl>
                                          <p:spTgt spid="1548"/>
                                        </p:tgtEl>
                                      </p:cBhvr>
                                    </p:animEffect>
                                  </p:childTnLst>
                                </p:cTn>
                              </p:par>
                              <p:par>
                                <p:cTn fill="hold" nodeType="withEffect" presetClass="entr" presetID="10" presetSubtype="0">
                                  <p:stCondLst>
                                    <p:cond delay="0"/>
                                  </p:stCondLst>
                                  <p:childTnLst>
                                    <p:set>
                                      <p:cBhvr>
                                        <p:cTn dur="1" fill="hold">
                                          <p:stCondLst>
                                            <p:cond delay="0"/>
                                          </p:stCondLst>
                                        </p:cTn>
                                        <p:tgtEl>
                                          <p:spTgt spid="1552"/>
                                        </p:tgtEl>
                                        <p:attrNameLst>
                                          <p:attrName>style.visibility</p:attrName>
                                        </p:attrNameLst>
                                      </p:cBhvr>
                                      <p:to>
                                        <p:strVal val="visible"/>
                                      </p:to>
                                    </p:set>
                                    <p:animEffect filter="fade" transition="in">
                                      <p:cBhvr>
                                        <p:cTn dur="1000"/>
                                        <p:tgtEl>
                                          <p:spTgt spid="1552"/>
                                        </p:tgtEl>
                                      </p:cBhvr>
                                    </p:animEffect>
                                  </p:childTnLst>
                                </p:cTn>
                              </p:par>
                              <p:par>
                                <p:cTn fill="hold" nodeType="withEffect" presetClass="entr" presetID="10" presetSubtype="0">
                                  <p:stCondLst>
                                    <p:cond delay="0"/>
                                  </p:stCondLst>
                                  <p:childTnLst>
                                    <p:set>
                                      <p:cBhvr>
                                        <p:cTn dur="1" fill="hold">
                                          <p:stCondLst>
                                            <p:cond delay="0"/>
                                          </p:stCondLst>
                                        </p:cTn>
                                        <p:tgtEl>
                                          <p:spTgt spid="1554"/>
                                        </p:tgtEl>
                                        <p:attrNameLst>
                                          <p:attrName>style.visibility</p:attrName>
                                        </p:attrNameLst>
                                      </p:cBhvr>
                                      <p:to>
                                        <p:strVal val="visible"/>
                                      </p:to>
                                    </p:set>
                                    <p:animEffect filter="fade" transition="in">
                                      <p:cBhvr>
                                        <p:cTn dur="1000"/>
                                        <p:tgtEl>
                                          <p:spTgt spid="155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51"/>
                                        </p:tgtEl>
                                        <p:attrNameLst>
                                          <p:attrName>style.visibility</p:attrName>
                                        </p:attrNameLst>
                                      </p:cBhvr>
                                      <p:to>
                                        <p:strVal val="visible"/>
                                      </p:to>
                                    </p:set>
                                    <p:animEffect filter="fade" transition="in">
                                      <p:cBhvr>
                                        <p:cTn dur="1000"/>
                                        <p:tgtEl>
                                          <p:spTgt spid="1551"/>
                                        </p:tgtEl>
                                      </p:cBhvr>
                                    </p:animEffect>
                                  </p:childTnLst>
                                </p:cTn>
                              </p:par>
                              <p:par>
                                <p:cTn fill="hold" nodeType="withEffect" presetClass="entr" presetID="10" presetSubtype="0">
                                  <p:stCondLst>
                                    <p:cond delay="0"/>
                                  </p:stCondLst>
                                  <p:childTnLst>
                                    <p:set>
                                      <p:cBhvr>
                                        <p:cTn dur="1" fill="hold">
                                          <p:stCondLst>
                                            <p:cond delay="0"/>
                                          </p:stCondLst>
                                        </p:cTn>
                                        <p:tgtEl>
                                          <p:spTgt spid="1553"/>
                                        </p:tgtEl>
                                        <p:attrNameLst>
                                          <p:attrName>style.visibility</p:attrName>
                                        </p:attrNameLst>
                                      </p:cBhvr>
                                      <p:to>
                                        <p:strVal val="visible"/>
                                      </p:to>
                                    </p:set>
                                    <p:animEffect filter="fade" transition="in">
                                      <p:cBhvr>
                                        <p:cTn dur="1000"/>
                                        <p:tgtEl>
                                          <p:spTgt spid="1553"/>
                                        </p:tgtEl>
                                      </p:cBhvr>
                                    </p:animEffect>
                                  </p:childTnLst>
                                </p:cTn>
                              </p:par>
                              <p:par>
                                <p:cTn fill="hold" nodeType="withEffect" presetClass="entr" presetID="10" presetSubtype="0">
                                  <p:stCondLst>
                                    <p:cond delay="0"/>
                                  </p:stCondLst>
                                  <p:childTnLst>
                                    <p:set>
                                      <p:cBhvr>
                                        <p:cTn dur="1" fill="hold">
                                          <p:stCondLst>
                                            <p:cond delay="0"/>
                                          </p:stCondLst>
                                        </p:cTn>
                                        <p:tgtEl>
                                          <p:spTgt spid="1555"/>
                                        </p:tgtEl>
                                        <p:attrNameLst>
                                          <p:attrName>style.visibility</p:attrName>
                                        </p:attrNameLst>
                                      </p:cBhvr>
                                      <p:to>
                                        <p:strVal val="visible"/>
                                      </p:to>
                                    </p:set>
                                    <p:animEffect filter="fade" transition="in">
                                      <p:cBhvr>
                                        <p:cTn dur="1000"/>
                                        <p:tgtEl>
                                          <p:spTgt spid="155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86"/>
                                        </p:tgtEl>
                                        <p:attrNameLst>
                                          <p:attrName>style.visibility</p:attrName>
                                        </p:attrNameLst>
                                      </p:cBhvr>
                                      <p:to>
                                        <p:strVal val="visible"/>
                                      </p:to>
                                    </p:set>
                                    <p:animEffect filter="fade" transition="in">
                                      <p:cBhvr>
                                        <p:cTn dur="1000"/>
                                        <p:tgtEl>
                                          <p:spTgt spid="158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70"/>
                                        </p:tgtEl>
                                        <p:attrNameLst>
                                          <p:attrName>style.visibility</p:attrName>
                                        </p:attrNameLst>
                                      </p:cBhvr>
                                      <p:to>
                                        <p:strVal val="visible"/>
                                      </p:to>
                                    </p:set>
                                    <p:animEffect filter="fade" transition="in">
                                      <p:cBhvr>
                                        <p:cTn dur="1000"/>
                                        <p:tgtEl>
                                          <p:spTgt spid="157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78"/>
                                        </p:tgtEl>
                                        <p:attrNameLst>
                                          <p:attrName>style.visibility</p:attrName>
                                        </p:attrNameLst>
                                      </p:cBhvr>
                                      <p:to>
                                        <p:strVal val="visible"/>
                                      </p:to>
                                    </p:set>
                                    <p:animEffect filter="fade" transition="in">
                                      <p:cBhvr>
                                        <p:cTn dur="1000"/>
                                        <p:tgtEl>
                                          <p:spTgt spid="15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5" name="Shape 1605"/>
        <p:cNvGrpSpPr/>
        <p:nvPr/>
      </p:nvGrpSpPr>
      <p:grpSpPr>
        <a:xfrm>
          <a:off x="0" y="0"/>
          <a:ext cx="0" cy="0"/>
          <a:chOff x="0" y="0"/>
          <a:chExt cx="0" cy="0"/>
        </a:xfrm>
      </p:grpSpPr>
      <p:sp>
        <p:nvSpPr>
          <p:cNvPr id="1606" name="Google Shape;1606;p142"/>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TARGET</a:t>
            </a:r>
            <a:endParaRPr/>
          </a:p>
        </p:txBody>
      </p:sp>
      <p:sp>
        <p:nvSpPr>
          <p:cNvPr id="1607" name="Google Shape;1607;p142"/>
          <p:cNvSpPr/>
          <p:nvPr/>
        </p:nvSpPr>
        <p:spPr>
          <a:xfrm>
            <a:off x="485775" y="2855375"/>
            <a:ext cx="3000300" cy="1081200"/>
          </a:xfrm>
          <a:prstGeom prst="rect">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42"/>
          <p:cNvSpPr txBox="1"/>
          <p:nvPr/>
        </p:nvSpPr>
        <p:spPr>
          <a:xfrm>
            <a:off x="1394109" y="3150620"/>
            <a:ext cx="1481100" cy="5409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3500">
                <a:solidFill>
                  <a:schemeClr val="lt1"/>
                </a:solidFill>
                <a:latin typeface="Squada One"/>
                <a:ea typeface="Squada One"/>
                <a:cs typeface="Squada One"/>
                <a:sym typeface="Squada One"/>
              </a:rPr>
              <a:t>$</a:t>
            </a:r>
            <a:r>
              <a:rPr lang="en" sz="3500">
                <a:solidFill>
                  <a:schemeClr val="lt1"/>
                </a:solidFill>
                <a:latin typeface="Squada One"/>
                <a:ea typeface="Squada One"/>
                <a:cs typeface="Squada One"/>
                <a:sym typeface="Squada One"/>
              </a:rPr>
              <a:t>50.00 </a:t>
            </a:r>
            <a:endParaRPr sz="3500">
              <a:solidFill>
                <a:schemeClr val="lt1"/>
              </a:solidFill>
              <a:latin typeface="Squada One"/>
              <a:ea typeface="Squada One"/>
              <a:cs typeface="Squada One"/>
              <a:sym typeface="Squada One"/>
            </a:endParaRPr>
          </a:p>
        </p:txBody>
      </p:sp>
      <p:sp>
        <p:nvSpPr>
          <p:cNvPr id="1609" name="Google Shape;1609;p142"/>
          <p:cNvSpPr txBox="1"/>
          <p:nvPr/>
        </p:nvSpPr>
        <p:spPr>
          <a:xfrm>
            <a:off x="607449" y="2946110"/>
            <a:ext cx="30003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lt1"/>
                </a:solidFill>
                <a:latin typeface="Squada One"/>
                <a:ea typeface="Squada One"/>
                <a:cs typeface="Squada One"/>
                <a:sym typeface="Squada One"/>
              </a:rPr>
              <a:t>AVERAGE SPEND PER CUSTOMER</a:t>
            </a:r>
            <a:endParaRPr sz="1600">
              <a:solidFill>
                <a:schemeClr val="lt1"/>
              </a:solidFill>
              <a:latin typeface="Squada One"/>
              <a:ea typeface="Squada One"/>
              <a:cs typeface="Squada One"/>
              <a:sym typeface="Squada One"/>
            </a:endParaRPr>
          </a:p>
        </p:txBody>
      </p:sp>
      <p:sp>
        <p:nvSpPr>
          <p:cNvPr id="1610" name="Google Shape;1610;p142"/>
          <p:cNvSpPr/>
          <p:nvPr/>
        </p:nvSpPr>
        <p:spPr>
          <a:xfrm>
            <a:off x="485775" y="1762125"/>
            <a:ext cx="3009900" cy="964500"/>
          </a:xfrm>
          <a:prstGeom prst="rect">
            <a:avLst/>
          </a:pr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42"/>
          <p:cNvSpPr txBox="1"/>
          <p:nvPr/>
        </p:nvSpPr>
        <p:spPr>
          <a:xfrm>
            <a:off x="2176657" y="2106131"/>
            <a:ext cx="8244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500">
                <a:solidFill>
                  <a:schemeClr val="lt1"/>
                </a:solidFill>
                <a:latin typeface="Squada One"/>
                <a:ea typeface="Squada One"/>
                <a:cs typeface="Squada One"/>
                <a:sym typeface="Squada One"/>
              </a:rPr>
              <a:t>60%</a:t>
            </a:r>
            <a:endParaRPr sz="3500">
              <a:solidFill>
                <a:schemeClr val="lt1"/>
              </a:solidFill>
              <a:latin typeface="Squada One"/>
              <a:ea typeface="Squada One"/>
              <a:cs typeface="Squada One"/>
              <a:sym typeface="Squada One"/>
            </a:endParaRPr>
          </a:p>
        </p:txBody>
      </p:sp>
      <p:sp>
        <p:nvSpPr>
          <p:cNvPr id="1612" name="Google Shape;1612;p142"/>
          <p:cNvSpPr txBox="1"/>
          <p:nvPr/>
        </p:nvSpPr>
        <p:spPr>
          <a:xfrm>
            <a:off x="639759" y="2106131"/>
            <a:ext cx="8244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3500">
                <a:solidFill>
                  <a:schemeClr val="lt1"/>
                </a:solidFill>
                <a:latin typeface="Squada One"/>
                <a:ea typeface="Squada One"/>
                <a:cs typeface="Squada One"/>
                <a:sym typeface="Squada One"/>
              </a:rPr>
              <a:t>40</a:t>
            </a:r>
            <a:r>
              <a:rPr lang="en" sz="3500">
                <a:solidFill>
                  <a:schemeClr val="lt1"/>
                </a:solidFill>
                <a:latin typeface="Squada One"/>
                <a:ea typeface="Squada One"/>
                <a:cs typeface="Squada One"/>
                <a:sym typeface="Squada One"/>
              </a:rPr>
              <a:t>%</a:t>
            </a:r>
            <a:endParaRPr sz="3500">
              <a:solidFill>
                <a:schemeClr val="lt1"/>
              </a:solidFill>
              <a:latin typeface="Squada One"/>
              <a:ea typeface="Squada One"/>
              <a:cs typeface="Squada One"/>
              <a:sym typeface="Squada One"/>
            </a:endParaRPr>
          </a:p>
        </p:txBody>
      </p:sp>
      <p:sp>
        <p:nvSpPr>
          <p:cNvPr id="1613" name="Google Shape;1613;p142"/>
          <p:cNvSpPr txBox="1"/>
          <p:nvPr/>
        </p:nvSpPr>
        <p:spPr>
          <a:xfrm>
            <a:off x="457050" y="1851968"/>
            <a:ext cx="30384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lt1"/>
                </a:solidFill>
                <a:latin typeface="Squada One"/>
                <a:ea typeface="Squada One"/>
                <a:cs typeface="Squada One"/>
                <a:sym typeface="Squada One"/>
              </a:rPr>
              <a:t>GENDER</a:t>
            </a:r>
            <a:endParaRPr sz="1600">
              <a:solidFill>
                <a:schemeClr val="lt1"/>
              </a:solidFill>
              <a:latin typeface="Squada One"/>
              <a:ea typeface="Squada One"/>
              <a:cs typeface="Squada One"/>
              <a:sym typeface="Squada One"/>
            </a:endParaRPr>
          </a:p>
        </p:txBody>
      </p:sp>
      <p:grpSp>
        <p:nvGrpSpPr>
          <p:cNvPr id="1614" name="Google Shape;1614;p142"/>
          <p:cNvGrpSpPr/>
          <p:nvPr/>
        </p:nvGrpSpPr>
        <p:grpSpPr>
          <a:xfrm>
            <a:off x="1117673" y="3257219"/>
            <a:ext cx="396605" cy="372940"/>
            <a:chOff x="-4211975" y="2783850"/>
            <a:chExt cx="291450" cy="274100"/>
          </a:xfrm>
        </p:grpSpPr>
        <p:sp>
          <p:nvSpPr>
            <p:cNvPr id="1615" name="Google Shape;1615;p14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4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4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142"/>
          <p:cNvGrpSpPr/>
          <p:nvPr/>
        </p:nvGrpSpPr>
        <p:grpSpPr>
          <a:xfrm>
            <a:off x="1464147" y="2191124"/>
            <a:ext cx="363785" cy="361090"/>
            <a:chOff x="-56012425" y="1903275"/>
            <a:chExt cx="320600" cy="318225"/>
          </a:xfrm>
        </p:grpSpPr>
        <p:sp>
          <p:nvSpPr>
            <p:cNvPr id="1619" name="Google Shape;1619;p14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4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142"/>
          <p:cNvGrpSpPr/>
          <p:nvPr/>
        </p:nvGrpSpPr>
        <p:grpSpPr>
          <a:xfrm>
            <a:off x="2981057" y="2197034"/>
            <a:ext cx="319089" cy="362073"/>
            <a:chOff x="1044400" y="2917425"/>
            <a:chExt cx="248125" cy="281550"/>
          </a:xfrm>
        </p:grpSpPr>
        <p:sp>
          <p:nvSpPr>
            <p:cNvPr id="1622" name="Google Shape;1622;p14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4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4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4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4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lt1"/>
            </a:solidFill>
            <a:ln>
              <a:noFill/>
            </a:ln>
          </p:spPr>
        </p:sp>
        <p:sp>
          <p:nvSpPr>
            <p:cNvPr id="1627" name="Google Shape;1627;p14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lt1"/>
            </a:solidFill>
            <a:ln>
              <a:noFill/>
            </a:ln>
          </p:spPr>
        </p:sp>
        <p:sp>
          <p:nvSpPr>
            <p:cNvPr id="1628" name="Google Shape;1628;p14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lt1"/>
            </a:solidFill>
            <a:ln>
              <a:noFill/>
            </a:ln>
          </p:spPr>
        </p:sp>
        <p:sp>
          <p:nvSpPr>
            <p:cNvPr id="1629" name="Google Shape;1629;p142"/>
            <p:cNvSpPr/>
            <p:nvPr/>
          </p:nvSpPr>
          <p:spPr>
            <a:xfrm>
              <a:off x="1205975" y="2965750"/>
              <a:ext cx="21000" cy="1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42"/>
            <p:cNvSpPr/>
            <p:nvPr/>
          </p:nvSpPr>
          <p:spPr>
            <a:xfrm>
              <a:off x="1082225" y="2937250"/>
              <a:ext cx="11400" cy="26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631" name="Google Shape;1631;p142"/>
          <p:cNvCxnSpPr/>
          <p:nvPr/>
        </p:nvCxnSpPr>
        <p:spPr>
          <a:xfrm>
            <a:off x="5334424" y="3071537"/>
            <a:ext cx="543600" cy="0"/>
          </a:xfrm>
          <a:prstGeom prst="straightConnector1">
            <a:avLst/>
          </a:prstGeom>
          <a:noFill/>
          <a:ln cap="flat" cmpd="sng" w="19050">
            <a:solidFill>
              <a:schemeClr val="lt1"/>
            </a:solidFill>
            <a:prstDash val="solid"/>
            <a:round/>
            <a:headEnd len="med" w="med" type="none"/>
            <a:tailEnd len="med" w="med" type="diamond"/>
          </a:ln>
        </p:spPr>
      </p:cxnSp>
      <p:cxnSp>
        <p:nvCxnSpPr>
          <p:cNvPr id="1632" name="Google Shape;1632;p142"/>
          <p:cNvCxnSpPr/>
          <p:nvPr/>
        </p:nvCxnSpPr>
        <p:spPr>
          <a:xfrm>
            <a:off x="5334424" y="3867187"/>
            <a:ext cx="543600" cy="0"/>
          </a:xfrm>
          <a:prstGeom prst="straightConnector1">
            <a:avLst/>
          </a:prstGeom>
          <a:noFill/>
          <a:ln cap="flat" cmpd="sng" w="19050">
            <a:solidFill>
              <a:schemeClr val="lt1"/>
            </a:solidFill>
            <a:prstDash val="solid"/>
            <a:round/>
            <a:headEnd len="med" w="med" type="none"/>
            <a:tailEnd len="med" w="med" type="diamond"/>
          </a:ln>
        </p:spPr>
      </p:cxnSp>
      <p:sp>
        <p:nvSpPr>
          <p:cNvPr id="1633" name="Google Shape;1633;p142"/>
          <p:cNvSpPr txBox="1"/>
          <p:nvPr/>
        </p:nvSpPr>
        <p:spPr>
          <a:xfrm>
            <a:off x="6114235" y="2961897"/>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WRITING</a:t>
            </a:r>
            <a:endParaRPr sz="1600">
              <a:solidFill>
                <a:schemeClr val="lt1"/>
              </a:solidFill>
              <a:latin typeface="Squada One"/>
              <a:ea typeface="Squada One"/>
              <a:cs typeface="Squada One"/>
              <a:sym typeface="Squada One"/>
            </a:endParaRPr>
          </a:p>
        </p:txBody>
      </p:sp>
      <p:sp>
        <p:nvSpPr>
          <p:cNvPr id="1634" name="Google Shape;1634;p142"/>
          <p:cNvSpPr/>
          <p:nvPr/>
        </p:nvSpPr>
        <p:spPr>
          <a:xfrm>
            <a:off x="4364668"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42"/>
          <p:cNvSpPr/>
          <p:nvPr/>
        </p:nvSpPr>
        <p:spPr>
          <a:xfrm>
            <a:off x="4183750" y="298285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42"/>
          <p:cNvSpPr/>
          <p:nvPr/>
        </p:nvSpPr>
        <p:spPr>
          <a:xfrm>
            <a:off x="4545943"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42"/>
          <p:cNvSpPr/>
          <p:nvPr/>
        </p:nvSpPr>
        <p:spPr>
          <a:xfrm>
            <a:off x="4907368"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42"/>
          <p:cNvSpPr/>
          <p:nvPr/>
        </p:nvSpPr>
        <p:spPr>
          <a:xfrm>
            <a:off x="4726450" y="298285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42"/>
          <p:cNvSpPr/>
          <p:nvPr/>
        </p:nvSpPr>
        <p:spPr>
          <a:xfrm>
            <a:off x="5088643" y="298285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42"/>
          <p:cNvSpPr txBox="1"/>
          <p:nvPr/>
        </p:nvSpPr>
        <p:spPr>
          <a:xfrm>
            <a:off x="6114225" y="3767338"/>
            <a:ext cx="12522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TRAVELING</a:t>
            </a:r>
            <a:endParaRPr sz="1600">
              <a:solidFill>
                <a:schemeClr val="lt1"/>
              </a:solidFill>
              <a:latin typeface="Squada One"/>
              <a:ea typeface="Squada One"/>
              <a:cs typeface="Squada One"/>
              <a:sym typeface="Squada One"/>
            </a:endParaRPr>
          </a:p>
        </p:txBody>
      </p:sp>
      <p:sp>
        <p:nvSpPr>
          <p:cNvPr id="1641" name="Google Shape;1641;p142"/>
          <p:cNvSpPr/>
          <p:nvPr/>
        </p:nvSpPr>
        <p:spPr>
          <a:xfrm>
            <a:off x="4364668"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42"/>
          <p:cNvSpPr/>
          <p:nvPr/>
        </p:nvSpPr>
        <p:spPr>
          <a:xfrm>
            <a:off x="4183750" y="37883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42"/>
          <p:cNvSpPr/>
          <p:nvPr/>
        </p:nvSpPr>
        <p:spPr>
          <a:xfrm>
            <a:off x="4545943"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42"/>
          <p:cNvSpPr/>
          <p:nvPr/>
        </p:nvSpPr>
        <p:spPr>
          <a:xfrm>
            <a:off x="4907368"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42"/>
          <p:cNvSpPr/>
          <p:nvPr/>
        </p:nvSpPr>
        <p:spPr>
          <a:xfrm>
            <a:off x="4726450" y="3788306"/>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42"/>
          <p:cNvSpPr/>
          <p:nvPr/>
        </p:nvSpPr>
        <p:spPr>
          <a:xfrm>
            <a:off x="5088643" y="3788306"/>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42"/>
          <p:cNvSpPr txBox="1"/>
          <p:nvPr/>
        </p:nvSpPr>
        <p:spPr>
          <a:xfrm>
            <a:off x="6114235" y="2148177"/>
            <a:ext cx="1276500" cy="2127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READING</a:t>
            </a:r>
            <a:endParaRPr sz="1600">
              <a:solidFill>
                <a:schemeClr val="lt1"/>
              </a:solidFill>
              <a:latin typeface="Squada One"/>
              <a:ea typeface="Squada One"/>
              <a:cs typeface="Squada One"/>
              <a:sym typeface="Squada One"/>
            </a:endParaRPr>
          </a:p>
        </p:txBody>
      </p:sp>
      <p:cxnSp>
        <p:nvCxnSpPr>
          <p:cNvPr id="1648" name="Google Shape;1648;p142"/>
          <p:cNvCxnSpPr/>
          <p:nvPr/>
        </p:nvCxnSpPr>
        <p:spPr>
          <a:xfrm>
            <a:off x="5334424" y="2254389"/>
            <a:ext cx="543600" cy="0"/>
          </a:xfrm>
          <a:prstGeom prst="straightConnector1">
            <a:avLst/>
          </a:prstGeom>
          <a:noFill/>
          <a:ln cap="flat" cmpd="sng" w="19050">
            <a:solidFill>
              <a:schemeClr val="lt1"/>
            </a:solidFill>
            <a:prstDash val="solid"/>
            <a:round/>
            <a:headEnd len="med" w="med" type="none"/>
            <a:tailEnd len="med" w="med" type="diamond"/>
          </a:ln>
        </p:spPr>
      </p:cxnSp>
      <p:sp>
        <p:nvSpPr>
          <p:cNvPr id="1649" name="Google Shape;1649;p142"/>
          <p:cNvSpPr/>
          <p:nvPr/>
        </p:nvSpPr>
        <p:spPr>
          <a:xfrm>
            <a:off x="4364668"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42"/>
          <p:cNvSpPr/>
          <p:nvPr/>
        </p:nvSpPr>
        <p:spPr>
          <a:xfrm>
            <a:off x="4183750" y="217964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42"/>
          <p:cNvSpPr/>
          <p:nvPr/>
        </p:nvSpPr>
        <p:spPr>
          <a:xfrm>
            <a:off x="4545943"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42"/>
          <p:cNvSpPr/>
          <p:nvPr/>
        </p:nvSpPr>
        <p:spPr>
          <a:xfrm>
            <a:off x="4907368"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42"/>
          <p:cNvSpPr/>
          <p:nvPr/>
        </p:nvSpPr>
        <p:spPr>
          <a:xfrm>
            <a:off x="4726450" y="2179643"/>
            <a:ext cx="147635" cy="170765"/>
          </a:xfrm>
          <a:custGeom>
            <a:rect b="b" l="l" r="r" t="t"/>
            <a:pathLst>
              <a:path extrusionOk="0" h="37224" w="32182">
                <a:moveTo>
                  <a:pt x="16149" y="1"/>
                </a:moveTo>
                <a:lnTo>
                  <a:pt x="1" y="9285"/>
                </a:lnTo>
                <a:lnTo>
                  <a:pt x="1" y="27925"/>
                </a:lnTo>
                <a:lnTo>
                  <a:pt x="16149" y="37224"/>
                </a:lnTo>
                <a:lnTo>
                  <a:pt x="32181" y="27925"/>
                </a:lnTo>
                <a:lnTo>
                  <a:pt x="32181" y="9285"/>
                </a:lnTo>
                <a:lnTo>
                  <a:pt x="16149" y="1"/>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42"/>
          <p:cNvSpPr/>
          <p:nvPr/>
        </p:nvSpPr>
        <p:spPr>
          <a:xfrm>
            <a:off x="5088643" y="2179643"/>
            <a:ext cx="147970" cy="170765"/>
          </a:xfrm>
          <a:custGeom>
            <a:rect b="b" l="l" r="r" t="t"/>
            <a:pathLst>
              <a:path extrusionOk="0" h="37224" w="32255">
                <a:moveTo>
                  <a:pt x="16033" y="1"/>
                </a:moveTo>
                <a:lnTo>
                  <a:pt x="0" y="9285"/>
                </a:lnTo>
                <a:lnTo>
                  <a:pt x="0" y="27925"/>
                </a:lnTo>
                <a:lnTo>
                  <a:pt x="16033" y="37224"/>
                </a:lnTo>
                <a:lnTo>
                  <a:pt x="32254" y="27925"/>
                </a:lnTo>
                <a:lnTo>
                  <a:pt x="32254" y="9285"/>
                </a:lnTo>
                <a:lnTo>
                  <a:pt x="160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42"/>
          <p:cNvSpPr txBox="1"/>
          <p:nvPr/>
        </p:nvSpPr>
        <p:spPr>
          <a:xfrm>
            <a:off x="4142623" y="1762113"/>
            <a:ext cx="12765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lt1"/>
                </a:solidFill>
                <a:latin typeface="Squada One"/>
                <a:ea typeface="Squada One"/>
                <a:cs typeface="Squada One"/>
                <a:sym typeface="Squada One"/>
              </a:rPr>
              <a:t>INTEREST</a:t>
            </a:r>
            <a:endParaRPr sz="1600">
              <a:solidFill>
                <a:schemeClr val="lt1"/>
              </a:solidFill>
              <a:latin typeface="Squada One"/>
              <a:ea typeface="Squada One"/>
              <a:cs typeface="Squada One"/>
              <a:sym typeface="Squada One"/>
            </a:endParaRPr>
          </a:p>
        </p:txBody>
      </p:sp>
      <p:sp>
        <p:nvSpPr>
          <p:cNvPr id="1656" name="Google Shape;1656;p142"/>
          <p:cNvSpPr txBox="1"/>
          <p:nvPr/>
        </p:nvSpPr>
        <p:spPr>
          <a:xfrm>
            <a:off x="6936950" y="2845238"/>
            <a:ext cx="1753200" cy="523800"/>
          </a:xfrm>
          <a:prstGeom prst="rect">
            <a:avLst/>
          </a:prstGeom>
          <a:noFill/>
          <a:ln>
            <a:noFill/>
          </a:ln>
        </p:spPr>
        <p:txBody>
          <a:bodyPr anchorCtr="0" anchor="t" bIns="0" lIns="0" spcFirstLastPara="1" rIns="0" wrap="square" tIns="4775">
            <a:noAutofit/>
          </a:bodyPr>
          <a:lstStyle/>
          <a:p>
            <a:pPr indent="0" lvl="0" marL="0" rtl="0" algn="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Jupiter is the biggest planet of them all</a:t>
            </a:r>
            <a:endParaRPr>
              <a:solidFill>
                <a:schemeClr val="lt1"/>
              </a:solidFill>
              <a:latin typeface="Roboto Condensed Light"/>
              <a:ea typeface="Roboto Condensed Light"/>
              <a:cs typeface="Roboto Condensed Light"/>
              <a:sym typeface="Roboto Condensed Light"/>
            </a:endParaRPr>
          </a:p>
          <a:p>
            <a:pPr indent="0" lvl="0" marL="0" marR="0" rtl="0" algn="r">
              <a:spcBef>
                <a:spcPts val="100"/>
              </a:spcBef>
              <a:spcAft>
                <a:spcPts val="0"/>
              </a:spcAft>
              <a:buNone/>
            </a:pPr>
            <a:r>
              <a:t/>
            </a:r>
            <a:endParaRPr>
              <a:solidFill>
                <a:schemeClr val="lt1"/>
              </a:solidFill>
              <a:latin typeface="Roboto Condensed Light"/>
              <a:ea typeface="Roboto Condensed Light"/>
              <a:cs typeface="Roboto Condensed Light"/>
              <a:sym typeface="Roboto Condensed Light"/>
            </a:endParaRPr>
          </a:p>
        </p:txBody>
      </p:sp>
      <p:sp>
        <p:nvSpPr>
          <p:cNvPr id="1657" name="Google Shape;1657;p142"/>
          <p:cNvSpPr txBox="1"/>
          <p:nvPr/>
        </p:nvSpPr>
        <p:spPr>
          <a:xfrm>
            <a:off x="6924800" y="2028374"/>
            <a:ext cx="1777500" cy="523800"/>
          </a:xfrm>
          <a:prstGeom prst="rect">
            <a:avLst/>
          </a:prstGeom>
          <a:noFill/>
          <a:ln>
            <a:noFill/>
          </a:ln>
        </p:spPr>
        <p:txBody>
          <a:bodyPr anchorCtr="0" anchor="t" bIns="0" lIns="0" spcFirstLastPara="1" rIns="0" wrap="square" tIns="4775">
            <a:noAutofit/>
          </a:bodyPr>
          <a:lstStyle/>
          <a:p>
            <a:pPr indent="0" lvl="0" marL="0" rtl="0" algn="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Venus is the second planet from the Sun</a:t>
            </a:r>
            <a:r>
              <a:rPr lang="en">
                <a:solidFill>
                  <a:schemeClr val="lt1"/>
                </a:solidFill>
                <a:latin typeface="Roboto Condensed Light"/>
                <a:ea typeface="Roboto Condensed Light"/>
                <a:cs typeface="Roboto Condensed Light"/>
                <a:sym typeface="Roboto Condensed Light"/>
              </a:rPr>
              <a:t>”</a:t>
            </a:r>
            <a:endParaRPr>
              <a:solidFill>
                <a:schemeClr val="lt1"/>
              </a:solidFill>
              <a:latin typeface="Roboto Condensed Light"/>
              <a:ea typeface="Roboto Condensed Light"/>
              <a:cs typeface="Roboto Condensed Light"/>
              <a:sym typeface="Roboto Condensed Light"/>
            </a:endParaRPr>
          </a:p>
          <a:p>
            <a:pPr indent="0" lvl="0" marL="0" marR="0" rtl="0" algn="r">
              <a:lnSpc>
                <a:spcPct val="100000"/>
              </a:lnSpc>
              <a:spcBef>
                <a:spcPts val="0"/>
              </a:spcBef>
              <a:spcAft>
                <a:spcPts val="0"/>
              </a:spcAft>
              <a:buNone/>
            </a:pPr>
            <a:r>
              <a:t/>
            </a:r>
            <a:endParaRPr>
              <a:solidFill>
                <a:schemeClr val="lt1"/>
              </a:solidFill>
              <a:latin typeface="Roboto Condensed Light"/>
              <a:ea typeface="Roboto Condensed Light"/>
              <a:cs typeface="Roboto Condensed Light"/>
              <a:sym typeface="Roboto Condensed Light"/>
            </a:endParaRPr>
          </a:p>
        </p:txBody>
      </p:sp>
      <p:sp>
        <p:nvSpPr>
          <p:cNvPr id="1658" name="Google Shape;1658;p142"/>
          <p:cNvSpPr txBox="1"/>
          <p:nvPr/>
        </p:nvSpPr>
        <p:spPr>
          <a:xfrm>
            <a:off x="6943100" y="3632162"/>
            <a:ext cx="1740900" cy="523800"/>
          </a:xfrm>
          <a:prstGeom prst="rect">
            <a:avLst/>
          </a:prstGeom>
          <a:noFill/>
          <a:ln>
            <a:noFill/>
          </a:ln>
        </p:spPr>
        <p:txBody>
          <a:bodyPr anchorCtr="0" anchor="t" bIns="0" lIns="0" spcFirstLastPara="1" rIns="0" wrap="square" tIns="4775">
            <a:noAutofit/>
          </a:bodyPr>
          <a:lstStyle/>
          <a:p>
            <a:pPr indent="0" lvl="0" marL="0" rtl="0" algn="r">
              <a:spcBef>
                <a:spcPts val="0"/>
              </a:spcBef>
              <a:spcAft>
                <a:spcPts val="0"/>
              </a:spcAft>
              <a:buClr>
                <a:schemeClr val="dk1"/>
              </a:buClr>
              <a:buSzPts val="1100"/>
              <a:buFont typeface="Arial"/>
              <a:buNone/>
            </a:pPr>
            <a:r>
              <a:rPr lang="en">
                <a:solidFill>
                  <a:schemeClr val="lt1"/>
                </a:solidFill>
                <a:latin typeface="Roboto Condensed Light"/>
                <a:ea typeface="Roboto Condensed Light"/>
                <a:cs typeface="Roboto Condensed Light"/>
                <a:sym typeface="Roboto Condensed Light"/>
              </a:rPr>
              <a:t>Neptune is the farthest planet from the Sun</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606"/>
                                        </p:tgtEl>
                                        <p:attrNameLst>
                                          <p:attrName>style.visibility</p:attrName>
                                        </p:attrNameLst>
                                      </p:cBhvr>
                                      <p:to>
                                        <p:strVal val="visible"/>
                                      </p:to>
                                    </p:set>
                                    <p:anim calcmode="lin" valueType="num">
                                      <p:cBhvr additive="base">
                                        <p:cTn dur="1000"/>
                                        <p:tgtEl>
                                          <p:spTgt spid="1606"/>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2" name="Shape 1662"/>
        <p:cNvGrpSpPr/>
        <p:nvPr/>
      </p:nvGrpSpPr>
      <p:grpSpPr>
        <a:xfrm>
          <a:off x="0" y="0"/>
          <a:ext cx="0" cy="0"/>
          <a:chOff x="0" y="0"/>
          <a:chExt cx="0" cy="0"/>
        </a:xfrm>
      </p:grpSpPr>
      <p:sp>
        <p:nvSpPr>
          <p:cNvPr id="1663" name="Google Shape;1663;p143"/>
          <p:cNvSpPr txBox="1"/>
          <p:nvPr>
            <p:ph type="title"/>
          </p:nvPr>
        </p:nvSpPr>
        <p:spPr>
          <a:xfrm>
            <a:off x="539999" y="1400065"/>
            <a:ext cx="8064000" cy="178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4,498,300,000</a:t>
            </a:r>
            <a:endParaRPr/>
          </a:p>
        </p:txBody>
      </p:sp>
      <p:sp>
        <p:nvSpPr>
          <p:cNvPr id="1664" name="Google Shape;1664;p143"/>
          <p:cNvSpPr txBox="1"/>
          <p:nvPr>
            <p:ph idx="1" type="subTitle"/>
          </p:nvPr>
        </p:nvSpPr>
        <p:spPr>
          <a:xfrm>
            <a:off x="537375" y="3235240"/>
            <a:ext cx="8066700" cy="394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Big numbers catch your audience’s attention</a:t>
            </a:r>
            <a:endParaRPr/>
          </a:p>
        </p:txBody>
      </p:sp>
      <p:sp>
        <p:nvSpPr>
          <p:cNvPr id="1665" name="Google Shape;1665;p143"/>
          <p:cNvSpPr/>
          <p:nvPr/>
        </p:nvSpPr>
        <p:spPr>
          <a:xfrm>
            <a:off x="8725350" y="99150"/>
            <a:ext cx="234000" cy="234000"/>
          </a:xfrm>
          <a:prstGeom prst="plus">
            <a:avLst>
              <a:gd fmla="val 25000" name="adj"/>
            </a:avLst>
          </a:pr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63"/>
                                        </p:tgtEl>
                                        <p:attrNameLst>
                                          <p:attrName>style.visibility</p:attrName>
                                        </p:attrNameLst>
                                      </p:cBhvr>
                                      <p:to>
                                        <p:strVal val="visible"/>
                                      </p:to>
                                    </p:set>
                                    <p:animEffect filter="fade" transition="in">
                                      <p:cBhvr>
                                        <p:cTn dur="1000"/>
                                        <p:tgtEl>
                                          <p:spTgt spid="1663"/>
                                        </p:tgtEl>
                                      </p:cBhvr>
                                    </p:animEffect>
                                  </p:childTnLst>
                                </p:cTn>
                              </p:par>
                              <p:par>
                                <p:cTn fill="hold" nodeType="withEffect" presetClass="entr" presetID="10" presetSubtype="0">
                                  <p:stCondLst>
                                    <p:cond delay="0"/>
                                  </p:stCondLst>
                                  <p:childTnLst>
                                    <p:set>
                                      <p:cBhvr>
                                        <p:cTn dur="1" fill="hold">
                                          <p:stCondLst>
                                            <p:cond delay="0"/>
                                          </p:stCondLst>
                                        </p:cTn>
                                        <p:tgtEl>
                                          <p:spTgt spid="1664"/>
                                        </p:tgtEl>
                                        <p:attrNameLst>
                                          <p:attrName>style.visibility</p:attrName>
                                        </p:attrNameLst>
                                      </p:cBhvr>
                                      <p:to>
                                        <p:strVal val="visible"/>
                                      </p:to>
                                    </p:set>
                                    <p:animEffect filter="fade" transition="in">
                                      <p:cBhvr>
                                        <p:cTn dur="1000"/>
                                        <p:tgtEl>
                                          <p:spTgt spid="166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9" name="Shape 1669"/>
        <p:cNvGrpSpPr/>
        <p:nvPr/>
      </p:nvGrpSpPr>
      <p:grpSpPr>
        <a:xfrm>
          <a:off x="0" y="0"/>
          <a:ext cx="0" cy="0"/>
          <a:chOff x="0" y="0"/>
          <a:chExt cx="0" cy="0"/>
        </a:xfrm>
      </p:grpSpPr>
      <p:sp>
        <p:nvSpPr>
          <p:cNvPr id="1670" name="Google Shape;1670;p144"/>
          <p:cNvSpPr txBox="1"/>
          <p:nvPr>
            <p:ph type="title"/>
          </p:nvPr>
        </p:nvSpPr>
        <p:spPr>
          <a:xfrm>
            <a:off x="416676" y="1400075"/>
            <a:ext cx="6014400" cy="178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4,498,300</a:t>
            </a:r>
            <a:endParaRPr/>
          </a:p>
        </p:txBody>
      </p:sp>
      <p:sp>
        <p:nvSpPr>
          <p:cNvPr id="1671" name="Google Shape;1671;p144"/>
          <p:cNvSpPr txBox="1"/>
          <p:nvPr>
            <p:ph idx="1" type="subTitle"/>
          </p:nvPr>
        </p:nvSpPr>
        <p:spPr>
          <a:xfrm>
            <a:off x="540000" y="3159050"/>
            <a:ext cx="6016500" cy="394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70"/>
                                        </p:tgtEl>
                                        <p:attrNameLst>
                                          <p:attrName>style.visibility</p:attrName>
                                        </p:attrNameLst>
                                      </p:cBhvr>
                                      <p:to>
                                        <p:strVal val="visible"/>
                                      </p:to>
                                    </p:set>
                                    <p:animEffect filter="fade" transition="in">
                                      <p:cBhvr>
                                        <p:cTn dur="1000"/>
                                        <p:tgtEl>
                                          <p:spTgt spid="1670"/>
                                        </p:tgtEl>
                                      </p:cBhvr>
                                    </p:animEffect>
                                  </p:childTnLst>
                                </p:cTn>
                              </p:par>
                              <p:par>
                                <p:cTn fill="hold" nodeType="withEffect" presetClass="entr" presetID="10" presetSubtype="0">
                                  <p:stCondLst>
                                    <p:cond delay="0"/>
                                  </p:stCondLst>
                                  <p:childTnLst>
                                    <p:set>
                                      <p:cBhvr>
                                        <p:cTn dur="1" fill="hold">
                                          <p:stCondLst>
                                            <p:cond delay="0"/>
                                          </p:stCondLst>
                                        </p:cTn>
                                        <p:tgtEl>
                                          <p:spTgt spid="1671"/>
                                        </p:tgtEl>
                                        <p:attrNameLst>
                                          <p:attrName>style.visibility</p:attrName>
                                        </p:attrNameLst>
                                      </p:cBhvr>
                                      <p:to>
                                        <p:strVal val="visible"/>
                                      </p:to>
                                    </p:set>
                                    <p:animEffect filter="fade" transition="in">
                                      <p:cBhvr>
                                        <p:cTn dur="1000"/>
                                        <p:tgtEl>
                                          <p:spTgt spid="16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5" name="Shape 1675"/>
        <p:cNvGrpSpPr/>
        <p:nvPr/>
      </p:nvGrpSpPr>
      <p:grpSpPr>
        <a:xfrm>
          <a:off x="0" y="0"/>
          <a:ext cx="0" cy="0"/>
          <a:chOff x="0" y="0"/>
          <a:chExt cx="0" cy="0"/>
        </a:xfrm>
      </p:grpSpPr>
      <p:cxnSp>
        <p:nvCxnSpPr>
          <p:cNvPr id="1676" name="Google Shape;1676;p145"/>
          <p:cNvCxnSpPr/>
          <p:nvPr/>
        </p:nvCxnSpPr>
        <p:spPr>
          <a:xfrm>
            <a:off x="4589000" y="2546975"/>
            <a:ext cx="0" cy="1125688"/>
          </a:xfrm>
          <a:prstGeom prst="straightConnector1">
            <a:avLst/>
          </a:prstGeom>
          <a:noFill/>
          <a:ln cap="flat" cmpd="sng" w="28575">
            <a:solidFill>
              <a:schemeClr val="lt1"/>
            </a:solidFill>
            <a:prstDash val="solid"/>
            <a:round/>
            <a:headEnd len="med" w="med" type="none"/>
            <a:tailEnd len="med" w="med" type="none"/>
          </a:ln>
        </p:spPr>
      </p:cxnSp>
      <p:cxnSp>
        <p:nvCxnSpPr>
          <p:cNvPr id="1677" name="Google Shape;1677;p145"/>
          <p:cNvCxnSpPr/>
          <p:nvPr/>
        </p:nvCxnSpPr>
        <p:spPr>
          <a:xfrm>
            <a:off x="2357650" y="3121950"/>
            <a:ext cx="0" cy="550800"/>
          </a:xfrm>
          <a:prstGeom prst="straightConnector1">
            <a:avLst/>
          </a:prstGeom>
          <a:noFill/>
          <a:ln cap="flat" cmpd="sng" w="28575">
            <a:solidFill>
              <a:schemeClr val="lt1"/>
            </a:solidFill>
            <a:prstDash val="solid"/>
            <a:round/>
            <a:headEnd len="med" w="med" type="none"/>
            <a:tailEnd len="med" w="med" type="none"/>
          </a:ln>
        </p:spPr>
      </p:cxnSp>
      <p:grpSp>
        <p:nvGrpSpPr>
          <p:cNvPr id="1678" name="Google Shape;1678;p145"/>
          <p:cNvGrpSpPr/>
          <p:nvPr/>
        </p:nvGrpSpPr>
        <p:grpSpPr>
          <a:xfrm>
            <a:off x="6293363" y="2325700"/>
            <a:ext cx="1053967" cy="1218906"/>
            <a:chOff x="6293363" y="2325700"/>
            <a:chExt cx="1053967" cy="1218906"/>
          </a:xfrm>
        </p:grpSpPr>
        <p:sp>
          <p:nvSpPr>
            <p:cNvPr id="1679" name="Google Shape;1679;p145"/>
            <p:cNvSpPr/>
            <p:nvPr/>
          </p:nvSpPr>
          <p:spPr>
            <a:xfrm>
              <a:off x="6293363" y="2325700"/>
              <a:ext cx="527794" cy="351863"/>
            </a:xfrm>
            <a:custGeom>
              <a:rect b="b" l="l" r="r" t="t"/>
              <a:pathLst>
                <a:path extrusionOk="0" h="15916" w="23874">
                  <a:moveTo>
                    <a:pt x="23874" y="0"/>
                  </a:moveTo>
                  <a:lnTo>
                    <a:pt x="1" y="13788"/>
                  </a:lnTo>
                  <a:lnTo>
                    <a:pt x="3644" y="15915"/>
                  </a:lnTo>
                  <a:lnTo>
                    <a:pt x="23874" y="4183"/>
                  </a:lnTo>
                  <a:lnTo>
                    <a:pt x="2387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45"/>
            <p:cNvSpPr/>
            <p:nvPr/>
          </p:nvSpPr>
          <p:spPr>
            <a:xfrm>
              <a:off x="6822431" y="3195639"/>
              <a:ext cx="524898" cy="348967"/>
            </a:xfrm>
            <a:custGeom>
              <a:rect b="b" l="l" r="r" t="t"/>
              <a:pathLst>
                <a:path extrusionOk="0" h="15785" w="23743">
                  <a:moveTo>
                    <a:pt x="20040" y="0"/>
                  </a:moveTo>
                  <a:lnTo>
                    <a:pt x="0" y="11602"/>
                  </a:lnTo>
                  <a:lnTo>
                    <a:pt x="0" y="15785"/>
                  </a:lnTo>
                  <a:lnTo>
                    <a:pt x="23742" y="2070"/>
                  </a:lnTo>
                  <a:lnTo>
                    <a:pt x="20040"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45"/>
            <p:cNvSpPr/>
            <p:nvPr/>
          </p:nvSpPr>
          <p:spPr>
            <a:xfrm>
              <a:off x="6293363" y="3193052"/>
              <a:ext cx="529099" cy="351553"/>
            </a:xfrm>
            <a:custGeom>
              <a:rect b="b" l="l" r="r" t="t"/>
              <a:pathLst>
                <a:path extrusionOk="0" h="15902" w="23933">
                  <a:moveTo>
                    <a:pt x="3644" y="1"/>
                  </a:moveTo>
                  <a:lnTo>
                    <a:pt x="1" y="2114"/>
                  </a:lnTo>
                  <a:lnTo>
                    <a:pt x="23932" y="15902"/>
                  </a:lnTo>
                  <a:lnTo>
                    <a:pt x="23932" y="11719"/>
                  </a:lnTo>
                  <a:lnTo>
                    <a:pt x="364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45"/>
            <p:cNvSpPr/>
            <p:nvPr/>
          </p:nvSpPr>
          <p:spPr>
            <a:xfrm>
              <a:off x="6821127" y="2325700"/>
              <a:ext cx="526203" cy="351863"/>
            </a:xfrm>
            <a:custGeom>
              <a:rect b="b" l="l" r="r" t="t"/>
              <a:pathLst>
                <a:path extrusionOk="0" h="15916" w="23802">
                  <a:moveTo>
                    <a:pt x="1" y="0"/>
                  </a:moveTo>
                  <a:lnTo>
                    <a:pt x="1" y="4183"/>
                  </a:lnTo>
                  <a:lnTo>
                    <a:pt x="20158" y="15915"/>
                  </a:lnTo>
                  <a:lnTo>
                    <a:pt x="23801" y="13788"/>
                  </a:lnTo>
                  <a:lnTo>
                    <a:pt x="1"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45"/>
            <p:cNvSpPr/>
            <p:nvPr/>
          </p:nvSpPr>
          <p:spPr>
            <a:xfrm>
              <a:off x="6293363" y="2630491"/>
              <a:ext cx="80582" cy="609327"/>
            </a:xfrm>
            <a:custGeom>
              <a:rect b="b" l="l" r="r" t="t"/>
              <a:pathLst>
                <a:path extrusionOk="0" h="27562" w="3645">
                  <a:moveTo>
                    <a:pt x="1" y="1"/>
                  </a:moveTo>
                  <a:lnTo>
                    <a:pt x="1" y="27561"/>
                  </a:lnTo>
                  <a:lnTo>
                    <a:pt x="3644" y="25448"/>
                  </a:lnTo>
                  <a:lnTo>
                    <a:pt x="3644" y="212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45"/>
            <p:cNvSpPr/>
            <p:nvPr/>
          </p:nvSpPr>
          <p:spPr>
            <a:xfrm>
              <a:off x="7265458" y="2630491"/>
              <a:ext cx="81864" cy="610919"/>
            </a:xfrm>
            <a:custGeom>
              <a:rect b="b" l="l" r="r" t="t"/>
              <a:pathLst>
                <a:path extrusionOk="0" h="27634" w="3703">
                  <a:moveTo>
                    <a:pt x="3702" y="1"/>
                  </a:moveTo>
                  <a:lnTo>
                    <a:pt x="59" y="2128"/>
                  </a:lnTo>
                  <a:lnTo>
                    <a:pt x="0" y="25564"/>
                  </a:lnTo>
                  <a:lnTo>
                    <a:pt x="3702" y="27634"/>
                  </a:lnTo>
                  <a:lnTo>
                    <a:pt x="3702"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5" name="Google Shape;1685;p145"/>
            <p:cNvGrpSpPr/>
            <p:nvPr/>
          </p:nvGrpSpPr>
          <p:grpSpPr>
            <a:xfrm>
              <a:off x="6653340" y="2801679"/>
              <a:ext cx="332705" cy="333590"/>
              <a:chOff x="-44528075" y="1982825"/>
              <a:chExt cx="300900" cy="301700"/>
            </a:xfrm>
          </p:grpSpPr>
          <p:sp>
            <p:nvSpPr>
              <p:cNvPr id="1686" name="Google Shape;1686;p14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4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4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4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4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4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4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93" name="Google Shape;1693;p145"/>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COMPETITORS</a:t>
            </a:r>
            <a:endParaRPr/>
          </a:p>
        </p:txBody>
      </p:sp>
      <p:cxnSp>
        <p:nvCxnSpPr>
          <p:cNvPr id="1694" name="Google Shape;1694;p145"/>
          <p:cNvCxnSpPr/>
          <p:nvPr/>
        </p:nvCxnSpPr>
        <p:spPr>
          <a:xfrm>
            <a:off x="1487050" y="3682480"/>
            <a:ext cx="6169800" cy="0"/>
          </a:xfrm>
          <a:prstGeom prst="straightConnector1">
            <a:avLst/>
          </a:prstGeom>
          <a:noFill/>
          <a:ln cap="flat" cmpd="sng" w="28575">
            <a:solidFill>
              <a:schemeClr val="lt1"/>
            </a:solidFill>
            <a:prstDash val="solid"/>
            <a:round/>
            <a:headEnd len="med" w="med" type="none"/>
            <a:tailEnd len="med" w="med" type="none"/>
          </a:ln>
        </p:spPr>
      </p:cxnSp>
      <p:cxnSp>
        <p:nvCxnSpPr>
          <p:cNvPr id="1695" name="Google Shape;1695;p145"/>
          <p:cNvCxnSpPr/>
          <p:nvPr/>
        </p:nvCxnSpPr>
        <p:spPr>
          <a:xfrm>
            <a:off x="6818750" y="3555675"/>
            <a:ext cx="0" cy="117000"/>
          </a:xfrm>
          <a:prstGeom prst="straightConnector1">
            <a:avLst/>
          </a:prstGeom>
          <a:noFill/>
          <a:ln cap="flat" cmpd="sng" w="28575">
            <a:solidFill>
              <a:schemeClr val="lt1"/>
            </a:solidFill>
            <a:prstDash val="solid"/>
            <a:round/>
            <a:headEnd len="med" w="med" type="none"/>
            <a:tailEnd len="med" w="med" type="none"/>
          </a:ln>
        </p:spPr>
      </p:cxnSp>
      <p:grpSp>
        <p:nvGrpSpPr>
          <p:cNvPr id="1696" name="Google Shape;1696;p145"/>
          <p:cNvGrpSpPr/>
          <p:nvPr/>
        </p:nvGrpSpPr>
        <p:grpSpPr>
          <a:xfrm>
            <a:off x="4061988" y="1375700"/>
            <a:ext cx="1053967" cy="1218906"/>
            <a:chOff x="4061988" y="1375700"/>
            <a:chExt cx="1053967" cy="1218906"/>
          </a:xfrm>
        </p:grpSpPr>
        <p:sp>
          <p:nvSpPr>
            <p:cNvPr id="1697" name="Google Shape;1697;p145"/>
            <p:cNvSpPr/>
            <p:nvPr/>
          </p:nvSpPr>
          <p:spPr>
            <a:xfrm>
              <a:off x="4061988" y="1375700"/>
              <a:ext cx="527794" cy="351863"/>
            </a:xfrm>
            <a:custGeom>
              <a:rect b="b" l="l" r="r" t="t"/>
              <a:pathLst>
                <a:path extrusionOk="0" h="15916" w="23874">
                  <a:moveTo>
                    <a:pt x="23874" y="0"/>
                  </a:moveTo>
                  <a:lnTo>
                    <a:pt x="1" y="13788"/>
                  </a:lnTo>
                  <a:lnTo>
                    <a:pt x="3644" y="15915"/>
                  </a:lnTo>
                  <a:lnTo>
                    <a:pt x="23874" y="4183"/>
                  </a:lnTo>
                  <a:lnTo>
                    <a:pt x="2387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45"/>
            <p:cNvSpPr/>
            <p:nvPr/>
          </p:nvSpPr>
          <p:spPr>
            <a:xfrm>
              <a:off x="4591056" y="2245639"/>
              <a:ext cx="524898" cy="348967"/>
            </a:xfrm>
            <a:custGeom>
              <a:rect b="b" l="l" r="r" t="t"/>
              <a:pathLst>
                <a:path extrusionOk="0" h="15785" w="23743">
                  <a:moveTo>
                    <a:pt x="20040" y="0"/>
                  </a:moveTo>
                  <a:lnTo>
                    <a:pt x="0" y="11602"/>
                  </a:lnTo>
                  <a:lnTo>
                    <a:pt x="0" y="15785"/>
                  </a:lnTo>
                  <a:lnTo>
                    <a:pt x="23742" y="2070"/>
                  </a:lnTo>
                  <a:lnTo>
                    <a:pt x="20040"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45"/>
            <p:cNvSpPr/>
            <p:nvPr/>
          </p:nvSpPr>
          <p:spPr>
            <a:xfrm>
              <a:off x="4061988" y="2243052"/>
              <a:ext cx="529099" cy="351553"/>
            </a:xfrm>
            <a:custGeom>
              <a:rect b="b" l="l" r="r" t="t"/>
              <a:pathLst>
                <a:path extrusionOk="0" h="15902" w="23933">
                  <a:moveTo>
                    <a:pt x="3644" y="1"/>
                  </a:moveTo>
                  <a:lnTo>
                    <a:pt x="1" y="2114"/>
                  </a:lnTo>
                  <a:lnTo>
                    <a:pt x="23932" y="15902"/>
                  </a:lnTo>
                  <a:lnTo>
                    <a:pt x="23932" y="11719"/>
                  </a:lnTo>
                  <a:lnTo>
                    <a:pt x="3644"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45"/>
            <p:cNvSpPr/>
            <p:nvPr/>
          </p:nvSpPr>
          <p:spPr>
            <a:xfrm>
              <a:off x="4589752" y="1375700"/>
              <a:ext cx="526203" cy="351863"/>
            </a:xfrm>
            <a:custGeom>
              <a:rect b="b" l="l" r="r" t="t"/>
              <a:pathLst>
                <a:path extrusionOk="0" h="15916" w="23802">
                  <a:moveTo>
                    <a:pt x="1" y="0"/>
                  </a:moveTo>
                  <a:lnTo>
                    <a:pt x="1" y="4183"/>
                  </a:lnTo>
                  <a:lnTo>
                    <a:pt x="20158" y="15915"/>
                  </a:lnTo>
                  <a:lnTo>
                    <a:pt x="23801" y="13788"/>
                  </a:lnTo>
                  <a:lnTo>
                    <a:pt x="1"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45"/>
            <p:cNvSpPr/>
            <p:nvPr/>
          </p:nvSpPr>
          <p:spPr>
            <a:xfrm>
              <a:off x="4061988" y="1680491"/>
              <a:ext cx="80582" cy="609327"/>
            </a:xfrm>
            <a:custGeom>
              <a:rect b="b" l="l" r="r" t="t"/>
              <a:pathLst>
                <a:path extrusionOk="0" h="27562" w="3645">
                  <a:moveTo>
                    <a:pt x="1" y="1"/>
                  </a:moveTo>
                  <a:lnTo>
                    <a:pt x="1" y="27561"/>
                  </a:lnTo>
                  <a:lnTo>
                    <a:pt x="3644" y="25448"/>
                  </a:lnTo>
                  <a:lnTo>
                    <a:pt x="3644" y="2128"/>
                  </a:lnTo>
                  <a:lnTo>
                    <a:pt x="1"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45"/>
            <p:cNvSpPr/>
            <p:nvPr/>
          </p:nvSpPr>
          <p:spPr>
            <a:xfrm>
              <a:off x="5034083" y="1680491"/>
              <a:ext cx="81864" cy="610919"/>
            </a:xfrm>
            <a:custGeom>
              <a:rect b="b" l="l" r="r" t="t"/>
              <a:pathLst>
                <a:path extrusionOk="0" h="27634" w="3703">
                  <a:moveTo>
                    <a:pt x="3702" y="1"/>
                  </a:moveTo>
                  <a:lnTo>
                    <a:pt x="59" y="2128"/>
                  </a:lnTo>
                  <a:lnTo>
                    <a:pt x="0" y="25564"/>
                  </a:lnTo>
                  <a:lnTo>
                    <a:pt x="3702" y="27634"/>
                  </a:lnTo>
                  <a:lnTo>
                    <a:pt x="3702"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45"/>
            <p:cNvSpPr/>
            <p:nvPr/>
          </p:nvSpPr>
          <p:spPr>
            <a:xfrm>
              <a:off x="4442444" y="1820710"/>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145"/>
          <p:cNvGrpSpPr/>
          <p:nvPr/>
        </p:nvGrpSpPr>
        <p:grpSpPr>
          <a:xfrm>
            <a:off x="1830588" y="1925350"/>
            <a:ext cx="1053967" cy="1218906"/>
            <a:chOff x="1830588" y="1925350"/>
            <a:chExt cx="1053967" cy="1218906"/>
          </a:xfrm>
        </p:grpSpPr>
        <p:sp>
          <p:nvSpPr>
            <p:cNvPr id="1705" name="Google Shape;1705;p145"/>
            <p:cNvSpPr/>
            <p:nvPr/>
          </p:nvSpPr>
          <p:spPr>
            <a:xfrm>
              <a:off x="1830588" y="2230141"/>
              <a:ext cx="80582" cy="609327"/>
            </a:xfrm>
            <a:custGeom>
              <a:rect b="b" l="l" r="r" t="t"/>
              <a:pathLst>
                <a:path extrusionOk="0" h="27562" w="3645">
                  <a:moveTo>
                    <a:pt x="1" y="1"/>
                  </a:moveTo>
                  <a:lnTo>
                    <a:pt x="1" y="27561"/>
                  </a:lnTo>
                  <a:lnTo>
                    <a:pt x="3644" y="25448"/>
                  </a:lnTo>
                  <a:lnTo>
                    <a:pt x="3644" y="212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45"/>
            <p:cNvSpPr/>
            <p:nvPr/>
          </p:nvSpPr>
          <p:spPr>
            <a:xfrm>
              <a:off x="1830588" y="1925350"/>
              <a:ext cx="527794" cy="351863"/>
            </a:xfrm>
            <a:custGeom>
              <a:rect b="b" l="l" r="r" t="t"/>
              <a:pathLst>
                <a:path extrusionOk="0" h="15916" w="23874">
                  <a:moveTo>
                    <a:pt x="23874" y="0"/>
                  </a:moveTo>
                  <a:lnTo>
                    <a:pt x="1" y="13788"/>
                  </a:lnTo>
                  <a:lnTo>
                    <a:pt x="3644" y="15915"/>
                  </a:lnTo>
                  <a:lnTo>
                    <a:pt x="23874" y="4183"/>
                  </a:lnTo>
                  <a:lnTo>
                    <a:pt x="2387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45"/>
            <p:cNvSpPr/>
            <p:nvPr/>
          </p:nvSpPr>
          <p:spPr>
            <a:xfrm>
              <a:off x="2359656" y="2795289"/>
              <a:ext cx="524898" cy="348967"/>
            </a:xfrm>
            <a:custGeom>
              <a:rect b="b" l="l" r="r" t="t"/>
              <a:pathLst>
                <a:path extrusionOk="0" h="15785" w="23743">
                  <a:moveTo>
                    <a:pt x="20040" y="0"/>
                  </a:moveTo>
                  <a:lnTo>
                    <a:pt x="0" y="11602"/>
                  </a:lnTo>
                  <a:lnTo>
                    <a:pt x="0" y="15785"/>
                  </a:lnTo>
                  <a:lnTo>
                    <a:pt x="23742" y="2070"/>
                  </a:lnTo>
                  <a:lnTo>
                    <a:pt x="20040"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45"/>
            <p:cNvSpPr/>
            <p:nvPr/>
          </p:nvSpPr>
          <p:spPr>
            <a:xfrm>
              <a:off x="1830588" y="2792702"/>
              <a:ext cx="529099" cy="351553"/>
            </a:xfrm>
            <a:custGeom>
              <a:rect b="b" l="l" r="r" t="t"/>
              <a:pathLst>
                <a:path extrusionOk="0" h="15902" w="23933">
                  <a:moveTo>
                    <a:pt x="3644" y="1"/>
                  </a:moveTo>
                  <a:lnTo>
                    <a:pt x="1" y="2114"/>
                  </a:lnTo>
                  <a:lnTo>
                    <a:pt x="23932" y="15902"/>
                  </a:lnTo>
                  <a:lnTo>
                    <a:pt x="23932" y="11719"/>
                  </a:lnTo>
                  <a:lnTo>
                    <a:pt x="3644"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45"/>
            <p:cNvSpPr/>
            <p:nvPr/>
          </p:nvSpPr>
          <p:spPr>
            <a:xfrm>
              <a:off x="2358352" y="1925350"/>
              <a:ext cx="526203" cy="351863"/>
            </a:xfrm>
            <a:custGeom>
              <a:rect b="b" l="l" r="r" t="t"/>
              <a:pathLst>
                <a:path extrusionOk="0" h="15916" w="23802">
                  <a:moveTo>
                    <a:pt x="1" y="0"/>
                  </a:moveTo>
                  <a:lnTo>
                    <a:pt x="1" y="4183"/>
                  </a:lnTo>
                  <a:lnTo>
                    <a:pt x="20158" y="15915"/>
                  </a:lnTo>
                  <a:lnTo>
                    <a:pt x="23801" y="13788"/>
                  </a:lnTo>
                  <a:lnTo>
                    <a:pt x="1" y="0"/>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45"/>
            <p:cNvSpPr/>
            <p:nvPr/>
          </p:nvSpPr>
          <p:spPr>
            <a:xfrm>
              <a:off x="2802683" y="2230141"/>
              <a:ext cx="81864" cy="610919"/>
            </a:xfrm>
            <a:custGeom>
              <a:rect b="b" l="l" r="r" t="t"/>
              <a:pathLst>
                <a:path extrusionOk="0" h="27634" w="3703">
                  <a:moveTo>
                    <a:pt x="3702" y="1"/>
                  </a:moveTo>
                  <a:lnTo>
                    <a:pt x="59" y="2128"/>
                  </a:lnTo>
                  <a:lnTo>
                    <a:pt x="0" y="25564"/>
                  </a:lnTo>
                  <a:lnTo>
                    <a:pt x="3702" y="27634"/>
                  </a:lnTo>
                  <a:lnTo>
                    <a:pt x="3702" y="1"/>
                  </a:lnTo>
                  <a:close/>
                </a:path>
              </a:pathLst>
            </a:custGeom>
            <a:gradFill>
              <a:gsLst>
                <a:gs pos="0">
                  <a:srgbClr val="FFFFFF">
                    <a:alpha val="21176"/>
                  </a:srgbClr>
                </a:gs>
                <a:gs pos="100000">
                  <a:srgbClr val="FFFFFF"/>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45"/>
            <p:cNvSpPr/>
            <p:nvPr/>
          </p:nvSpPr>
          <p:spPr>
            <a:xfrm>
              <a:off x="2190147" y="237906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 name="Google Shape;1712;p145"/>
          <p:cNvSpPr txBox="1"/>
          <p:nvPr>
            <p:ph idx="1" type="subTitle"/>
          </p:nvPr>
        </p:nvSpPr>
        <p:spPr>
          <a:xfrm>
            <a:off x="1758182" y="4055692"/>
            <a:ext cx="12177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Neptune is the farthest planet</a:t>
            </a:r>
            <a:endParaRPr/>
          </a:p>
        </p:txBody>
      </p:sp>
      <p:sp>
        <p:nvSpPr>
          <p:cNvPr id="1713" name="Google Shape;1713;p145"/>
          <p:cNvSpPr txBox="1"/>
          <p:nvPr>
            <p:ph idx="2" type="subTitle"/>
          </p:nvPr>
        </p:nvSpPr>
        <p:spPr>
          <a:xfrm>
            <a:off x="3939062" y="4070880"/>
            <a:ext cx="12624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Mars is a very cold place</a:t>
            </a:r>
            <a:endParaRPr/>
          </a:p>
        </p:txBody>
      </p:sp>
      <p:sp>
        <p:nvSpPr>
          <p:cNvPr id="1714" name="Google Shape;1714;p145"/>
          <p:cNvSpPr txBox="1"/>
          <p:nvPr>
            <p:ph idx="3" type="subTitle"/>
          </p:nvPr>
        </p:nvSpPr>
        <p:spPr>
          <a:xfrm>
            <a:off x="6187500" y="4069687"/>
            <a:ext cx="12624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Mercury is the smallest planet </a:t>
            </a:r>
            <a:endParaRPr/>
          </a:p>
        </p:txBody>
      </p:sp>
      <p:sp>
        <p:nvSpPr>
          <p:cNvPr id="1715" name="Google Shape;1715;p145"/>
          <p:cNvSpPr txBox="1"/>
          <p:nvPr>
            <p:ph idx="4" type="subTitle"/>
          </p:nvPr>
        </p:nvSpPr>
        <p:spPr>
          <a:xfrm>
            <a:off x="1743882" y="3729155"/>
            <a:ext cx="12177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a:t>
            </a:r>
            <a:endParaRPr/>
          </a:p>
        </p:txBody>
      </p:sp>
      <p:sp>
        <p:nvSpPr>
          <p:cNvPr id="1716" name="Google Shape;1716;p145"/>
          <p:cNvSpPr txBox="1"/>
          <p:nvPr>
            <p:ph idx="5" type="subTitle"/>
          </p:nvPr>
        </p:nvSpPr>
        <p:spPr>
          <a:xfrm>
            <a:off x="3939062" y="3733800"/>
            <a:ext cx="1262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717" name="Google Shape;1717;p145"/>
          <p:cNvSpPr txBox="1"/>
          <p:nvPr>
            <p:ph idx="6" type="subTitle"/>
          </p:nvPr>
        </p:nvSpPr>
        <p:spPr>
          <a:xfrm>
            <a:off x="6187600" y="3733632"/>
            <a:ext cx="12624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693"/>
                                        </p:tgtEl>
                                        <p:attrNameLst>
                                          <p:attrName>style.visibility</p:attrName>
                                        </p:attrNameLst>
                                      </p:cBhvr>
                                      <p:to>
                                        <p:strVal val="visible"/>
                                      </p:to>
                                    </p:set>
                                    <p:anim calcmode="lin" valueType="num">
                                      <p:cBhvr additive="base">
                                        <p:cTn dur="1000"/>
                                        <p:tgtEl>
                                          <p:spTgt spid="169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1" name="Shape 1721"/>
        <p:cNvGrpSpPr/>
        <p:nvPr/>
      </p:nvGrpSpPr>
      <p:grpSpPr>
        <a:xfrm>
          <a:off x="0" y="0"/>
          <a:ext cx="0" cy="0"/>
          <a:chOff x="0" y="0"/>
          <a:chExt cx="0" cy="0"/>
        </a:xfrm>
      </p:grpSpPr>
      <p:sp>
        <p:nvSpPr>
          <p:cNvPr id="1722" name="Google Shape;1722;p146"/>
          <p:cNvSpPr txBox="1"/>
          <p:nvPr>
            <p:ph type="ctrTitle"/>
          </p:nvPr>
        </p:nvSpPr>
        <p:spPr>
          <a:xfrm flipH="1">
            <a:off x="540000" y="452237"/>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COMPETITORS</a:t>
            </a:r>
            <a:endParaRPr/>
          </a:p>
        </p:txBody>
      </p:sp>
      <p:sp>
        <p:nvSpPr>
          <p:cNvPr id="1723" name="Google Shape;1723;p146"/>
          <p:cNvSpPr txBox="1"/>
          <p:nvPr/>
        </p:nvSpPr>
        <p:spPr>
          <a:xfrm flipH="1">
            <a:off x="1195686" y="1390194"/>
            <a:ext cx="577200" cy="42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Squada One"/>
                <a:ea typeface="Squada One"/>
                <a:cs typeface="Squada One"/>
                <a:sym typeface="Squada One"/>
              </a:rPr>
              <a:t>1</a:t>
            </a:r>
            <a:endParaRPr sz="2500">
              <a:solidFill>
                <a:schemeClr val="accent2"/>
              </a:solidFill>
              <a:latin typeface="Squada One"/>
              <a:ea typeface="Squada One"/>
              <a:cs typeface="Squada One"/>
              <a:sym typeface="Squada One"/>
            </a:endParaRPr>
          </a:p>
        </p:txBody>
      </p:sp>
      <p:sp>
        <p:nvSpPr>
          <p:cNvPr id="1724" name="Google Shape;1724;p146"/>
          <p:cNvSpPr txBox="1"/>
          <p:nvPr/>
        </p:nvSpPr>
        <p:spPr>
          <a:xfrm flipH="1">
            <a:off x="4290988" y="1390207"/>
            <a:ext cx="577200" cy="42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Squada One"/>
                <a:ea typeface="Squada One"/>
                <a:cs typeface="Squada One"/>
                <a:sym typeface="Squada One"/>
              </a:rPr>
              <a:t>2</a:t>
            </a:r>
            <a:endParaRPr sz="2500">
              <a:solidFill>
                <a:schemeClr val="accent2"/>
              </a:solidFill>
              <a:latin typeface="Squada One"/>
              <a:ea typeface="Squada One"/>
              <a:cs typeface="Squada One"/>
              <a:sym typeface="Squada One"/>
            </a:endParaRPr>
          </a:p>
        </p:txBody>
      </p:sp>
      <p:sp>
        <p:nvSpPr>
          <p:cNvPr id="1725" name="Google Shape;1725;p146"/>
          <p:cNvSpPr txBox="1"/>
          <p:nvPr/>
        </p:nvSpPr>
        <p:spPr>
          <a:xfrm flipH="1">
            <a:off x="7329300" y="1390207"/>
            <a:ext cx="577200" cy="42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Squada One"/>
                <a:ea typeface="Squada One"/>
                <a:cs typeface="Squada One"/>
                <a:sym typeface="Squada One"/>
              </a:rPr>
              <a:t>3</a:t>
            </a:r>
            <a:endParaRPr sz="2500">
              <a:solidFill>
                <a:schemeClr val="accent2"/>
              </a:solidFill>
              <a:latin typeface="Squada One"/>
              <a:ea typeface="Squada One"/>
              <a:cs typeface="Squada One"/>
              <a:sym typeface="Squada One"/>
            </a:endParaRPr>
          </a:p>
        </p:txBody>
      </p:sp>
      <p:grpSp>
        <p:nvGrpSpPr>
          <p:cNvPr id="1726" name="Google Shape;1726;p146"/>
          <p:cNvGrpSpPr/>
          <p:nvPr/>
        </p:nvGrpSpPr>
        <p:grpSpPr>
          <a:xfrm>
            <a:off x="1327940" y="2096734"/>
            <a:ext cx="340168" cy="340186"/>
            <a:chOff x="1487200" y="2021475"/>
            <a:chExt cx="483125" cy="483150"/>
          </a:xfrm>
        </p:grpSpPr>
        <p:sp>
          <p:nvSpPr>
            <p:cNvPr id="1727" name="Google Shape;1727;p14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8" name="Google Shape;1728;p14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29" name="Google Shape;1729;p14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30" name="Google Shape;1730;p14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31" name="Google Shape;1731;p146"/>
          <p:cNvSpPr/>
          <p:nvPr/>
        </p:nvSpPr>
        <p:spPr>
          <a:xfrm>
            <a:off x="4434663" y="2090428"/>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732" name="Google Shape;1732;p146"/>
          <p:cNvGrpSpPr/>
          <p:nvPr/>
        </p:nvGrpSpPr>
        <p:grpSpPr>
          <a:xfrm>
            <a:off x="7456416" y="2090439"/>
            <a:ext cx="312955" cy="340168"/>
            <a:chOff x="2100300" y="3804850"/>
            <a:chExt cx="444475" cy="483125"/>
          </a:xfrm>
        </p:grpSpPr>
        <p:sp>
          <p:nvSpPr>
            <p:cNvPr id="1733" name="Google Shape;1733;p14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34" name="Google Shape;1734;p14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735" name="Google Shape;1735;p146"/>
          <p:cNvSpPr txBox="1"/>
          <p:nvPr>
            <p:ph idx="2" type="subTitle"/>
          </p:nvPr>
        </p:nvSpPr>
        <p:spPr>
          <a:xfrm>
            <a:off x="3833745" y="2843907"/>
            <a:ext cx="1431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Despite</a:t>
            </a:r>
            <a:r>
              <a:rPr lang="en"/>
              <a:t> being red, Mars is cold </a:t>
            </a:r>
            <a:endParaRPr/>
          </a:p>
        </p:txBody>
      </p:sp>
      <p:sp>
        <p:nvSpPr>
          <p:cNvPr id="1736" name="Google Shape;1736;p146"/>
          <p:cNvSpPr txBox="1"/>
          <p:nvPr>
            <p:ph idx="3" type="subTitle"/>
          </p:nvPr>
        </p:nvSpPr>
        <p:spPr>
          <a:xfrm>
            <a:off x="6910975" y="2835788"/>
            <a:ext cx="1431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Mercury is the smallest planet</a:t>
            </a:r>
            <a:endParaRPr/>
          </a:p>
        </p:txBody>
      </p:sp>
      <p:sp>
        <p:nvSpPr>
          <p:cNvPr id="1737" name="Google Shape;1737;p146"/>
          <p:cNvSpPr txBox="1"/>
          <p:nvPr>
            <p:ph idx="4" type="subTitle"/>
          </p:nvPr>
        </p:nvSpPr>
        <p:spPr>
          <a:xfrm>
            <a:off x="768200" y="2472707"/>
            <a:ext cx="1431900" cy="3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a:t>
            </a:r>
            <a:endParaRPr>
              <a:latin typeface="Arial"/>
              <a:ea typeface="Arial"/>
              <a:cs typeface="Arial"/>
              <a:sym typeface="Arial"/>
            </a:endParaRPr>
          </a:p>
          <a:p>
            <a:pPr indent="0" lvl="0" marL="0" rtl="0" algn="ctr">
              <a:spcBef>
                <a:spcPts val="0"/>
              </a:spcBef>
              <a:spcAft>
                <a:spcPts val="0"/>
              </a:spcAft>
              <a:buNone/>
            </a:pPr>
            <a:r>
              <a:t/>
            </a:r>
            <a:endParaRPr/>
          </a:p>
        </p:txBody>
      </p:sp>
      <p:sp>
        <p:nvSpPr>
          <p:cNvPr id="1738" name="Google Shape;1738;p146"/>
          <p:cNvSpPr txBox="1"/>
          <p:nvPr>
            <p:ph idx="5" type="subTitle"/>
          </p:nvPr>
        </p:nvSpPr>
        <p:spPr>
          <a:xfrm>
            <a:off x="3833875" y="2472725"/>
            <a:ext cx="14319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a:t>
            </a:r>
            <a:endParaRPr/>
          </a:p>
        </p:txBody>
      </p:sp>
      <p:sp>
        <p:nvSpPr>
          <p:cNvPr id="1739" name="Google Shape;1739;p146"/>
          <p:cNvSpPr txBox="1"/>
          <p:nvPr>
            <p:ph idx="6" type="subTitle"/>
          </p:nvPr>
        </p:nvSpPr>
        <p:spPr>
          <a:xfrm>
            <a:off x="6911111" y="2476132"/>
            <a:ext cx="14319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740" name="Google Shape;1740;p146"/>
          <p:cNvSpPr txBox="1"/>
          <p:nvPr>
            <p:ph idx="1" type="subTitle"/>
          </p:nvPr>
        </p:nvSpPr>
        <p:spPr>
          <a:xfrm>
            <a:off x="768200" y="2833363"/>
            <a:ext cx="14319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Font typeface="Arial"/>
              <a:buNone/>
            </a:pPr>
            <a:r>
              <a:rPr lang="en"/>
              <a:t>Neptune is the farthest planet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722"/>
                                        </p:tgtEl>
                                        <p:attrNameLst>
                                          <p:attrName>style.visibility</p:attrName>
                                        </p:attrNameLst>
                                      </p:cBhvr>
                                      <p:to>
                                        <p:strVal val="visible"/>
                                      </p:to>
                                    </p:set>
                                    <p:anim calcmode="lin" valueType="num">
                                      <p:cBhvr additive="base">
                                        <p:cTn dur="1000"/>
                                        <p:tgtEl>
                                          <p:spTgt spid="172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 name="Shape 1744"/>
        <p:cNvGrpSpPr/>
        <p:nvPr/>
      </p:nvGrpSpPr>
      <p:grpSpPr>
        <a:xfrm>
          <a:off x="0" y="0"/>
          <a:ext cx="0" cy="0"/>
          <a:chOff x="0" y="0"/>
          <a:chExt cx="0" cy="0"/>
        </a:xfrm>
      </p:grpSpPr>
      <p:sp>
        <p:nvSpPr>
          <p:cNvPr id="1745" name="Google Shape;1745;p147"/>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grpSp>
        <p:nvGrpSpPr>
          <p:cNvPr id="1746" name="Google Shape;1746;p147"/>
          <p:cNvGrpSpPr/>
          <p:nvPr/>
        </p:nvGrpSpPr>
        <p:grpSpPr>
          <a:xfrm>
            <a:off x="2457787" y="2556355"/>
            <a:ext cx="4228423" cy="979620"/>
            <a:chOff x="2457787" y="2317237"/>
            <a:chExt cx="4228423" cy="979620"/>
          </a:xfrm>
        </p:grpSpPr>
        <p:sp>
          <p:nvSpPr>
            <p:cNvPr id="1747" name="Google Shape;1747;p147"/>
            <p:cNvSpPr/>
            <p:nvPr/>
          </p:nvSpPr>
          <p:spPr>
            <a:xfrm>
              <a:off x="2457787" y="2317237"/>
              <a:ext cx="2069813" cy="979620"/>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47"/>
            <p:cNvSpPr/>
            <p:nvPr/>
          </p:nvSpPr>
          <p:spPr>
            <a:xfrm>
              <a:off x="4615554" y="2317237"/>
              <a:ext cx="2070656" cy="979620"/>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47"/>
            <p:cNvSpPr/>
            <p:nvPr/>
          </p:nvSpPr>
          <p:spPr>
            <a:xfrm>
              <a:off x="3580437" y="2317237"/>
              <a:ext cx="1978512" cy="979620"/>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750" name="Google Shape;1750;p147"/>
          <p:cNvCxnSpPr/>
          <p:nvPr/>
        </p:nvCxnSpPr>
        <p:spPr>
          <a:xfrm rot="10800000">
            <a:off x="6125025" y="2327218"/>
            <a:ext cx="0" cy="234600"/>
          </a:xfrm>
          <a:prstGeom prst="straightConnector1">
            <a:avLst/>
          </a:prstGeom>
          <a:noFill/>
          <a:ln cap="flat" cmpd="sng" w="19050">
            <a:solidFill>
              <a:schemeClr val="lt1"/>
            </a:solidFill>
            <a:prstDash val="solid"/>
            <a:round/>
            <a:headEnd len="med" w="med" type="none"/>
            <a:tailEnd len="med" w="med" type="diamond"/>
          </a:ln>
        </p:spPr>
      </p:cxnSp>
      <p:cxnSp>
        <p:nvCxnSpPr>
          <p:cNvPr id="1751" name="Google Shape;1751;p147"/>
          <p:cNvCxnSpPr/>
          <p:nvPr/>
        </p:nvCxnSpPr>
        <p:spPr>
          <a:xfrm rot="10800000">
            <a:off x="4059300" y="2327368"/>
            <a:ext cx="0" cy="229200"/>
          </a:xfrm>
          <a:prstGeom prst="straightConnector1">
            <a:avLst/>
          </a:prstGeom>
          <a:noFill/>
          <a:ln cap="flat" cmpd="sng" w="19050">
            <a:solidFill>
              <a:schemeClr val="lt1"/>
            </a:solidFill>
            <a:prstDash val="solid"/>
            <a:round/>
            <a:headEnd len="med" w="med" type="none"/>
            <a:tailEnd len="med" w="med" type="diamond"/>
          </a:ln>
        </p:spPr>
      </p:cxnSp>
      <p:grpSp>
        <p:nvGrpSpPr>
          <p:cNvPr id="1752" name="Google Shape;1752;p147"/>
          <p:cNvGrpSpPr/>
          <p:nvPr/>
        </p:nvGrpSpPr>
        <p:grpSpPr>
          <a:xfrm>
            <a:off x="2814091" y="2845216"/>
            <a:ext cx="3511204" cy="401926"/>
            <a:chOff x="2814091" y="2606098"/>
            <a:chExt cx="3511204" cy="401926"/>
          </a:xfrm>
        </p:grpSpPr>
        <p:grpSp>
          <p:nvGrpSpPr>
            <p:cNvPr id="1753" name="Google Shape;1753;p147"/>
            <p:cNvGrpSpPr/>
            <p:nvPr/>
          </p:nvGrpSpPr>
          <p:grpSpPr>
            <a:xfrm>
              <a:off x="2814091" y="2606098"/>
              <a:ext cx="400860" cy="401926"/>
              <a:chOff x="-1700225" y="2768875"/>
              <a:chExt cx="291450" cy="292225"/>
            </a:xfrm>
          </p:grpSpPr>
          <p:sp>
            <p:nvSpPr>
              <p:cNvPr id="1754" name="Google Shape;1754;p14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4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4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4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4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4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147"/>
            <p:cNvGrpSpPr/>
            <p:nvPr/>
          </p:nvGrpSpPr>
          <p:grpSpPr>
            <a:xfrm>
              <a:off x="5924435" y="2606144"/>
              <a:ext cx="400860" cy="401789"/>
              <a:chOff x="-3137650" y="2408950"/>
              <a:chExt cx="291450" cy="292125"/>
            </a:xfrm>
          </p:grpSpPr>
          <p:sp>
            <p:nvSpPr>
              <p:cNvPr id="1761" name="Google Shape;1761;p14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4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4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4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4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 name="Google Shape;1766;p147"/>
            <p:cNvSpPr/>
            <p:nvPr/>
          </p:nvSpPr>
          <p:spPr>
            <a:xfrm>
              <a:off x="4921858" y="2638589"/>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 name="Google Shape;1767;p147"/>
            <p:cNvGrpSpPr/>
            <p:nvPr/>
          </p:nvGrpSpPr>
          <p:grpSpPr>
            <a:xfrm>
              <a:off x="3882351" y="2632325"/>
              <a:ext cx="342486" cy="349421"/>
              <a:chOff x="-65129950" y="2646800"/>
              <a:chExt cx="311125" cy="317425"/>
            </a:xfrm>
          </p:grpSpPr>
          <p:sp>
            <p:nvSpPr>
              <p:cNvPr id="1768" name="Google Shape;1768;p14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4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770" name="Google Shape;1770;p147"/>
          <p:cNvCxnSpPr/>
          <p:nvPr/>
        </p:nvCxnSpPr>
        <p:spPr>
          <a:xfrm>
            <a:off x="3008278" y="3541159"/>
            <a:ext cx="0" cy="234600"/>
          </a:xfrm>
          <a:prstGeom prst="straightConnector1">
            <a:avLst/>
          </a:prstGeom>
          <a:noFill/>
          <a:ln cap="flat" cmpd="sng" w="19050">
            <a:solidFill>
              <a:schemeClr val="lt1"/>
            </a:solidFill>
            <a:prstDash val="solid"/>
            <a:round/>
            <a:headEnd len="med" w="med" type="none"/>
            <a:tailEnd len="med" w="med" type="diamond"/>
          </a:ln>
        </p:spPr>
      </p:cxnSp>
      <p:cxnSp>
        <p:nvCxnSpPr>
          <p:cNvPr id="1771" name="Google Shape;1771;p147"/>
          <p:cNvCxnSpPr/>
          <p:nvPr/>
        </p:nvCxnSpPr>
        <p:spPr>
          <a:xfrm>
            <a:off x="5074003" y="3541150"/>
            <a:ext cx="0" cy="229200"/>
          </a:xfrm>
          <a:prstGeom prst="straightConnector1">
            <a:avLst/>
          </a:prstGeom>
          <a:noFill/>
          <a:ln cap="flat" cmpd="sng" w="19050">
            <a:solidFill>
              <a:schemeClr val="lt1"/>
            </a:solidFill>
            <a:prstDash val="solid"/>
            <a:round/>
            <a:headEnd len="med" w="med" type="none"/>
            <a:tailEnd len="med" w="med" type="diamond"/>
          </a:ln>
        </p:spPr>
      </p:cxnSp>
      <p:sp>
        <p:nvSpPr>
          <p:cNvPr id="1772" name="Google Shape;1772;p147"/>
          <p:cNvSpPr txBox="1"/>
          <p:nvPr>
            <p:ph idx="2" type="ctrTitle"/>
          </p:nvPr>
        </p:nvSpPr>
        <p:spPr>
          <a:xfrm>
            <a:off x="2393800" y="3851557"/>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ASSESSMENT</a:t>
            </a:r>
            <a:endParaRPr/>
          </a:p>
        </p:txBody>
      </p:sp>
      <p:sp>
        <p:nvSpPr>
          <p:cNvPr id="1773" name="Google Shape;1773;p147"/>
          <p:cNvSpPr txBox="1"/>
          <p:nvPr>
            <p:ph idx="1" type="subTitle"/>
          </p:nvPr>
        </p:nvSpPr>
        <p:spPr>
          <a:xfrm>
            <a:off x="2393800" y="4112538"/>
            <a:ext cx="1231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farthest planet</a:t>
            </a:r>
            <a:endParaRPr/>
          </a:p>
        </p:txBody>
      </p:sp>
      <p:sp>
        <p:nvSpPr>
          <p:cNvPr id="1774" name="Google Shape;1774;p147"/>
          <p:cNvSpPr txBox="1"/>
          <p:nvPr>
            <p:ph idx="3" type="ctrTitle"/>
          </p:nvPr>
        </p:nvSpPr>
        <p:spPr>
          <a:xfrm>
            <a:off x="4454450" y="3859775"/>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TECHNOLOGY</a:t>
            </a:r>
            <a:endParaRPr/>
          </a:p>
        </p:txBody>
      </p:sp>
      <p:sp>
        <p:nvSpPr>
          <p:cNvPr id="1775" name="Google Shape;1775;p147"/>
          <p:cNvSpPr txBox="1"/>
          <p:nvPr>
            <p:ph idx="4" type="subTitle"/>
          </p:nvPr>
        </p:nvSpPr>
        <p:spPr>
          <a:xfrm>
            <a:off x="4454600" y="4111838"/>
            <a:ext cx="1231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Mercury is the smallest one</a:t>
            </a:r>
            <a:endParaRPr/>
          </a:p>
        </p:txBody>
      </p:sp>
      <p:sp>
        <p:nvSpPr>
          <p:cNvPr id="1776" name="Google Shape;1776;p147"/>
          <p:cNvSpPr txBox="1"/>
          <p:nvPr>
            <p:ph idx="5" type="ctrTitle"/>
          </p:nvPr>
        </p:nvSpPr>
        <p:spPr>
          <a:xfrm>
            <a:off x="3443775" y="1362901"/>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MARKETING</a:t>
            </a:r>
            <a:endParaRPr/>
          </a:p>
        </p:txBody>
      </p:sp>
      <p:sp>
        <p:nvSpPr>
          <p:cNvPr id="1777" name="Google Shape;1777;p147"/>
          <p:cNvSpPr txBox="1"/>
          <p:nvPr>
            <p:ph idx="6" type="subTitle"/>
          </p:nvPr>
        </p:nvSpPr>
        <p:spPr>
          <a:xfrm>
            <a:off x="3443626" y="1656449"/>
            <a:ext cx="1231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a:t>
            </a:r>
            <a:endParaRPr/>
          </a:p>
        </p:txBody>
      </p:sp>
      <p:sp>
        <p:nvSpPr>
          <p:cNvPr id="1778" name="Google Shape;1778;p147"/>
          <p:cNvSpPr txBox="1"/>
          <p:nvPr>
            <p:ph idx="7" type="ctrTitle"/>
          </p:nvPr>
        </p:nvSpPr>
        <p:spPr>
          <a:xfrm>
            <a:off x="5498425" y="1361363"/>
            <a:ext cx="1231200" cy="36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TRAINING</a:t>
            </a:r>
            <a:endParaRPr/>
          </a:p>
        </p:txBody>
      </p:sp>
      <p:sp>
        <p:nvSpPr>
          <p:cNvPr id="1779" name="Google Shape;1779;p147"/>
          <p:cNvSpPr txBox="1"/>
          <p:nvPr>
            <p:ph idx="8" type="subTitle"/>
          </p:nvPr>
        </p:nvSpPr>
        <p:spPr>
          <a:xfrm>
            <a:off x="5498325" y="1654912"/>
            <a:ext cx="1231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745"/>
                                        </p:tgtEl>
                                        <p:attrNameLst>
                                          <p:attrName>style.visibility</p:attrName>
                                        </p:attrNameLst>
                                      </p:cBhvr>
                                      <p:to>
                                        <p:strVal val="visible"/>
                                      </p:to>
                                    </p:set>
                                    <p:anim calcmode="lin" valueType="num">
                                      <p:cBhvr additive="base">
                                        <p:cTn dur="1000"/>
                                        <p:tgtEl>
                                          <p:spTgt spid="1745"/>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3" name="Shape 1783"/>
        <p:cNvGrpSpPr/>
        <p:nvPr/>
      </p:nvGrpSpPr>
      <p:grpSpPr>
        <a:xfrm>
          <a:off x="0" y="0"/>
          <a:ext cx="0" cy="0"/>
          <a:chOff x="0" y="0"/>
          <a:chExt cx="0" cy="0"/>
        </a:xfrm>
      </p:grpSpPr>
      <p:grpSp>
        <p:nvGrpSpPr>
          <p:cNvPr id="1784" name="Google Shape;1784;p148"/>
          <p:cNvGrpSpPr/>
          <p:nvPr/>
        </p:nvGrpSpPr>
        <p:grpSpPr>
          <a:xfrm>
            <a:off x="1619076" y="2261112"/>
            <a:ext cx="5905843" cy="1383294"/>
            <a:chOff x="1247650" y="2075423"/>
            <a:chExt cx="6648477" cy="1557238"/>
          </a:xfrm>
        </p:grpSpPr>
        <p:sp>
          <p:nvSpPr>
            <p:cNvPr id="1785" name="Google Shape;1785;p14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4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4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4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4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4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28575">
              <a:solidFill>
                <a:schemeClr val="lt1"/>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148"/>
          <p:cNvGrpSpPr/>
          <p:nvPr/>
        </p:nvGrpSpPr>
        <p:grpSpPr>
          <a:xfrm>
            <a:off x="6650643" y="2449545"/>
            <a:ext cx="366269" cy="366269"/>
            <a:chOff x="-65131525" y="2281350"/>
            <a:chExt cx="316650" cy="316650"/>
          </a:xfrm>
        </p:grpSpPr>
        <p:sp>
          <p:nvSpPr>
            <p:cNvPr id="1792" name="Google Shape;1792;p14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4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4" name="Google Shape;1794;p148"/>
          <p:cNvSpPr/>
          <p:nvPr/>
        </p:nvSpPr>
        <p:spPr>
          <a:xfrm>
            <a:off x="5514003" y="3115104"/>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95" name="Google Shape;1795;p148"/>
          <p:cNvSpPr/>
          <p:nvPr/>
        </p:nvSpPr>
        <p:spPr>
          <a:xfrm>
            <a:off x="4357065" y="2434930"/>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6" name="Google Shape;1796;p148"/>
          <p:cNvGrpSpPr/>
          <p:nvPr/>
        </p:nvGrpSpPr>
        <p:grpSpPr>
          <a:xfrm>
            <a:off x="3284455" y="3073660"/>
            <a:ext cx="371887" cy="423069"/>
            <a:chOff x="-919700" y="2420750"/>
            <a:chExt cx="257575" cy="293025"/>
          </a:xfrm>
        </p:grpSpPr>
        <p:sp>
          <p:nvSpPr>
            <p:cNvPr id="1797" name="Google Shape;1797;p148"/>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48"/>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48"/>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148"/>
          <p:cNvGrpSpPr/>
          <p:nvPr/>
        </p:nvGrpSpPr>
        <p:grpSpPr>
          <a:xfrm>
            <a:off x="2230086" y="2449094"/>
            <a:ext cx="263294" cy="367165"/>
            <a:chOff x="-63987100" y="2646800"/>
            <a:chExt cx="227625" cy="317425"/>
          </a:xfrm>
        </p:grpSpPr>
        <p:sp>
          <p:nvSpPr>
            <p:cNvPr id="1801" name="Google Shape;1801;p14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4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 name="Google Shape;1803;p148"/>
          <p:cNvSpPr txBox="1"/>
          <p:nvPr>
            <p:ph type="ctrTitle"/>
          </p:nvPr>
        </p:nvSpPr>
        <p:spPr>
          <a:xfrm flipH="1">
            <a:off x="622800" y="454555"/>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sp>
        <p:nvSpPr>
          <p:cNvPr id="1804" name="Google Shape;1804;p148"/>
          <p:cNvSpPr txBox="1"/>
          <p:nvPr>
            <p:ph idx="1" type="subTitle"/>
          </p:nvPr>
        </p:nvSpPr>
        <p:spPr>
          <a:xfrm>
            <a:off x="1573144" y="1489382"/>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Neptune is the farthest planet</a:t>
            </a:r>
            <a:endParaRPr/>
          </a:p>
        </p:txBody>
      </p:sp>
      <p:sp>
        <p:nvSpPr>
          <p:cNvPr id="1805" name="Google Shape;1805;p148"/>
          <p:cNvSpPr txBox="1"/>
          <p:nvPr>
            <p:ph idx="2" type="subTitle"/>
          </p:nvPr>
        </p:nvSpPr>
        <p:spPr>
          <a:xfrm>
            <a:off x="3787682" y="1491020"/>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a:t>
            </a:r>
            <a:endParaRPr/>
          </a:p>
          <a:p>
            <a:pPr indent="0" lvl="0" marL="0" rtl="0" algn="ctr">
              <a:spcBef>
                <a:spcPts val="1600"/>
              </a:spcBef>
              <a:spcAft>
                <a:spcPts val="0"/>
              </a:spcAft>
              <a:buNone/>
            </a:pPr>
            <a:r>
              <a:t/>
            </a:r>
            <a:endParaRPr/>
          </a:p>
        </p:txBody>
      </p:sp>
      <p:sp>
        <p:nvSpPr>
          <p:cNvPr id="1806" name="Google Shape;1806;p148"/>
          <p:cNvSpPr txBox="1"/>
          <p:nvPr>
            <p:ph idx="3" type="subTitle"/>
          </p:nvPr>
        </p:nvSpPr>
        <p:spPr>
          <a:xfrm>
            <a:off x="6064122" y="1493420"/>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cold </a:t>
            </a:r>
            <a:endParaRPr/>
          </a:p>
        </p:txBody>
      </p:sp>
      <p:sp>
        <p:nvSpPr>
          <p:cNvPr id="1807" name="Google Shape;1807;p148"/>
          <p:cNvSpPr txBox="1"/>
          <p:nvPr>
            <p:ph idx="4" type="subTitle"/>
          </p:nvPr>
        </p:nvSpPr>
        <p:spPr>
          <a:xfrm>
            <a:off x="1573145" y="1060472"/>
            <a:ext cx="1555800" cy="3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ASSESSMENT</a:t>
            </a:r>
            <a:endParaRPr/>
          </a:p>
        </p:txBody>
      </p:sp>
      <p:sp>
        <p:nvSpPr>
          <p:cNvPr id="1808" name="Google Shape;1808;p148"/>
          <p:cNvSpPr txBox="1"/>
          <p:nvPr>
            <p:ph idx="5" type="subTitle"/>
          </p:nvPr>
        </p:nvSpPr>
        <p:spPr>
          <a:xfrm>
            <a:off x="3787824" y="1072622"/>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TRAINING</a:t>
            </a:r>
            <a:endParaRPr/>
          </a:p>
        </p:txBody>
      </p:sp>
      <p:sp>
        <p:nvSpPr>
          <p:cNvPr id="1809" name="Google Shape;1809;p148"/>
          <p:cNvSpPr txBox="1"/>
          <p:nvPr>
            <p:ph idx="6" type="subTitle"/>
          </p:nvPr>
        </p:nvSpPr>
        <p:spPr>
          <a:xfrm>
            <a:off x="6064270" y="1065510"/>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MARKETING</a:t>
            </a:r>
            <a:endParaRPr/>
          </a:p>
        </p:txBody>
      </p:sp>
      <p:sp>
        <p:nvSpPr>
          <p:cNvPr id="1810" name="Google Shape;1810;p148"/>
          <p:cNvSpPr txBox="1"/>
          <p:nvPr>
            <p:ph idx="7" type="subTitle"/>
          </p:nvPr>
        </p:nvSpPr>
        <p:spPr>
          <a:xfrm>
            <a:off x="2692432" y="4157457"/>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smallest one</a:t>
            </a:r>
            <a:endParaRPr/>
          </a:p>
          <a:p>
            <a:pPr indent="0" lvl="0" marL="0" rtl="0" algn="ctr">
              <a:spcBef>
                <a:spcPts val="1600"/>
              </a:spcBef>
              <a:spcAft>
                <a:spcPts val="0"/>
              </a:spcAft>
              <a:buNone/>
            </a:pPr>
            <a:r>
              <a:t/>
            </a:r>
            <a:endParaRPr/>
          </a:p>
        </p:txBody>
      </p:sp>
      <p:sp>
        <p:nvSpPr>
          <p:cNvPr id="1811" name="Google Shape;1811;p148"/>
          <p:cNvSpPr txBox="1"/>
          <p:nvPr>
            <p:ph idx="8" type="subTitle"/>
          </p:nvPr>
        </p:nvSpPr>
        <p:spPr>
          <a:xfrm>
            <a:off x="4906147" y="4138965"/>
            <a:ext cx="1555800" cy="60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the biggest planet </a:t>
            </a:r>
            <a:endParaRPr/>
          </a:p>
        </p:txBody>
      </p:sp>
      <p:sp>
        <p:nvSpPr>
          <p:cNvPr id="1812" name="Google Shape;1812;p148"/>
          <p:cNvSpPr txBox="1"/>
          <p:nvPr>
            <p:ph idx="9" type="subTitle"/>
          </p:nvPr>
        </p:nvSpPr>
        <p:spPr>
          <a:xfrm>
            <a:off x="2692574" y="3773185"/>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PERCENTAGE</a:t>
            </a:r>
            <a:endParaRPr/>
          </a:p>
          <a:p>
            <a:pPr indent="0" lvl="0" marL="0" rtl="0" algn="ctr">
              <a:spcBef>
                <a:spcPts val="0"/>
              </a:spcBef>
              <a:spcAft>
                <a:spcPts val="0"/>
              </a:spcAft>
              <a:buNone/>
            </a:pPr>
            <a:r>
              <a:t/>
            </a:r>
            <a:endParaRPr/>
          </a:p>
        </p:txBody>
      </p:sp>
      <p:sp>
        <p:nvSpPr>
          <p:cNvPr id="1813" name="Google Shape;1813;p148"/>
          <p:cNvSpPr txBox="1"/>
          <p:nvPr>
            <p:ph idx="13" type="subTitle"/>
          </p:nvPr>
        </p:nvSpPr>
        <p:spPr>
          <a:xfrm>
            <a:off x="4906295" y="3774166"/>
            <a:ext cx="1555800" cy="46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TECHNOLOGY</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7" name="Shape 1817"/>
        <p:cNvGrpSpPr/>
        <p:nvPr/>
      </p:nvGrpSpPr>
      <p:grpSpPr>
        <a:xfrm>
          <a:off x="0" y="0"/>
          <a:ext cx="0" cy="0"/>
          <a:chOff x="0" y="0"/>
          <a:chExt cx="0" cy="0"/>
        </a:xfrm>
      </p:grpSpPr>
      <p:sp>
        <p:nvSpPr>
          <p:cNvPr id="1818" name="Google Shape;1818;p149"/>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TIMING</a:t>
            </a:r>
            <a:endParaRPr/>
          </a:p>
        </p:txBody>
      </p:sp>
      <p:sp>
        <p:nvSpPr>
          <p:cNvPr id="1819" name="Google Shape;1819;p149"/>
          <p:cNvSpPr txBox="1"/>
          <p:nvPr/>
        </p:nvSpPr>
        <p:spPr>
          <a:xfrm>
            <a:off x="3865941" y="1173950"/>
            <a:ext cx="14334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1</a:t>
            </a:r>
            <a:endParaRPr sz="1600">
              <a:solidFill>
                <a:schemeClr val="lt1"/>
              </a:solidFill>
              <a:latin typeface="Squada One"/>
              <a:ea typeface="Squada One"/>
              <a:cs typeface="Squada One"/>
              <a:sym typeface="Squada One"/>
            </a:endParaRPr>
          </a:p>
        </p:txBody>
      </p:sp>
      <p:sp>
        <p:nvSpPr>
          <p:cNvPr id="1820" name="Google Shape;1820;p149"/>
          <p:cNvSpPr txBox="1"/>
          <p:nvPr/>
        </p:nvSpPr>
        <p:spPr>
          <a:xfrm>
            <a:off x="3865775" y="1413050"/>
            <a:ext cx="1433400" cy="57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Jupiter is the biggest planet</a:t>
            </a:r>
            <a:endParaRPr>
              <a:solidFill>
                <a:schemeClr val="lt1"/>
              </a:solidFill>
              <a:latin typeface="Roboto Condensed Light"/>
              <a:ea typeface="Roboto Condensed Light"/>
              <a:cs typeface="Roboto Condensed Light"/>
              <a:sym typeface="Roboto Condensed Light"/>
            </a:endParaRPr>
          </a:p>
        </p:txBody>
      </p:sp>
      <p:sp>
        <p:nvSpPr>
          <p:cNvPr id="1821" name="Google Shape;1821;p149"/>
          <p:cNvSpPr txBox="1"/>
          <p:nvPr/>
        </p:nvSpPr>
        <p:spPr>
          <a:xfrm>
            <a:off x="6565955" y="2392200"/>
            <a:ext cx="1312800" cy="29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2</a:t>
            </a:r>
            <a:endParaRPr sz="1600">
              <a:solidFill>
                <a:schemeClr val="lt1"/>
              </a:solidFill>
              <a:latin typeface="Squada One"/>
              <a:ea typeface="Squada One"/>
              <a:cs typeface="Squada One"/>
              <a:sym typeface="Squada One"/>
            </a:endParaRPr>
          </a:p>
        </p:txBody>
      </p:sp>
      <p:sp>
        <p:nvSpPr>
          <p:cNvPr id="1822" name="Google Shape;1822;p149"/>
          <p:cNvSpPr txBox="1"/>
          <p:nvPr/>
        </p:nvSpPr>
        <p:spPr>
          <a:xfrm>
            <a:off x="6565955" y="2563998"/>
            <a:ext cx="1312800" cy="54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823" name="Google Shape;1823;p149"/>
          <p:cNvSpPr txBox="1"/>
          <p:nvPr/>
        </p:nvSpPr>
        <p:spPr>
          <a:xfrm>
            <a:off x="2972900" y="2304825"/>
            <a:ext cx="13245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3</a:t>
            </a:r>
            <a:endParaRPr sz="1600">
              <a:solidFill>
                <a:schemeClr val="lt1"/>
              </a:solidFill>
              <a:latin typeface="Squada One"/>
              <a:ea typeface="Squada One"/>
              <a:cs typeface="Squada One"/>
              <a:sym typeface="Squada One"/>
            </a:endParaRPr>
          </a:p>
        </p:txBody>
      </p:sp>
      <p:sp>
        <p:nvSpPr>
          <p:cNvPr id="1824" name="Google Shape;1824;p149"/>
          <p:cNvSpPr txBox="1"/>
          <p:nvPr/>
        </p:nvSpPr>
        <p:spPr>
          <a:xfrm>
            <a:off x="1259067" y="3506857"/>
            <a:ext cx="13086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4</a:t>
            </a:r>
            <a:endParaRPr sz="1600">
              <a:solidFill>
                <a:schemeClr val="lt1"/>
              </a:solidFill>
              <a:latin typeface="Squada One"/>
              <a:ea typeface="Squada One"/>
              <a:cs typeface="Squada One"/>
              <a:sym typeface="Squada One"/>
            </a:endParaRPr>
          </a:p>
        </p:txBody>
      </p:sp>
      <p:sp>
        <p:nvSpPr>
          <p:cNvPr id="1825" name="Google Shape;1825;p149"/>
          <p:cNvSpPr txBox="1"/>
          <p:nvPr/>
        </p:nvSpPr>
        <p:spPr>
          <a:xfrm>
            <a:off x="2972900" y="2546477"/>
            <a:ext cx="1324500" cy="54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cold </a:t>
            </a:r>
            <a:endParaRPr>
              <a:solidFill>
                <a:schemeClr val="lt1"/>
              </a:solidFill>
              <a:latin typeface="Roboto Condensed Light"/>
              <a:ea typeface="Roboto Condensed Light"/>
              <a:cs typeface="Roboto Condensed Light"/>
              <a:sym typeface="Roboto Condensed Light"/>
            </a:endParaRPr>
          </a:p>
        </p:txBody>
      </p:sp>
      <p:sp>
        <p:nvSpPr>
          <p:cNvPr id="1826" name="Google Shape;1826;p149"/>
          <p:cNvSpPr txBox="1"/>
          <p:nvPr/>
        </p:nvSpPr>
        <p:spPr>
          <a:xfrm>
            <a:off x="1258993" y="3740574"/>
            <a:ext cx="1308600" cy="57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 </a:t>
            </a:r>
            <a:endParaRPr>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0"/>
              </a:spcAft>
              <a:buNone/>
            </a:pPr>
            <a:r>
              <a:t/>
            </a:r>
            <a:endParaRPr>
              <a:solidFill>
                <a:schemeClr val="lt1"/>
              </a:solidFill>
              <a:latin typeface="Roboto Condensed Light"/>
              <a:ea typeface="Roboto Condensed Light"/>
              <a:cs typeface="Roboto Condensed Light"/>
              <a:sym typeface="Roboto Condensed Light"/>
            </a:endParaRPr>
          </a:p>
          <a:p>
            <a:pPr indent="0" lvl="0" marL="0" rtl="0" algn="ctr">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827" name="Google Shape;1827;p149"/>
          <p:cNvSpPr txBox="1"/>
          <p:nvPr/>
        </p:nvSpPr>
        <p:spPr>
          <a:xfrm>
            <a:off x="4627975" y="3440125"/>
            <a:ext cx="1308300" cy="29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DAY 5</a:t>
            </a:r>
            <a:endParaRPr sz="1600">
              <a:solidFill>
                <a:schemeClr val="lt1"/>
              </a:solidFill>
              <a:latin typeface="Squada One"/>
              <a:ea typeface="Squada One"/>
              <a:cs typeface="Squada One"/>
              <a:sym typeface="Squada One"/>
            </a:endParaRPr>
          </a:p>
        </p:txBody>
      </p:sp>
      <p:sp>
        <p:nvSpPr>
          <p:cNvPr id="1828" name="Google Shape;1828;p149"/>
          <p:cNvSpPr txBox="1"/>
          <p:nvPr/>
        </p:nvSpPr>
        <p:spPr>
          <a:xfrm>
            <a:off x="4627975" y="3674899"/>
            <a:ext cx="1308300" cy="57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very far away</a:t>
            </a:r>
            <a:endParaRPr>
              <a:solidFill>
                <a:schemeClr val="lt1"/>
              </a:solidFill>
              <a:latin typeface="Roboto Condensed Light"/>
              <a:ea typeface="Roboto Condensed Light"/>
              <a:cs typeface="Roboto Condensed Light"/>
              <a:sym typeface="Roboto Condensed Light"/>
            </a:endParaRPr>
          </a:p>
        </p:txBody>
      </p:sp>
      <p:cxnSp>
        <p:nvCxnSpPr>
          <p:cNvPr id="1829" name="Google Shape;1829;p149"/>
          <p:cNvCxnSpPr/>
          <p:nvPr/>
        </p:nvCxnSpPr>
        <p:spPr>
          <a:xfrm>
            <a:off x="4578734" y="1913302"/>
            <a:ext cx="0" cy="168000"/>
          </a:xfrm>
          <a:prstGeom prst="straightConnector1">
            <a:avLst/>
          </a:prstGeom>
          <a:noFill/>
          <a:ln cap="flat" cmpd="sng" w="19050">
            <a:solidFill>
              <a:schemeClr val="lt1"/>
            </a:solidFill>
            <a:prstDash val="solid"/>
            <a:round/>
            <a:headEnd len="med" w="med" type="diamond"/>
            <a:tailEnd len="med" w="med" type="none"/>
          </a:ln>
        </p:spPr>
      </p:cxnSp>
      <p:cxnSp>
        <p:nvCxnSpPr>
          <p:cNvPr id="1830" name="Google Shape;1830;p149"/>
          <p:cNvCxnSpPr/>
          <p:nvPr/>
        </p:nvCxnSpPr>
        <p:spPr>
          <a:xfrm rot="10800000">
            <a:off x="6404979" y="2750088"/>
            <a:ext cx="201300" cy="0"/>
          </a:xfrm>
          <a:prstGeom prst="straightConnector1">
            <a:avLst/>
          </a:prstGeom>
          <a:noFill/>
          <a:ln cap="flat" cmpd="sng" w="19050">
            <a:solidFill>
              <a:schemeClr val="lt1"/>
            </a:solidFill>
            <a:prstDash val="solid"/>
            <a:round/>
            <a:headEnd len="med" w="med" type="diamond"/>
            <a:tailEnd len="med" w="med" type="none"/>
          </a:ln>
        </p:spPr>
      </p:cxnSp>
      <p:cxnSp>
        <p:nvCxnSpPr>
          <p:cNvPr id="1831" name="Google Shape;1831;p149"/>
          <p:cNvCxnSpPr/>
          <p:nvPr/>
        </p:nvCxnSpPr>
        <p:spPr>
          <a:xfrm>
            <a:off x="3627241" y="3052216"/>
            <a:ext cx="0" cy="167918"/>
          </a:xfrm>
          <a:prstGeom prst="straightConnector1">
            <a:avLst/>
          </a:prstGeom>
          <a:noFill/>
          <a:ln cap="flat" cmpd="sng" w="19050">
            <a:solidFill>
              <a:schemeClr val="lt1"/>
            </a:solidFill>
            <a:prstDash val="solid"/>
            <a:round/>
            <a:headEnd len="med" w="med" type="diamond"/>
            <a:tailEnd len="med" w="med" type="none"/>
          </a:ln>
        </p:spPr>
      </p:cxnSp>
      <p:cxnSp>
        <p:nvCxnSpPr>
          <p:cNvPr id="1832" name="Google Shape;1832;p149"/>
          <p:cNvCxnSpPr/>
          <p:nvPr/>
        </p:nvCxnSpPr>
        <p:spPr>
          <a:xfrm rot="10800000">
            <a:off x="2536840" y="3892443"/>
            <a:ext cx="201300" cy="0"/>
          </a:xfrm>
          <a:prstGeom prst="straightConnector1">
            <a:avLst/>
          </a:prstGeom>
          <a:noFill/>
          <a:ln cap="flat" cmpd="sng" w="19050">
            <a:solidFill>
              <a:schemeClr val="lt1"/>
            </a:solidFill>
            <a:prstDash val="solid"/>
            <a:round/>
            <a:headEnd len="med" w="med" type="none"/>
            <a:tailEnd len="med" w="med" type="diamond"/>
          </a:ln>
        </p:spPr>
      </p:cxnSp>
      <p:cxnSp>
        <p:nvCxnSpPr>
          <p:cNvPr id="1833" name="Google Shape;1833;p149"/>
          <p:cNvCxnSpPr/>
          <p:nvPr/>
        </p:nvCxnSpPr>
        <p:spPr>
          <a:xfrm>
            <a:off x="5284400" y="4194281"/>
            <a:ext cx="0" cy="167918"/>
          </a:xfrm>
          <a:prstGeom prst="straightConnector1">
            <a:avLst/>
          </a:prstGeom>
          <a:noFill/>
          <a:ln cap="flat" cmpd="sng" w="19050">
            <a:solidFill>
              <a:schemeClr val="lt1"/>
            </a:solidFill>
            <a:prstDash val="solid"/>
            <a:round/>
            <a:headEnd len="med" w="med" type="diamond"/>
            <a:tailEnd len="med" w="med" type="none"/>
          </a:ln>
        </p:spPr>
      </p:cxnSp>
      <p:sp>
        <p:nvSpPr>
          <p:cNvPr id="1834" name="Google Shape;1834;p149"/>
          <p:cNvSpPr/>
          <p:nvPr/>
        </p:nvSpPr>
        <p:spPr>
          <a:xfrm>
            <a:off x="3726514" y="2847619"/>
            <a:ext cx="2586190" cy="504770"/>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5" name="Google Shape;1835;p149"/>
          <p:cNvGrpSpPr/>
          <p:nvPr/>
        </p:nvGrpSpPr>
        <p:grpSpPr>
          <a:xfrm>
            <a:off x="2755349" y="2081285"/>
            <a:ext cx="3633305" cy="2504815"/>
            <a:chOff x="2755349" y="2081285"/>
            <a:chExt cx="3633305" cy="2504815"/>
          </a:xfrm>
        </p:grpSpPr>
        <p:sp>
          <p:nvSpPr>
            <p:cNvPr id="1836" name="Google Shape;1836;p149"/>
            <p:cNvSpPr/>
            <p:nvPr/>
          </p:nvSpPr>
          <p:spPr>
            <a:xfrm rot="5400000">
              <a:off x="4466820" y="2096197"/>
              <a:ext cx="223883" cy="194059"/>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49"/>
            <p:cNvSpPr/>
            <p:nvPr/>
          </p:nvSpPr>
          <p:spPr>
            <a:xfrm rot="5400000">
              <a:off x="6179663" y="2644039"/>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49"/>
            <p:cNvSpPr/>
            <p:nvPr/>
          </p:nvSpPr>
          <p:spPr>
            <a:xfrm rot="5400000">
              <a:off x="5172457" y="4377109"/>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49"/>
            <p:cNvSpPr/>
            <p:nvPr/>
          </p:nvSpPr>
          <p:spPr>
            <a:xfrm rot="5400000">
              <a:off x="2740436" y="3795401"/>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49"/>
            <p:cNvSpPr/>
            <p:nvPr/>
          </p:nvSpPr>
          <p:spPr>
            <a:xfrm rot="5400000">
              <a:off x="3515282" y="3230700"/>
              <a:ext cx="223904" cy="19407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 name="Google Shape;1841;p149"/>
            <p:cNvGrpSpPr/>
            <p:nvPr/>
          </p:nvGrpSpPr>
          <p:grpSpPr>
            <a:xfrm>
              <a:off x="2827597" y="2174550"/>
              <a:ext cx="3480388" cy="2318349"/>
              <a:chOff x="2827597" y="2174550"/>
              <a:chExt cx="3480388" cy="2318349"/>
            </a:xfrm>
          </p:grpSpPr>
          <p:sp>
            <p:nvSpPr>
              <p:cNvPr id="1842" name="Google Shape;1842;p149"/>
              <p:cNvSpPr/>
              <p:nvPr/>
            </p:nvSpPr>
            <p:spPr>
              <a:xfrm>
                <a:off x="2914725" y="2174550"/>
                <a:ext cx="1566831" cy="37397"/>
              </a:xfrm>
              <a:custGeom>
                <a:rect b="b" l="l" r="r" t="t"/>
                <a:pathLst>
                  <a:path extrusionOk="0" h="2706" w="143713">
                    <a:moveTo>
                      <a:pt x="0" y="0"/>
                    </a:moveTo>
                    <a:lnTo>
                      <a:pt x="0" y="2705"/>
                    </a:lnTo>
                    <a:lnTo>
                      <a:pt x="143712" y="2705"/>
                    </a:lnTo>
                    <a:lnTo>
                      <a:pt x="143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49"/>
              <p:cNvSpPr/>
              <p:nvPr/>
            </p:nvSpPr>
            <p:spPr>
              <a:xfrm>
                <a:off x="4323653" y="4455510"/>
                <a:ext cx="863877" cy="37390"/>
              </a:xfrm>
              <a:custGeom>
                <a:rect b="b" l="l" r="r" t="t"/>
                <a:pathLst>
                  <a:path extrusionOk="0" h="2706" w="106520">
                    <a:moveTo>
                      <a:pt x="0" y="0"/>
                    </a:moveTo>
                    <a:lnTo>
                      <a:pt x="0" y="2705"/>
                    </a:lnTo>
                    <a:lnTo>
                      <a:pt x="106520" y="2705"/>
                    </a:lnTo>
                    <a:lnTo>
                      <a:pt x="1065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49"/>
              <p:cNvSpPr/>
              <p:nvPr/>
            </p:nvSpPr>
            <p:spPr>
              <a:xfrm>
                <a:off x="2827597" y="3988087"/>
                <a:ext cx="1775984" cy="504770"/>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49"/>
              <p:cNvSpPr/>
              <p:nvPr/>
            </p:nvSpPr>
            <p:spPr>
              <a:xfrm>
                <a:off x="2830597" y="3315031"/>
                <a:ext cx="699543" cy="49054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49"/>
              <p:cNvSpPr/>
              <p:nvPr/>
            </p:nvSpPr>
            <p:spPr>
              <a:xfrm>
                <a:off x="5381564" y="4455510"/>
                <a:ext cx="863877" cy="37390"/>
              </a:xfrm>
              <a:custGeom>
                <a:rect b="b" l="l" r="r" t="t"/>
                <a:pathLst>
                  <a:path extrusionOk="0" h="2706" w="106520">
                    <a:moveTo>
                      <a:pt x="0" y="0"/>
                    </a:moveTo>
                    <a:lnTo>
                      <a:pt x="0" y="2705"/>
                    </a:lnTo>
                    <a:lnTo>
                      <a:pt x="106520" y="2705"/>
                    </a:lnTo>
                    <a:lnTo>
                      <a:pt x="1065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7" name="Google Shape;1847;p149"/>
              <p:cNvGrpSpPr/>
              <p:nvPr/>
            </p:nvGrpSpPr>
            <p:grpSpPr>
              <a:xfrm>
                <a:off x="4694072" y="2174563"/>
                <a:ext cx="1613913" cy="474844"/>
                <a:chOff x="4694072" y="2174563"/>
                <a:chExt cx="1613913" cy="474844"/>
              </a:xfrm>
            </p:grpSpPr>
            <p:sp>
              <p:nvSpPr>
                <p:cNvPr id="1848" name="Google Shape;1848;p149"/>
                <p:cNvSpPr/>
                <p:nvPr/>
              </p:nvSpPr>
              <p:spPr>
                <a:xfrm>
                  <a:off x="5108551" y="2174563"/>
                  <a:ext cx="1199434" cy="474844"/>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49"/>
                <p:cNvSpPr/>
                <p:nvPr/>
              </p:nvSpPr>
              <p:spPr>
                <a:xfrm>
                  <a:off x="4694072" y="2174575"/>
                  <a:ext cx="414612" cy="37424"/>
                </a:xfrm>
                <a:custGeom>
                  <a:rect b="b" l="l" r="r" t="t"/>
                  <a:pathLst>
                    <a:path extrusionOk="0" h="2706" w="143713">
                      <a:moveTo>
                        <a:pt x="0" y="0"/>
                      </a:moveTo>
                      <a:lnTo>
                        <a:pt x="0" y="2705"/>
                      </a:lnTo>
                      <a:lnTo>
                        <a:pt x="143712" y="2705"/>
                      </a:lnTo>
                      <a:lnTo>
                        <a:pt x="143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818"/>
                                        </p:tgtEl>
                                        <p:attrNameLst>
                                          <p:attrName>style.visibility</p:attrName>
                                        </p:attrNameLst>
                                      </p:cBhvr>
                                      <p:to>
                                        <p:strVal val="visible"/>
                                      </p:to>
                                    </p:set>
                                    <p:anim calcmode="lin" valueType="num">
                                      <p:cBhvr additive="base">
                                        <p:cTn dur="1000"/>
                                        <p:tgtEl>
                                          <p:spTgt spid="1818"/>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19"/>
                                        </p:tgtEl>
                                        <p:attrNameLst>
                                          <p:attrName>style.visibility</p:attrName>
                                        </p:attrNameLst>
                                      </p:cBhvr>
                                      <p:to>
                                        <p:strVal val="visible"/>
                                      </p:to>
                                    </p:set>
                                    <p:animEffect filter="fade" transition="in">
                                      <p:cBhvr>
                                        <p:cTn dur="1000"/>
                                        <p:tgtEl>
                                          <p:spTgt spid="1819"/>
                                        </p:tgtEl>
                                      </p:cBhvr>
                                    </p:animEffect>
                                  </p:childTnLst>
                                </p:cTn>
                              </p:par>
                              <p:par>
                                <p:cTn fill="hold" nodeType="withEffect" presetClass="entr" presetID="10" presetSubtype="0">
                                  <p:stCondLst>
                                    <p:cond delay="0"/>
                                  </p:stCondLst>
                                  <p:childTnLst>
                                    <p:set>
                                      <p:cBhvr>
                                        <p:cTn dur="1" fill="hold">
                                          <p:stCondLst>
                                            <p:cond delay="0"/>
                                          </p:stCondLst>
                                        </p:cTn>
                                        <p:tgtEl>
                                          <p:spTgt spid="1820"/>
                                        </p:tgtEl>
                                        <p:attrNameLst>
                                          <p:attrName>style.visibility</p:attrName>
                                        </p:attrNameLst>
                                      </p:cBhvr>
                                      <p:to>
                                        <p:strVal val="visible"/>
                                      </p:to>
                                    </p:set>
                                    <p:animEffect filter="fade" transition="in">
                                      <p:cBhvr>
                                        <p:cTn dur="1000"/>
                                        <p:tgtEl>
                                          <p:spTgt spid="18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2"/>
                                        </p:tgtEl>
                                        <p:attrNameLst>
                                          <p:attrName>style.visibility</p:attrName>
                                        </p:attrNameLst>
                                      </p:cBhvr>
                                      <p:to>
                                        <p:strVal val="visible"/>
                                      </p:to>
                                    </p:set>
                                    <p:animEffect filter="fade" transition="in">
                                      <p:cBhvr>
                                        <p:cTn dur="1000"/>
                                        <p:tgtEl>
                                          <p:spTgt spid="1822"/>
                                        </p:tgtEl>
                                      </p:cBhvr>
                                    </p:animEffect>
                                  </p:childTnLst>
                                </p:cTn>
                              </p:par>
                              <p:par>
                                <p:cTn fill="hold" nodeType="withEffect" presetClass="entr" presetID="10" presetSubtype="0">
                                  <p:stCondLst>
                                    <p:cond delay="0"/>
                                  </p:stCondLst>
                                  <p:childTnLst>
                                    <p:set>
                                      <p:cBhvr>
                                        <p:cTn dur="1" fill="hold">
                                          <p:stCondLst>
                                            <p:cond delay="0"/>
                                          </p:stCondLst>
                                        </p:cTn>
                                        <p:tgtEl>
                                          <p:spTgt spid="1821"/>
                                        </p:tgtEl>
                                        <p:attrNameLst>
                                          <p:attrName>style.visibility</p:attrName>
                                        </p:attrNameLst>
                                      </p:cBhvr>
                                      <p:to>
                                        <p:strVal val="visible"/>
                                      </p:to>
                                    </p:set>
                                    <p:animEffect filter="fade" transition="in">
                                      <p:cBhvr>
                                        <p:cTn dur="1000"/>
                                        <p:tgtEl>
                                          <p:spTgt spid="18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5"/>
                                        </p:tgtEl>
                                        <p:attrNameLst>
                                          <p:attrName>style.visibility</p:attrName>
                                        </p:attrNameLst>
                                      </p:cBhvr>
                                      <p:to>
                                        <p:strVal val="visible"/>
                                      </p:to>
                                    </p:set>
                                    <p:animEffect filter="fade" transition="in">
                                      <p:cBhvr>
                                        <p:cTn dur="1000"/>
                                        <p:tgtEl>
                                          <p:spTgt spid="1825"/>
                                        </p:tgtEl>
                                      </p:cBhvr>
                                    </p:animEffect>
                                  </p:childTnLst>
                                </p:cTn>
                              </p:par>
                              <p:par>
                                <p:cTn fill="hold" nodeType="withEffect" presetClass="entr" presetID="10" presetSubtype="0">
                                  <p:stCondLst>
                                    <p:cond delay="0"/>
                                  </p:stCondLst>
                                  <p:childTnLst>
                                    <p:set>
                                      <p:cBhvr>
                                        <p:cTn dur="1" fill="hold">
                                          <p:stCondLst>
                                            <p:cond delay="0"/>
                                          </p:stCondLst>
                                        </p:cTn>
                                        <p:tgtEl>
                                          <p:spTgt spid="1823"/>
                                        </p:tgtEl>
                                        <p:attrNameLst>
                                          <p:attrName>style.visibility</p:attrName>
                                        </p:attrNameLst>
                                      </p:cBhvr>
                                      <p:to>
                                        <p:strVal val="visible"/>
                                      </p:to>
                                    </p:set>
                                    <p:animEffect filter="fade" transition="in">
                                      <p:cBhvr>
                                        <p:cTn dur="1000"/>
                                        <p:tgtEl>
                                          <p:spTgt spid="182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4"/>
                                        </p:tgtEl>
                                        <p:attrNameLst>
                                          <p:attrName>style.visibility</p:attrName>
                                        </p:attrNameLst>
                                      </p:cBhvr>
                                      <p:to>
                                        <p:strVal val="visible"/>
                                      </p:to>
                                    </p:set>
                                    <p:animEffect filter="fade" transition="in">
                                      <p:cBhvr>
                                        <p:cTn dur="1000"/>
                                        <p:tgtEl>
                                          <p:spTgt spid="1824"/>
                                        </p:tgtEl>
                                      </p:cBhvr>
                                    </p:animEffect>
                                  </p:childTnLst>
                                </p:cTn>
                              </p:par>
                              <p:par>
                                <p:cTn fill="hold" nodeType="withEffect" presetClass="entr" presetID="10" presetSubtype="0">
                                  <p:stCondLst>
                                    <p:cond delay="0"/>
                                  </p:stCondLst>
                                  <p:childTnLst>
                                    <p:set>
                                      <p:cBhvr>
                                        <p:cTn dur="1" fill="hold">
                                          <p:stCondLst>
                                            <p:cond delay="0"/>
                                          </p:stCondLst>
                                        </p:cTn>
                                        <p:tgtEl>
                                          <p:spTgt spid="1826"/>
                                        </p:tgtEl>
                                        <p:attrNameLst>
                                          <p:attrName>style.visibility</p:attrName>
                                        </p:attrNameLst>
                                      </p:cBhvr>
                                      <p:to>
                                        <p:strVal val="visible"/>
                                      </p:to>
                                    </p:set>
                                    <p:animEffect filter="fade" transition="in">
                                      <p:cBhvr>
                                        <p:cTn dur="1000"/>
                                        <p:tgtEl>
                                          <p:spTgt spid="182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828"/>
                                        </p:tgtEl>
                                        <p:attrNameLst>
                                          <p:attrName>style.visibility</p:attrName>
                                        </p:attrNameLst>
                                      </p:cBhvr>
                                      <p:to>
                                        <p:strVal val="visible"/>
                                      </p:to>
                                    </p:set>
                                    <p:animEffect filter="fade" transition="in">
                                      <p:cBhvr>
                                        <p:cTn dur="1000"/>
                                        <p:tgtEl>
                                          <p:spTgt spid="1828"/>
                                        </p:tgtEl>
                                      </p:cBhvr>
                                    </p:animEffect>
                                  </p:childTnLst>
                                </p:cTn>
                              </p:par>
                              <p:par>
                                <p:cTn fill="hold" nodeType="withEffect" presetClass="entr" presetID="10" presetSubtype="0">
                                  <p:stCondLst>
                                    <p:cond delay="0"/>
                                  </p:stCondLst>
                                  <p:childTnLst>
                                    <p:set>
                                      <p:cBhvr>
                                        <p:cTn dur="1" fill="hold">
                                          <p:stCondLst>
                                            <p:cond delay="0"/>
                                          </p:stCondLst>
                                        </p:cTn>
                                        <p:tgtEl>
                                          <p:spTgt spid="1827"/>
                                        </p:tgtEl>
                                        <p:attrNameLst>
                                          <p:attrName>style.visibility</p:attrName>
                                        </p:attrNameLst>
                                      </p:cBhvr>
                                      <p:to>
                                        <p:strVal val="visible"/>
                                      </p:to>
                                    </p:set>
                                    <p:animEffect filter="fade" transition="in">
                                      <p:cBhvr>
                                        <p:cTn dur="1000"/>
                                        <p:tgtEl>
                                          <p:spTgt spid="18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3" name="Shape 1853"/>
        <p:cNvGrpSpPr/>
        <p:nvPr/>
      </p:nvGrpSpPr>
      <p:grpSpPr>
        <a:xfrm>
          <a:off x="0" y="0"/>
          <a:ext cx="0" cy="0"/>
          <a:chOff x="0" y="0"/>
          <a:chExt cx="0" cy="0"/>
        </a:xfrm>
      </p:grpSpPr>
      <p:sp>
        <p:nvSpPr>
          <p:cNvPr id="1854" name="Google Shape;1854;p150"/>
          <p:cNvSpPr txBox="1"/>
          <p:nvPr>
            <p:ph type="ctrTitle"/>
          </p:nvPr>
        </p:nvSpPr>
        <p:spPr>
          <a:xfrm flipH="1">
            <a:off x="540000" y="507400"/>
            <a:ext cx="80640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TIMING</a:t>
            </a:r>
            <a:endParaRPr/>
          </a:p>
        </p:txBody>
      </p:sp>
      <p:sp>
        <p:nvSpPr>
          <p:cNvPr id="1855" name="Google Shape;1855;p150"/>
          <p:cNvSpPr txBox="1"/>
          <p:nvPr/>
        </p:nvSpPr>
        <p:spPr>
          <a:xfrm>
            <a:off x="5920202" y="1685950"/>
            <a:ext cx="14601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856" name="Google Shape;1856;p150"/>
          <p:cNvSpPr txBox="1"/>
          <p:nvPr/>
        </p:nvSpPr>
        <p:spPr>
          <a:xfrm>
            <a:off x="5920200" y="1996003"/>
            <a:ext cx="1460100" cy="54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a:p>
            <a:pPr indent="0" lvl="0" marL="0" rtl="0" algn="r">
              <a:spcBef>
                <a:spcPts val="1600"/>
              </a:spcBef>
              <a:spcAft>
                <a:spcPts val="0"/>
              </a:spcAft>
              <a:buNone/>
            </a:pPr>
            <a:r>
              <a:t/>
            </a:r>
            <a:endParaRPr sz="1200">
              <a:solidFill>
                <a:schemeClr val="lt1"/>
              </a:solidFill>
              <a:latin typeface="Roboto Condensed Light"/>
              <a:ea typeface="Roboto Condensed Light"/>
              <a:cs typeface="Roboto Condensed Light"/>
              <a:sym typeface="Roboto Condensed Light"/>
            </a:endParaRPr>
          </a:p>
          <a:p>
            <a:pPr indent="0" lvl="0" marL="0" rtl="0" algn="r">
              <a:spcBef>
                <a:spcPts val="1600"/>
              </a:spcBef>
              <a:spcAft>
                <a:spcPts val="1600"/>
              </a:spcAft>
              <a:buNone/>
            </a:pPr>
            <a:r>
              <a:t/>
            </a:r>
            <a:endParaRPr sz="1200">
              <a:solidFill>
                <a:schemeClr val="lt1"/>
              </a:solidFill>
              <a:latin typeface="Roboto Condensed Light"/>
              <a:ea typeface="Roboto Condensed Light"/>
              <a:cs typeface="Roboto Condensed Light"/>
              <a:sym typeface="Roboto Condensed Light"/>
            </a:endParaRPr>
          </a:p>
        </p:txBody>
      </p:sp>
      <p:sp>
        <p:nvSpPr>
          <p:cNvPr id="1857" name="Google Shape;1857;p150"/>
          <p:cNvSpPr txBox="1"/>
          <p:nvPr/>
        </p:nvSpPr>
        <p:spPr>
          <a:xfrm>
            <a:off x="1751455" y="1691392"/>
            <a:ext cx="14763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MARS</a:t>
            </a:r>
            <a:endParaRPr sz="1600">
              <a:solidFill>
                <a:schemeClr val="lt1"/>
              </a:solidFill>
              <a:latin typeface="Squada One"/>
              <a:ea typeface="Squada One"/>
              <a:cs typeface="Squada One"/>
              <a:sym typeface="Squada One"/>
            </a:endParaRPr>
          </a:p>
        </p:txBody>
      </p:sp>
      <p:sp>
        <p:nvSpPr>
          <p:cNvPr id="1858" name="Google Shape;1858;p150"/>
          <p:cNvSpPr txBox="1"/>
          <p:nvPr/>
        </p:nvSpPr>
        <p:spPr>
          <a:xfrm>
            <a:off x="1754732" y="1998734"/>
            <a:ext cx="1476300" cy="54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very cold </a:t>
            </a:r>
            <a:endParaRPr>
              <a:solidFill>
                <a:schemeClr val="lt1"/>
              </a:solidFill>
              <a:latin typeface="Roboto Condensed Light"/>
              <a:ea typeface="Roboto Condensed Light"/>
              <a:cs typeface="Roboto Condensed Light"/>
              <a:sym typeface="Roboto Condensed Light"/>
            </a:endParaRPr>
          </a:p>
        </p:txBody>
      </p:sp>
      <p:sp>
        <p:nvSpPr>
          <p:cNvPr id="1859" name="Google Shape;1859;p150"/>
          <p:cNvSpPr txBox="1"/>
          <p:nvPr/>
        </p:nvSpPr>
        <p:spPr>
          <a:xfrm>
            <a:off x="1751450" y="2557225"/>
            <a:ext cx="14763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lt1"/>
              </a:solidFill>
              <a:latin typeface="Squada One"/>
              <a:ea typeface="Squada One"/>
              <a:cs typeface="Squada One"/>
              <a:sym typeface="Squada One"/>
            </a:endParaRPr>
          </a:p>
        </p:txBody>
      </p:sp>
      <p:sp>
        <p:nvSpPr>
          <p:cNvPr id="1860" name="Google Shape;1860;p150"/>
          <p:cNvSpPr txBox="1"/>
          <p:nvPr/>
        </p:nvSpPr>
        <p:spPr>
          <a:xfrm>
            <a:off x="1754898" y="2864600"/>
            <a:ext cx="1461600" cy="57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 </a:t>
            </a:r>
            <a:endParaRPr sz="1200">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sz="1200">
              <a:solidFill>
                <a:schemeClr val="lt1"/>
              </a:solidFill>
              <a:latin typeface="Roboto Condensed Light"/>
              <a:ea typeface="Roboto Condensed Light"/>
              <a:cs typeface="Roboto Condensed Light"/>
              <a:sym typeface="Roboto Condensed Light"/>
            </a:endParaRPr>
          </a:p>
        </p:txBody>
      </p:sp>
      <p:sp>
        <p:nvSpPr>
          <p:cNvPr id="1861" name="Google Shape;1861;p150"/>
          <p:cNvSpPr txBox="1"/>
          <p:nvPr/>
        </p:nvSpPr>
        <p:spPr>
          <a:xfrm>
            <a:off x="5931000" y="2552250"/>
            <a:ext cx="14601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NEPTUNE</a:t>
            </a:r>
            <a:endParaRPr sz="1600">
              <a:solidFill>
                <a:schemeClr val="lt1"/>
              </a:solidFill>
              <a:latin typeface="Squada One"/>
              <a:ea typeface="Squada One"/>
              <a:cs typeface="Squada One"/>
              <a:sym typeface="Squada One"/>
            </a:endParaRPr>
          </a:p>
        </p:txBody>
      </p:sp>
      <p:sp>
        <p:nvSpPr>
          <p:cNvPr id="1862" name="Google Shape;1862;p150"/>
          <p:cNvSpPr txBox="1"/>
          <p:nvPr/>
        </p:nvSpPr>
        <p:spPr>
          <a:xfrm>
            <a:off x="5932449" y="2864873"/>
            <a:ext cx="1460100" cy="573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Neptune is the fourth-largest</a:t>
            </a:r>
            <a:endParaRPr>
              <a:solidFill>
                <a:schemeClr val="lt1"/>
              </a:solidFill>
              <a:latin typeface="Roboto Condensed Light"/>
              <a:ea typeface="Roboto Condensed Light"/>
              <a:cs typeface="Roboto Condensed Light"/>
              <a:sym typeface="Roboto Condensed Light"/>
            </a:endParaRPr>
          </a:p>
        </p:txBody>
      </p:sp>
      <p:sp>
        <p:nvSpPr>
          <p:cNvPr id="1863" name="Google Shape;1863;p150"/>
          <p:cNvSpPr/>
          <p:nvPr/>
        </p:nvSpPr>
        <p:spPr>
          <a:xfrm>
            <a:off x="8725350" y="99150"/>
            <a:ext cx="234000" cy="234000"/>
          </a:xfrm>
          <a:prstGeom prst="plus">
            <a:avLst>
              <a:gd fmla="val 25000" name="adj"/>
            </a:avLst>
          </a:pr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50"/>
          <p:cNvSpPr/>
          <p:nvPr/>
        </p:nvSpPr>
        <p:spPr>
          <a:xfrm>
            <a:off x="3555456" y="16803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50"/>
          <p:cNvSpPr txBox="1"/>
          <p:nvPr/>
        </p:nvSpPr>
        <p:spPr>
          <a:xfrm>
            <a:off x="3605180" y="19754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a:t>
            </a:r>
            <a:r>
              <a:rPr b="1" lang="en" sz="1800">
                <a:solidFill>
                  <a:schemeClr val="lt1"/>
                </a:solidFill>
                <a:latin typeface="Fira Sans Extra Condensed"/>
                <a:ea typeface="Fira Sans Extra Condensed"/>
                <a:cs typeface="Fira Sans Extra Condensed"/>
                <a:sym typeface="Fira Sans Extra Condensed"/>
              </a:rPr>
              <a:t> 1</a:t>
            </a:r>
            <a:endParaRPr b="1" sz="1800">
              <a:solidFill>
                <a:schemeClr val="lt1"/>
              </a:solidFill>
              <a:latin typeface="Fira Sans Extra Condensed"/>
              <a:ea typeface="Fira Sans Extra Condensed"/>
              <a:cs typeface="Fira Sans Extra Condensed"/>
              <a:sym typeface="Fira Sans Extra Condensed"/>
            </a:endParaRPr>
          </a:p>
        </p:txBody>
      </p:sp>
      <p:sp>
        <p:nvSpPr>
          <p:cNvPr id="1866" name="Google Shape;1866;p150"/>
          <p:cNvSpPr/>
          <p:nvPr/>
        </p:nvSpPr>
        <p:spPr>
          <a:xfrm>
            <a:off x="3555531" y="25717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50"/>
          <p:cNvSpPr txBox="1"/>
          <p:nvPr/>
        </p:nvSpPr>
        <p:spPr>
          <a:xfrm>
            <a:off x="3605255" y="28668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 3</a:t>
            </a:r>
            <a:endParaRPr b="1" sz="1800">
              <a:solidFill>
                <a:schemeClr val="lt1"/>
              </a:solidFill>
              <a:latin typeface="Fira Sans Extra Condensed"/>
              <a:ea typeface="Fira Sans Extra Condensed"/>
              <a:cs typeface="Fira Sans Extra Condensed"/>
              <a:sym typeface="Fira Sans Extra Condensed"/>
            </a:endParaRPr>
          </a:p>
        </p:txBody>
      </p:sp>
      <p:sp>
        <p:nvSpPr>
          <p:cNvPr id="1868" name="Google Shape;1868;p150"/>
          <p:cNvSpPr/>
          <p:nvPr/>
        </p:nvSpPr>
        <p:spPr>
          <a:xfrm>
            <a:off x="4585531" y="16803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50"/>
          <p:cNvSpPr txBox="1"/>
          <p:nvPr/>
        </p:nvSpPr>
        <p:spPr>
          <a:xfrm>
            <a:off x="4635255" y="19754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 2</a:t>
            </a:r>
            <a:endParaRPr b="1" sz="1800">
              <a:solidFill>
                <a:schemeClr val="lt1"/>
              </a:solidFill>
              <a:latin typeface="Fira Sans Extra Condensed"/>
              <a:ea typeface="Fira Sans Extra Condensed"/>
              <a:cs typeface="Fira Sans Extra Condensed"/>
              <a:sym typeface="Fira Sans Extra Condensed"/>
            </a:endParaRPr>
          </a:p>
        </p:txBody>
      </p:sp>
      <p:sp>
        <p:nvSpPr>
          <p:cNvPr id="1870" name="Google Shape;1870;p150"/>
          <p:cNvSpPr/>
          <p:nvPr/>
        </p:nvSpPr>
        <p:spPr>
          <a:xfrm>
            <a:off x="4585606" y="2571752"/>
            <a:ext cx="1030087" cy="89140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50"/>
          <p:cNvSpPr txBox="1"/>
          <p:nvPr/>
        </p:nvSpPr>
        <p:spPr>
          <a:xfrm>
            <a:off x="4635330" y="2866850"/>
            <a:ext cx="980400" cy="30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Fira Sans Extra Condensed"/>
                <a:ea typeface="Fira Sans Extra Condensed"/>
                <a:cs typeface="Fira Sans Extra Condensed"/>
                <a:sym typeface="Fira Sans Extra Condensed"/>
              </a:rPr>
              <a:t>DAY 4</a:t>
            </a:r>
            <a:endParaRPr b="1" sz="1800">
              <a:solidFill>
                <a:schemeClr val="lt1"/>
              </a:solidFill>
              <a:latin typeface="Fira Sans Extra Condensed"/>
              <a:ea typeface="Fira Sans Extra Condensed"/>
              <a:cs typeface="Fira Sans Extra Condensed"/>
              <a:sym typeface="Fira Sans Extra Condense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854"/>
                                        </p:tgtEl>
                                        <p:attrNameLst>
                                          <p:attrName>style.visibility</p:attrName>
                                        </p:attrNameLst>
                                      </p:cBhvr>
                                      <p:to>
                                        <p:strVal val="visible"/>
                                      </p:to>
                                    </p:set>
                                    <p:anim calcmode="lin" valueType="num">
                                      <p:cBhvr additive="base">
                                        <p:cTn dur="1000"/>
                                        <p:tgtEl>
                                          <p:spTgt spid="185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1857"/>
                                        </p:tgtEl>
                                        <p:attrNameLst>
                                          <p:attrName>style.visibility</p:attrName>
                                        </p:attrNameLst>
                                      </p:cBhvr>
                                      <p:to>
                                        <p:strVal val="visible"/>
                                      </p:to>
                                    </p:set>
                                    <p:animEffect filter="fade" transition="in">
                                      <p:cBhvr>
                                        <p:cTn dur="1000"/>
                                        <p:tgtEl>
                                          <p:spTgt spid="1857"/>
                                        </p:tgtEl>
                                      </p:cBhvr>
                                    </p:animEffect>
                                  </p:childTnLst>
                                </p:cTn>
                              </p:par>
                              <p:par>
                                <p:cTn fill="hold" nodeType="withEffect" presetClass="entr" presetID="10" presetSubtype="0">
                                  <p:stCondLst>
                                    <p:cond delay="0"/>
                                  </p:stCondLst>
                                  <p:childTnLst>
                                    <p:set>
                                      <p:cBhvr>
                                        <p:cTn dur="1" fill="hold">
                                          <p:stCondLst>
                                            <p:cond delay="0"/>
                                          </p:stCondLst>
                                        </p:cTn>
                                        <p:tgtEl>
                                          <p:spTgt spid="1858"/>
                                        </p:tgtEl>
                                        <p:attrNameLst>
                                          <p:attrName>style.visibility</p:attrName>
                                        </p:attrNameLst>
                                      </p:cBhvr>
                                      <p:to>
                                        <p:strVal val="visible"/>
                                      </p:to>
                                    </p:set>
                                    <p:animEffect filter="fade" transition="in">
                                      <p:cBhvr>
                                        <p:cTn dur="1000"/>
                                        <p:tgtEl>
                                          <p:spTgt spid="1858"/>
                                        </p:tgtEl>
                                      </p:cBhvr>
                                    </p:animEffect>
                                  </p:childTnLst>
                                </p:cTn>
                              </p:par>
                              <p:par>
                                <p:cTn fill="hold" nodeType="withEffect" presetClass="entr" presetID="10" presetSubtype="0">
                                  <p:stCondLst>
                                    <p:cond delay="0"/>
                                  </p:stCondLst>
                                  <p:childTnLst>
                                    <p:set>
                                      <p:cBhvr>
                                        <p:cTn dur="1" fill="hold">
                                          <p:stCondLst>
                                            <p:cond delay="0"/>
                                          </p:stCondLst>
                                        </p:cTn>
                                        <p:tgtEl>
                                          <p:spTgt spid="1855"/>
                                        </p:tgtEl>
                                        <p:attrNameLst>
                                          <p:attrName>style.visibility</p:attrName>
                                        </p:attrNameLst>
                                      </p:cBhvr>
                                      <p:to>
                                        <p:strVal val="visible"/>
                                      </p:to>
                                    </p:set>
                                    <p:animEffect filter="fade" transition="in">
                                      <p:cBhvr>
                                        <p:cTn dur="1000"/>
                                        <p:tgtEl>
                                          <p:spTgt spid="1855"/>
                                        </p:tgtEl>
                                      </p:cBhvr>
                                    </p:animEffect>
                                  </p:childTnLst>
                                </p:cTn>
                              </p:par>
                              <p:par>
                                <p:cTn fill="hold" nodeType="withEffect" presetClass="entr" presetID="10" presetSubtype="0">
                                  <p:stCondLst>
                                    <p:cond delay="0"/>
                                  </p:stCondLst>
                                  <p:childTnLst>
                                    <p:set>
                                      <p:cBhvr>
                                        <p:cTn dur="1" fill="hold">
                                          <p:stCondLst>
                                            <p:cond delay="0"/>
                                          </p:stCondLst>
                                        </p:cTn>
                                        <p:tgtEl>
                                          <p:spTgt spid="1856"/>
                                        </p:tgtEl>
                                        <p:attrNameLst>
                                          <p:attrName>style.visibility</p:attrName>
                                        </p:attrNameLst>
                                      </p:cBhvr>
                                      <p:to>
                                        <p:strVal val="visible"/>
                                      </p:to>
                                    </p:set>
                                    <p:animEffect filter="fade" transition="in">
                                      <p:cBhvr>
                                        <p:cTn dur="1000"/>
                                        <p:tgtEl>
                                          <p:spTgt spid="1856"/>
                                        </p:tgtEl>
                                      </p:cBhvr>
                                    </p:animEffect>
                                  </p:childTnLst>
                                </p:cTn>
                              </p:par>
                              <p:par>
                                <p:cTn fill="hold" nodeType="withEffect" presetClass="entr" presetID="10" presetSubtype="0">
                                  <p:stCondLst>
                                    <p:cond delay="0"/>
                                  </p:stCondLst>
                                  <p:childTnLst>
                                    <p:set>
                                      <p:cBhvr>
                                        <p:cTn dur="1" fill="hold">
                                          <p:stCondLst>
                                            <p:cond delay="0"/>
                                          </p:stCondLst>
                                        </p:cTn>
                                        <p:tgtEl>
                                          <p:spTgt spid="1860"/>
                                        </p:tgtEl>
                                        <p:attrNameLst>
                                          <p:attrName>style.visibility</p:attrName>
                                        </p:attrNameLst>
                                      </p:cBhvr>
                                      <p:to>
                                        <p:strVal val="visible"/>
                                      </p:to>
                                    </p:set>
                                    <p:animEffect filter="fade" transition="in">
                                      <p:cBhvr>
                                        <p:cTn dur="1000"/>
                                        <p:tgtEl>
                                          <p:spTgt spid="1860"/>
                                        </p:tgtEl>
                                      </p:cBhvr>
                                    </p:animEffect>
                                  </p:childTnLst>
                                </p:cTn>
                              </p:par>
                              <p:par>
                                <p:cTn fill="hold" nodeType="withEffect" presetClass="entr" presetID="10" presetSubtype="0">
                                  <p:stCondLst>
                                    <p:cond delay="0"/>
                                  </p:stCondLst>
                                  <p:childTnLst>
                                    <p:set>
                                      <p:cBhvr>
                                        <p:cTn dur="1" fill="hold">
                                          <p:stCondLst>
                                            <p:cond delay="0"/>
                                          </p:stCondLst>
                                        </p:cTn>
                                        <p:tgtEl>
                                          <p:spTgt spid="1859"/>
                                        </p:tgtEl>
                                        <p:attrNameLst>
                                          <p:attrName>style.visibility</p:attrName>
                                        </p:attrNameLst>
                                      </p:cBhvr>
                                      <p:to>
                                        <p:strVal val="visible"/>
                                      </p:to>
                                    </p:set>
                                    <p:animEffect filter="fade" transition="in">
                                      <p:cBhvr>
                                        <p:cTn dur="1000"/>
                                        <p:tgtEl>
                                          <p:spTgt spid="1859"/>
                                        </p:tgtEl>
                                      </p:cBhvr>
                                    </p:animEffect>
                                  </p:childTnLst>
                                </p:cTn>
                              </p:par>
                              <p:par>
                                <p:cTn fill="hold" nodeType="withEffect" presetClass="entr" presetID="10" presetSubtype="0">
                                  <p:stCondLst>
                                    <p:cond delay="0"/>
                                  </p:stCondLst>
                                  <p:childTnLst>
                                    <p:set>
                                      <p:cBhvr>
                                        <p:cTn dur="1" fill="hold">
                                          <p:stCondLst>
                                            <p:cond delay="0"/>
                                          </p:stCondLst>
                                        </p:cTn>
                                        <p:tgtEl>
                                          <p:spTgt spid="1861"/>
                                        </p:tgtEl>
                                        <p:attrNameLst>
                                          <p:attrName>style.visibility</p:attrName>
                                        </p:attrNameLst>
                                      </p:cBhvr>
                                      <p:to>
                                        <p:strVal val="visible"/>
                                      </p:to>
                                    </p:set>
                                    <p:animEffect filter="fade" transition="in">
                                      <p:cBhvr>
                                        <p:cTn dur="1000"/>
                                        <p:tgtEl>
                                          <p:spTgt spid="1861"/>
                                        </p:tgtEl>
                                      </p:cBhvr>
                                    </p:animEffect>
                                  </p:childTnLst>
                                </p:cTn>
                              </p:par>
                              <p:par>
                                <p:cTn fill="hold" nodeType="withEffect" presetClass="entr" presetID="10" presetSubtype="0">
                                  <p:stCondLst>
                                    <p:cond delay="0"/>
                                  </p:stCondLst>
                                  <p:childTnLst>
                                    <p:set>
                                      <p:cBhvr>
                                        <p:cTn dur="1" fill="hold">
                                          <p:stCondLst>
                                            <p:cond delay="0"/>
                                          </p:stCondLst>
                                        </p:cTn>
                                        <p:tgtEl>
                                          <p:spTgt spid="1862"/>
                                        </p:tgtEl>
                                        <p:attrNameLst>
                                          <p:attrName>style.visibility</p:attrName>
                                        </p:attrNameLst>
                                      </p:cBhvr>
                                      <p:to>
                                        <p:strVal val="visible"/>
                                      </p:to>
                                    </p:set>
                                    <p:animEffect filter="fade" transition="in">
                                      <p:cBhvr>
                                        <p:cTn dur="1000"/>
                                        <p:tgtEl>
                                          <p:spTgt spid="18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5" name="Shape 1875"/>
        <p:cNvGrpSpPr/>
        <p:nvPr/>
      </p:nvGrpSpPr>
      <p:grpSpPr>
        <a:xfrm>
          <a:off x="0" y="0"/>
          <a:ext cx="0" cy="0"/>
          <a:chOff x="0" y="0"/>
          <a:chExt cx="0" cy="0"/>
        </a:xfrm>
      </p:grpSpPr>
      <p:sp>
        <p:nvSpPr>
          <p:cNvPr id="1876" name="Google Shape;1876;p151"/>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TIMING</a:t>
            </a:r>
            <a:endParaRPr/>
          </a:p>
        </p:txBody>
      </p:sp>
      <p:cxnSp>
        <p:nvCxnSpPr>
          <p:cNvPr id="1877" name="Google Shape;1877;p151"/>
          <p:cNvCxnSpPr/>
          <p:nvPr/>
        </p:nvCxnSpPr>
        <p:spPr>
          <a:xfrm>
            <a:off x="462079" y="2317173"/>
            <a:ext cx="552000" cy="0"/>
          </a:xfrm>
          <a:prstGeom prst="straightConnector1">
            <a:avLst/>
          </a:prstGeom>
          <a:noFill/>
          <a:ln cap="flat" cmpd="sng" w="38100">
            <a:solidFill>
              <a:schemeClr val="lt1"/>
            </a:solidFill>
            <a:prstDash val="solid"/>
            <a:round/>
            <a:headEnd len="med" w="med" type="none"/>
            <a:tailEnd len="med" w="med" type="none"/>
          </a:ln>
        </p:spPr>
      </p:cxnSp>
      <p:sp>
        <p:nvSpPr>
          <p:cNvPr id="1878" name="Google Shape;1878;p151"/>
          <p:cNvSpPr txBox="1"/>
          <p:nvPr/>
        </p:nvSpPr>
        <p:spPr>
          <a:xfrm>
            <a:off x="518936" y="3233927"/>
            <a:ext cx="1711200" cy="51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closest planet to the Sun and the smallest one</a:t>
            </a:r>
            <a:endParaRPr>
              <a:solidFill>
                <a:schemeClr val="lt1"/>
              </a:solidFill>
              <a:latin typeface="Roboto Condensed Light"/>
              <a:ea typeface="Roboto Condensed Light"/>
              <a:cs typeface="Roboto Condensed Light"/>
              <a:sym typeface="Roboto Condensed Light"/>
            </a:endParaRPr>
          </a:p>
        </p:txBody>
      </p:sp>
      <p:sp>
        <p:nvSpPr>
          <p:cNvPr id="1879" name="Google Shape;1879;p151"/>
          <p:cNvSpPr/>
          <p:nvPr/>
        </p:nvSpPr>
        <p:spPr>
          <a:xfrm rot="5400000">
            <a:off x="966662" y="1963645"/>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51"/>
          <p:cNvSpPr txBox="1"/>
          <p:nvPr/>
        </p:nvSpPr>
        <p:spPr>
          <a:xfrm>
            <a:off x="518936" y="2772877"/>
            <a:ext cx="17112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1</a:t>
            </a:r>
            <a:endParaRPr b="1" sz="1600">
              <a:solidFill>
                <a:schemeClr val="accent2"/>
              </a:solidFill>
              <a:latin typeface="Squada One"/>
              <a:ea typeface="Squada One"/>
              <a:cs typeface="Squada One"/>
              <a:sym typeface="Squada One"/>
            </a:endParaRPr>
          </a:p>
        </p:txBody>
      </p:sp>
      <p:sp>
        <p:nvSpPr>
          <p:cNvPr id="1881" name="Google Shape;1881;p151"/>
          <p:cNvSpPr txBox="1"/>
          <p:nvPr/>
        </p:nvSpPr>
        <p:spPr>
          <a:xfrm>
            <a:off x="2637282" y="3239539"/>
            <a:ext cx="1711200" cy="516600"/>
          </a:xfrm>
          <a:prstGeom prst="rect">
            <a:avLst/>
          </a:prstGeom>
          <a:noFill/>
          <a:ln>
            <a:noFill/>
          </a:ln>
        </p:spPr>
        <p:txBody>
          <a:bodyPr anchorCtr="0" anchor="ctr" bIns="91425" lIns="91425" spcFirstLastPara="1" rIns="91425" wrap="square" tIns="91425">
            <a:noAutofit/>
          </a:bodyPr>
          <a:lstStyle/>
          <a:p>
            <a:pPr indent="0" lvl="0" marL="1270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 and is the second planet </a:t>
            </a:r>
            <a:endParaRPr>
              <a:solidFill>
                <a:schemeClr val="lt1"/>
              </a:solidFill>
              <a:latin typeface="Roboto Condensed Light"/>
              <a:ea typeface="Roboto Condensed Light"/>
              <a:cs typeface="Roboto Condensed Light"/>
              <a:sym typeface="Roboto Condensed Light"/>
            </a:endParaRPr>
          </a:p>
        </p:txBody>
      </p:sp>
      <p:sp>
        <p:nvSpPr>
          <p:cNvPr id="1882" name="Google Shape;1882;p151"/>
          <p:cNvSpPr/>
          <p:nvPr/>
        </p:nvSpPr>
        <p:spPr>
          <a:xfrm rot="5400000">
            <a:off x="3063978" y="1963645"/>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51"/>
          <p:cNvSpPr txBox="1"/>
          <p:nvPr/>
        </p:nvSpPr>
        <p:spPr>
          <a:xfrm>
            <a:off x="2637282" y="2778617"/>
            <a:ext cx="17112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2</a:t>
            </a:r>
            <a:endParaRPr b="1" sz="1600">
              <a:solidFill>
                <a:schemeClr val="accent2"/>
              </a:solidFill>
              <a:latin typeface="Squada One"/>
              <a:ea typeface="Squada One"/>
              <a:cs typeface="Squada One"/>
              <a:sym typeface="Squada One"/>
            </a:endParaRPr>
          </a:p>
        </p:txBody>
      </p:sp>
      <p:sp>
        <p:nvSpPr>
          <p:cNvPr id="1884" name="Google Shape;1884;p151"/>
          <p:cNvSpPr txBox="1"/>
          <p:nvPr/>
        </p:nvSpPr>
        <p:spPr>
          <a:xfrm>
            <a:off x="4697532" y="3232652"/>
            <a:ext cx="1795800" cy="516600"/>
          </a:xfrm>
          <a:prstGeom prst="rect">
            <a:avLst/>
          </a:prstGeom>
          <a:noFill/>
          <a:ln>
            <a:noFill/>
          </a:ln>
        </p:spPr>
        <p:txBody>
          <a:bodyPr anchorCtr="0" anchor="ctr" bIns="91425" lIns="91425" spcFirstLastPara="1" rIns="91425" wrap="square" tIns="91425">
            <a:noAutofit/>
          </a:bodyPr>
          <a:lstStyle/>
          <a:p>
            <a:pPr indent="0" lvl="0" marL="1270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Despite being red, Mars is actually a very cold place</a:t>
            </a:r>
            <a:endParaRPr>
              <a:solidFill>
                <a:schemeClr val="lt1"/>
              </a:solidFill>
              <a:latin typeface="Roboto Condensed Light"/>
              <a:ea typeface="Roboto Condensed Light"/>
              <a:cs typeface="Roboto Condensed Light"/>
              <a:sym typeface="Roboto Condensed Light"/>
            </a:endParaRPr>
          </a:p>
        </p:txBody>
      </p:sp>
      <p:sp>
        <p:nvSpPr>
          <p:cNvPr id="1885" name="Google Shape;1885;p151"/>
          <p:cNvSpPr/>
          <p:nvPr/>
        </p:nvSpPr>
        <p:spPr>
          <a:xfrm rot="5400000">
            <a:off x="5192864" y="1963645"/>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51"/>
          <p:cNvSpPr txBox="1"/>
          <p:nvPr/>
        </p:nvSpPr>
        <p:spPr>
          <a:xfrm>
            <a:off x="4690570" y="2773525"/>
            <a:ext cx="18096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3</a:t>
            </a:r>
            <a:endParaRPr b="1" sz="1600">
              <a:solidFill>
                <a:schemeClr val="accent2"/>
              </a:solidFill>
              <a:latin typeface="Squada One"/>
              <a:ea typeface="Squada One"/>
              <a:cs typeface="Squada One"/>
              <a:sym typeface="Squada One"/>
            </a:endParaRPr>
          </a:p>
        </p:txBody>
      </p:sp>
      <p:sp>
        <p:nvSpPr>
          <p:cNvPr id="1887" name="Google Shape;1887;p151"/>
          <p:cNvSpPr txBox="1"/>
          <p:nvPr/>
        </p:nvSpPr>
        <p:spPr>
          <a:xfrm>
            <a:off x="6806588" y="3237792"/>
            <a:ext cx="1795800" cy="516600"/>
          </a:xfrm>
          <a:prstGeom prst="rect">
            <a:avLst/>
          </a:prstGeom>
          <a:noFill/>
          <a:ln>
            <a:noFill/>
          </a:ln>
        </p:spPr>
        <p:txBody>
          <a:bodyPr anchorCtr="0" anchor="ctr" bIns="91425" lIns="91425" spcFirstLastPara="1" rIns="91425" wrap="square" tIns="91425">
            <a:noAutofit/>
          </a:bodyPr>
          <a:lstStyle/>
          <a:p>
            <a:pPr indent="0" lvl="0" marL="12700" rtl="0" algn="ctr">
              <a:spcBef>
                <a:spcPts val="0"/>
              </a:spcBef>
              <a:spcAft>
                <a:spcPts val="0"/>
              </a:spcAft>
              <a:buNone/>
            </a:pPr>
            <a:r>
              <a:rPr lang="en">
                <a:solidFill>
                  <a:schemeClr val="lt1"/>
                </a:solidFill>
                <a:latin typeface="Roboto Condensed Light"/>
                <a:ea typeface="Roboto Condensed Light"/>
                <a:cs typeface="Roboto Condensed Light"/>
                <a:sym typeface="Roboto Condensed Light"/>
              </a:rPr>
              <a:t>Neptune is the fourth-largest planet in the Solar System</a:t>
            </a:r>
            <a:endParaRPr>
              <a:solidFill>
                <a:schemeClr val="lt1"/>
              </a:solidFill>
              <a:latin typeface="Roboto Condensed Light"/>
              <a:ea typeface="Roboto Condensed Light"/>
              <a:cs typeface="Roboto Condensed Light"/>
              <a:sym typeface="Roboto Condensed Light"/>
            </a:endParaRPr>
          </a:p>
        </p:txBody>
      </p:sp>
      <p:sp>
        <p:nvSpPr>
          <p:cNvPr id="1888" name="Google Shape;1888;p151"/>
          <p:cNvSpPr/>
          <p:nvPr/>
        </p:nvSpPr>
        <p:spPr>
          <a:xfrm rot="5400000">
            <a:off x="7362343" y="1934658"/>
            <a:ext cx="815738" cy="707072"/>
          </a:xfrm>
          <a:custGeom>
            <a:rect b="b" l="l" r="r" t="t"/>
            <a:pathLst>
              <a:path extrusionOk="0" h="27693" w="31949">
                <a:moveTo>
                  <a:pt x="7959" y="1"/>
                </a:moveTo>
                <a:lnTo>
                  <a:pt x="1" y="13846"/>
                </a:lnTo>
                <a:lnTo>
                  <a:pt x="7959" y="27692"/>
                </a:lnTo>
                <a:lnTo>
                  <a:pt x="23991" y="27692"/>
                </a:lnTo>
                <a:lnTo>
                  <a:pt x="31949" y="13846"/>
                </a:lnTo>
                <a:lnTo>
                  <a:pt x="23991" y="1"/>
                </a:lnTo>
                <a:close/>
              </a:path>
            </a:pathLst>
          </a:custGeom>
          <a:gradFill>
            <a:gsLst>
              <a:gs pos="0">
                <a:srgbClr val="FFFFFF">
                  <a:alpha val="0"/>
                </a:srgbClr>
              </a:gs>
              <a:gs pos="100000">
                <a:srgbClr val="FFFFFF">
                  <a:alpha val="39215"/>
                </a:srgbClr>
              </a:gs>
            </a:gsLst>
            <a:path path="circle">
              <a:fillToRect b="50%" l="50%" r="50%" t="50%"/>
            </a:path>
            <a:tileRect/>
          </a:gra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51"/>
          <p:cNvSpPr txBox="1"/>
          <p:nvPr/>
        </p:nvSpPr>
        <p:spPr>
          <a:xfrm>
            <a:off x="6799626" y="2778665"/>
            <a:ext cx="1809600" cy="30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Squada One"/>
                <a:ea typeface="Squada One"/>
                <a:cs typeface="Squada One"/>
                <a:sym typeface="Squada One"/>
              </a:rPr>
              <a:t>DAY 4</a:t>
            </a:r>
            <a:endParaRPr b="1" sz="1600">
              <a:solidFill>
                <a:schemeClr val="accent2"/>
              </a:solidFill>
              <a:latin typeface="Squada One"/>
              <a:ea typeface="Squada One"/>
              <a:cs typeface="Squada One"/>
              <a:sym typeface="Squada One"/>
            </a:endParaRPr>
          </a:p>
        </p:txBody>
      </p:sp>
      <p:sp>
        <p:nvSpPr>
          <p:cNvPr id="1890" name="Google Shape;1890;p151"/>
          <p:cNvSpPr/>
          <p:nvPr/>
        </p:nvSpPr>
        <p:spPr>
          <a:xfrm>
            <a:off x="3240838" y="2086301"/>
            <a:ext cx="462011" cy="461867"/>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91" name="Google Shape;1891;p151"/>
          <p:cNvSpPr/>
          <p:nvPr/>
        </p:nvSpPr>
        <p:spPr>
          <a:xfrm>
            <a:off x="5372113" y="2108761"/>
            <a:ext cx="453205" cy="41694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 name="Google Shape;1892;p151"/>
          <p:cNvGrpSpPr/>
          <p:nvPr/>
        </p:nvGrpSpPr>
        <p:grpSpPr>
          <a:xfrm>
            <a:off x="7592599" y="2115131"/>
            <a:ext cx="355222" cy="404081"/>
            <a:chOff x="-919700" y="2420750"/>
            <a:chExt cx="257575" cy="293025"/>
          </a:xfrm>
        </p:grpSpPr>
        <p:sp>
          <p:nvSpPr>
            <p:cNvPr id="1893" name="Google Shape;1893;p15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5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5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151"/>
          <p:cNvGrpSpPr/>
          <p:nvPr/>
        </p:nvGrpSpPr>
        <p:grpSpPr>
          <a:xfrm>
            <a:off x="1204379" y="2079900"/>
            <a:ext cx="340317" cy="474550"/>
            <a:chOff x="-63974716" y="2664080"/>
            <a:chExt cx="202859" cy="282857"/>
          </a:xfrm>
        </p:grpSpPr>
        <p:sp>
          <p:nvSpPr>
            <p:cNvPr id="1897" name="Google Shape;1897;p151"/>
            <p:cNvSpPr/>
            <p:nvPr/>
          </p:nvSpPr>
          <p:spPr>
            <a:xfrm>
              <a:off x="-63974716" y="2664080"/>
              <a:ext cx="202859" cy="282857"/>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51"/>
            <p:cNvSpPr/>
            <p:nvPr/>
          </p:nvSpPr>
          <p:spPr>
            <a:xfrm>
              <a:off x="-63874499" y="2805513"/>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899" name="Google Shape;1899;p151"/>
          <p:cNvCxnSpPr/>
          <p:nvPr/>
        </p:nvCxnSpPr>
        <p:spPr>
          <a:xfrm>
            <a:off x="8123757" y="2303975"/>
            <a:ext cx="552000" cy="0"/>
          </a:xfrm>
          <a:prstGeom prst="straightConnector1">
            <a:avLst/>
          </a:prstGeom>
          <a:noFill/>
          <a:ln cap="flat" cmpd="sng" w="38100">
            <a:solidFill>
              <a:schemeClr val="lt1"/>
            </a:solidFill>
            <a:prstDash val="solid"/>
            <a:round/>
            <a:headEnd len="med" w="med" type="none"/>
            <a:tailEnd len="med" w="med" type="none"/>
          </a:ln>
        </p:spPr>
      </p:cxnSp>
      <p:cxnSp>
        <p:nvCxnSpPr>
          <p:cNvPr id="1900" name="Google Shape;1900;p151"/>
          <p:cNvCxnSpPr/>
          <p:nvPr/>
        </p:nvCxnSpPr>
        <p:spPr>
          <a:xfrm>
            <a:off x="5977106" y="2304453"/>
            <a:ext cx="1432500" cy="0"/>
          </a:xfrm>
          <a:prstGeom prst="straightConnector1">
            <a:avLst/>
          </a:prstGeom>
          <a:noFill/>
          <a:ln cap="flat" cmpd="sng" w="38100">
            <a:solidFill>
              <a:schemeClr val="lt1"/>
            </a:solidFill>
            <a:prstDash val="solid"/>
            <a:round/>
            <a:headEnd len="med" w="med" type="none"/>
            <a:tailEnd len="med" w="med" type="none"/>
          </a:ln>
        </p:spPr>
      </p:cxnSp>
      <p:cxnSp>
        <p:nvCxnSpPr>
          <p:cNvPr id="1901" name="Google Shape;1901;p151"/>
          <p:cNvCxnSpPr/>
          <p:nvPr/>
        </p:nvCxnSpPr>
        <p:spPr>
          <a:xfrm>
            <a:off x="3826509" y="2306450"/>
            <a:ext cx="1432500" cy="0"/>
          </a:xfrm>
          <a:prstGeom prst="straightConnector1">
            <a:avLst/>
          </a:prstGeom>
          <a:noFill/>
          <a:ln cap="flat" cmpd="sng" w="38100">
            <a:solidFill>
              <a:schemeClr val="lt1"/>
            </a:solidFill>
            <a:prstDash val="solid"/>
            <a:round/>
            <a:headEnd len="med" w="med" type="none"/>
            <a:tailEnd len="med" w="med" type="none"/>
          </a:ln>
        </p:spPr>
      </p:cxnSp>
      <p:cxnSp>
        <p:nvCxnSpPr>
          <p:cNvPr id="1902" name="Google Shape;1902;p151"/>
          <p:cNvCxnSpPr/>
          <p:nvPr/>
        </p:nvCxnSpPr>
        <p:spPr>
          <a:xfrm>
            <a:off x="1728084" y="2305616"/>
            <a:ext cx="1380900" cy="0"/>
          </a:xfrm>
          <a:prstGeom prst="straightConnector1">
            <a:avLst/>
          </a:prstGeom>
          <a:noFill/>
          <a:ln cap="flat" cmpd="sng" w="3810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876"/>
                                        </p:tgtEl>
                                        <p:attrNameLst>
                                          <p:attrName>style.visibility</p:attrName>
                                        </p:attrNameLst>
                                      </p:cBhvr>
                                      <p:to>
                                        <p:strVal val="visible"/>
                                      </p:to>
                                    </p:set>
                                    <p:anim calcmode="lin" valueType="num">
                                      <p:cBhvr additive="base">
                                        <p:cTn dur="1000"/>
                                        <p:tgtEl>
                                          <p:spTgt spid="1876"/>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877"/>
                                        </p:tgtEl>
                                        <p:attrNameLst>
                                          <p:attrName>style.visibility</p:attrName>
                                        </p:attrNameLst>
                                      </p:cBhvr>
                                      <p:to>
                                        <p:strVal val="visible"/>
                                      </p:to>
                                    </p:set>
                                    <p:anim calcmode="lin" valueType="num">
                                      <p:cBhvr additive="base">
                                        <p:cTn dur="1000"/>
                                        <p:tgtEl>
                                          <p:spTgt spid="187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6" name="Shape 1906"/>
        <p:cNvGrpSpPr/>
        <p:nvPr/>
      </p:nvGrpSpPr>
      <p:grpSpPr>
        <a:xfrm>
          <a:off x="0" y="0"/>
          <a:ext cx="0" cy="0"/>
          <a:chOff x="0" y="0"/>
          <a:chExt cx="0" cy="0"/>
        </a:xfrm>
      </p:grpSpPr>
      <p:grpSp>
        <p:nvGrpSpPr>
          <p:cNvPr id="1907" name="Google Shape;1907;p152"/>
          <p:cNvGrpSpPr/>
          <p:nvPr/>
        </p:nvGrpSpPr>
        <p:grpSpPr>
          <a:xfrm>
            <a:off x="3899425" y="1624475"/>
            <a:ext cx="2994015" cy="3526669"/>
            <a:chOff x="3899425" y="1624475"/>
            <a:chExt cx="2994015" cy="3526669"/>
          </a:xfrm>
        </p:grpSpPr>
        <p:sp>
          <p:nvSpPr>
            <p:cNvPr id="1908" name="Google Shape;1908;p152"/>
            <p:cNvSpPr/>
            <p:nvPr/>
          </p:nvSpPr>
          <p:spPr>
            <a:xfrm>
              <a:off x="6271750" y="1624475"/>
              <a:ext cx="621690" cy="3526669"/>
            </a:xfrm>
            <a:custGeom>
              <a:rect b="b" l="l" r="r" t="t"/>
              <a:pathLst>
                <a:path extrusionOk="0" h="6814820" w="1178559">
                  <a:moveTo>
                    <a:pt x="589000" y="0"/>
                  </a:moveTo>
                  <a:lnTo>
                    <a:pt x="0" y="408266"/>
                  </a:lnTo>
                  <a:lnTo>
                    <a:pt x="0" y="6814413"/>
                  </a:lnTo>
                  <a:lnTo>
                    <a:pt x="1178001" y="6814413"/>
                  </a:lnTo>
                  <a:lnTo>
                    <a:pt x="1178001" y="408266"/>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cxnSp>
          <p:nvCxnSpPr>
            <p:cNvPr id="1909" name="Google Shape;1909;p152"/>
            <p:cNvCxnSpPr>
              <a:endCxn id="1910" idx="3"/>
            </p:cNvCxnSpPr>
            <p:nvPr/>
          </p:nvCxnSpPr>
          <p:spPr>
            <a:xfrm rot="10800000">
              <a:off x="3899425" y="1842538"/>
              <a:ext cx="2377200" cy="8700"/>
            </a:xfrm>
            <a:prstGeom prst="straightConnector1">
              <a:avLst/>
            </a:prstGeom>
            <a:noFill/>
            <a:ln cap="flat" cmpd="sng" w="19050">
              <a:solidFill>
                <a:schemeClr val="lt1"/>
              </a:solidFill>
              <a:prstDash val="solid"/>
              <a:round/>
              <a:headEnd len="sm" w="sm" type="none"/>
              <a:tailEnd len="sm" w="sm" type="diamond"/>
            </a:ln>
          </p:spPr>
        </p:cxnSp>
        <p:grpSp>
          <p:nvGrpSpPr>
            <p:cNvPr id="1911" name="Google Shape;1911;p152"/>
            <p:cNvGrpSpPr/>
            <p:nvPr/>
          </p:nvGrpSpPr>
          <p:grpSpPr>
            <a:xfrm>
              <a:off x="6416311" y="1851230"/>
              <a:ext cx="332587" cy="329962"/>
              <a:chOff x="2508825" y="2318350"/>
              <a:chExt cx="297750" cy="295400"/>
            </a:xfrm>
          </p:grpSpPr>
          <p:sp>
            <p:nvSpPr>
              <p:cNvPr id="1912" name="Google Shape;1912;p15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5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4" name="Google Shape;1914;p152"/>
          <p:cNvGrpSpPr/>
          <p:nvPr/>
        </p:nvGrpSpPr>
        <p:grpSpPr>
          <a:xfrm>
            <a:off x="3899425" y="2359004"/>
            <a:ext cx="2683562" cy="2785213"/>
            <a:chOff x="3899425" y="2359004"/>
            <a:chExt cx="2683562" cy="2785213"/>
          </a:xfrm>
        </p:grpSpPr>
        <p:sp>
          <p:nvSpPr>
            <p:cNvPr id="1915" name="Google Shape;1915;p152"/>
            <p:cNvSpPr/>
            <p:nvPr/>
          </p:nvSpPr>
          <p:spPr>
            <a:xfrm>
              <a:off x="5961297" y="2359004"/>
              <a:ext cx="621690" cy="2785213"/>
            </a:xfrm>
            <a:custGeom>
              <a:rect b="b" l="l" r="r" t="t"/>
              <a:pathLst>
                <a:path extrusionOk="0" h="5280025" w="1178559">
                  <a:moveTo>
                    <a:pt x="589000" y="0"/>
                  </a:moveTo>
                  <a:lnTo>
                    <a:pt x="0" y="408266"/>
                  </a:lnTo>
                  <a:lnTo>
                    <a:pt x="0" y="5279859"/>
                  </a:lnTo>
                  <a:lnTo>
                    <a:pt x="1178001" y="5279859"/>
                  </a:lnTo>
                  <a:lnTo>
                    <a:pt x="1178001" y="408266"/>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cxnSp>
          <p:nvCxnSpPr>
            <p:cNvPr id="1916" name="Google Shape;1916;p152"/>
            <p:cNvCxnSpPr>
              <a:endCxn id="1917" idx="3"/>
            </p:cNvCxnSpPr>
            <p:nvPr/>
          </p:nvCxnSpPr>
          <p:spPr>
            <a:xfrm rot="10800000">
              <a:off x="3899425" y="2585329"/>
              <a:ext cx="2071800" cy="0"/>
            </a:xfrm>
            <a:prstGeom prst="straightConnector1">
              <a:avLst/>
            </a:prstGeom>
            <a:noFill/>
            <a:ln cap="flat" cmpd="sng" w="19050">
              <a:solidFill>
                <a:schemeClr val="lt1"/>
              </a:solidFill>
              <a:prstDash val="solid"/>
              <a:round/>
              <a:headEnd len="sm" w="sm" type="none"/>
              <a:tailEnd len="sm" w="sm" type="diamond"/>
            </a:ln>
          </p:spPr>
        </p:cxnSp>
        <p:grpSp>
          <p:nvGrpSpPr>
            <p:cNvPr id="1918" name="Google Shape;1918;p152"/>
            <p:cNvGrpSpPr/>
            <p:nvPr/>
          </p:nvGrpSpPr>
          <p:grpSpPr>
            <a:xfrm>
              <a:off x="6106713" y="2585336"/>
              <a:ext cx="330827" cy="329934"/>
              <a:chOff x="3962775" y="2683025"/>
              <a:chExt cx="296175" cy="295375"/>
            </a:xfrm>
          </p:grpSpPr>
          <p:sp>
            <p:nvSpPr>
              <p:cNvPr id="1919" name="Google Shape;1919;p15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5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5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2" name="Google Shape;1922;p152"/>
          <p:cNvGrpSpPr/>
          <p:nvPr/>
        </p:nvGrpSpPr>
        <p:grpSpPr>
          <a:xfrm>
            <a:off x="3899425" y="3094875"/>
            <a:ext cx="2373100" cy="2049300"/>
            <a:chOff x="3899425" y="3094875"/>
            <a:chExt cx="2373100" cy="2049300"/>
          </a:xfrm>
        </p:grpSpPr>
        <p:sp>
          <p:nvSpPr>
            <p:cNvPr id="1923" name="Google Shape;1923;p152"/>
            <p:cNvSpPr/>
            <p:nvPr/>
          </p:nvSpPr>
          <p:spPr>
            <a:xfrm>
              <a:off x="5650835" y="3094875"/>
              <a:ext cx="621690" cy="2049300"/>
            </a:xfrm>
            <a:custGeom>
              <a:rect b="b" l="l" r="r" t="t"/>
              <a:pathLst>
                <a:path extrusionOk="0" h="3884929" w="1178559">
                  <a:moveTo>
                    <a:pt x="589000" y="0"/>
                  </a:moveTo>
                  <a:lnTo>
                    <a:pt x="0" y="408266"/>
                  </a:lnTo>
                  <a:lnTo>
                    <a:pt x="0" y="3884307"/>
                  </a:lnTo>
                  <a:lnTo>
                    <a:pt x="1178001" y="3884307"/>
                  </a:lnTo>
                  <a:lnTo>
                    <a:pt x="1178001" y="408266"/>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cxnSp>
          <p:nvCxnSpPr>
            <p:cNvPr id="1924" name="Google Shape;1924;p152"/>
            <p:cNvCxnSpPr>
              <a:endCxn id="1925" idx="3"/>
            </p:cNvCxnSpPr>
            <p:nvPr/>
          </p:nvCxnSpPr>
          <p:spPr>
            <a:xfrm rot="10800000">
              <a:off x="3899425" y="3307071"/>
              <a:ext cx="1759800" cy="12300"/>
            </a:xfrm>
            <a:prstGeom prst="straightConnector1">
              <a:avLst/>
            </a:prstGeom>
            <a:noFill/>
            <a:ln cap="flat" cmpd="sng" w="19050">
              <a:solidFill>
                <a:schemeClr val="lt1"/>
              </a:solidFill>
              <a:prstDash val="solid"/>
              <a:round/>
              <a:headEnd len="sm" w="sm" type="none"/>
              <a:tailEnd len="sm" w="sm" type="diamond"/>
            </a:ln>
          </p:spPr>
        </p:cxnSp>
        <p:grpSp>
          <p:nvGrpSpPr>
            <p:cNvPr id="1926" name="Google Shape;1926;p152"/>
            <p:cNvGrpSpPr/>
            <p:nvPr/>
          </p:nvGrpSpPr>
          <p:grpSpPr>
            <a:xfrm>
              <a:off x="5797765" y="3319416"/>
              <a:ext cx="327823" cy="328695"/>
              <a:chOff x="-1333200" y="2770450"/>
              <a:chExt cx="291450" cy="292225"/>
            </a:xfrm>
          </p:grpSpPr>
          <p:sp>
            <p:nvSpPr>
              <p:cNvPr id="1927" name="Google Shape;1927;p15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5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9" name="Google Shape;1929;p152"/>
          <p:cNvGrpSpPr/>
          <p:nvPr/>
        </p:nvGrpSpPr>
        <p:grpSpPr>
          <a:xfrm>
            <a:off x="3899425" y="3765299"/>
            <a:ext cx="2062640" cy="1378371"/>
            <a:chOff x="3899425" y="3765299"/>
            <a:chExt cx="2062640" cy="1378371"/>
          </a:xfrm>
        </p:grpSpPr>
        <p:cxnSp>
          <p:nvCxnSpPr>
            <p:cNvPr id="1930" name="Google Shape;1930;p152"/>
            <p:cNvCxnSpPr>
              <a:endCxn id="1931" idx="3"/>
            </p:cNvCxnSpPr>
            <p:nvPr/>
          </p:nvCxnSpPr>
          <p:spPr>
            <a:xfrm rot="10800000">
              <a:off x="3899425" y="4007788"/>
              <a:ext cx="1432500" cy="0"/>
            </a:xfrm>
            <a:prstGeom prst="straightConnector1">
              <a:avLst/>
            </a:prstGeom>
            <a:noFill/>
            <a:ln cap="flat" cmpd="sng" w="19050">
              <a:solidFill>
                <a:schemeClr val="lt1"/>
              </a:solidFill>
              <a:prstDash val="solid"/>
              <a:round/>
              <a:headEnd len="sm" w="sm" type="none"/>
              <a:tailEnd len="sm" w="sm" type="diamond"/>
            </a:ln>
          </p:spPr>
        </p:cxnSp>
        <p:sp>
          <p:nvSpPr>
            <p:cNvPr id="1932" name="Google Shape;1932;p152"/>
            <p:cNvSpPr/>
            <p:nvPr/>
          </p:nvSpPr>
          <p:spPr>
            <a:xfrm>
              <a:off x="5340375" y="3765299"/>
              <a:ext cx="621690" cy="1378371"/>
            </a:xfrm>
            <a:custGeom>
              <a:rect b="b" l="l" r="r" t="t"/>
              <a:pathLst>
                <a:path extrusionOk="0" h="2613025" w="1178559">
                  <a:moveTo>
                    <a:pt x="589000" y="0"/>
                  </a:moveTo>
                  <a:lnTo>
                    <a:pt x="0" y="408254"/>
                  </a:lnTo>
                  <a:lnTo>
                    <a:pt x="0" y="2612885"/>
                  </a:lnTo>
                  <a:lnTo>
                    <a:pt x="1178001" y="2612885"/>
                  </a:lnTo>
                  <a:lnTo>
                    <a:pt x="1178001" y="408254"/>
                  </a:lnTo>
                  <a:lnTo>
                    <a:pt x="589000" y="0"/>
                  </a:lnTo>
                  <a:close/>
                </a:path>
              </a:pathLst>
            </a:custGeom>
            <a:gradFill>
              <a:gsLst>
                <a:gs pos="0">
                  <a:srgbClr val="FFFFFF">
                    <a:alpha val="21176"/>
                  </a:srgbClr>
                </a:gs>
                <a:gs pos="100000">
                  <a:srgbClr val="FFFFFF"/>
                </a:gs>
              </a:gsLst>
              <a:path path="circle">
                <a:fillToRect b="50%" l="50%" r="50%" t="50%"/>
              </a:path>
              <a:tileRect/>
            </a:gra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nvGrpSpPr>
            <p:cNvPr id="1933" name="Google Shape;1933;p152"/>
            <p:cNvGrpSpPr/>
            <p:nvPr/>
          </p:nvGrpSpPr>
          <p:grpSpPr>
            <a:xfrm>
              <a:off x="5485800" y="3999322"/>
              <a:ext cx="330827" cy="330827"/>
              <a:chOff x="3963575" y="2317575"/>
              <a:chExt cx="296175" cy="296175"/>
            </a:xfrm>
          </p:grpSpPr>
          <p:sp>
            <p:nvSpPr>
              <p:cNvPr id="1934" name="Google Shape;1934;p15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5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5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5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5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5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5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5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5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5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5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5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5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5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5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5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50" name="Google Shape;1950;p152"/>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PREDICTED GROWTH</a:t>
            </a:r>
            <a:endParaRPr/>
          </a:p>
        </p:txBody>
      </p:sp>
      <p:sp>
        <p:nvSpPr>
          <p:cNvPr id="1910" name="Google Shape;1910;p152"/>
          <p:cNvSpPr txBox="1"/>
          <p:nvPr/>
        </p:nvSpPr>
        <p:spPr>
          <a:xfrm>
            <a:off x="1547125" y="1586188"/>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a gas giant and the biggest planet of them all</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17" name="Google Shape;1917;p152"/>
          <p:cNvSpPr txBox="1"/>
          <p:nvPr/>
        </p:nvSpPr>
        <p:spPr>
          <a:xfrm>
            <a:off x="1547125" y="2328979"/>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Neptune is the farthest planet from the Sun</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25" name="Google Shape;1925;p152"/>
          <p:cNvSpPr txBox="1"/>
          <p:nvPr/>
        </p:nvSpPr>
        <p:spPr>
          <a:xfrm>
            <a:off x="1547125" y="3050721"/>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 but it’s terribly hot</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31" name="Google Shape;1931;p152"/>
          <p:cNvSpPr txBox="1"/>
          <p:nvPr/>
        </p:nvSpPr>
        <p:spPr>
          <a:xfrm>
            <a:off x="1547125" y="3751438"/>
            <a:ext cx="23523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actually a cold place</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950"/>
                                        </p:tgtEl>
                                        <p:attrNameLst>
                                          <p:attrName>style.visibility</p:attrName>
                                        </p:attrNameLst>
                                      </p:cBhvr>
                                      <p:to>
                                        <p:strVal val="visible"/>
                                      </p:to>
                                    </p:set>
                                    <p:anim calcmode="lin" valueType="num">
                                      <p:cBhvr additive="base">
                                        <p:cTn dur="1000"/>
                                        <p:tgtEl>
                                          <p:spTgt spid="1950"/>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29"/>
                                        </p:tgtEl>
                                        <p:attrNameLst>
                                          <p:attrName>style.visibility</p:attrName>
                                        </p:attrNameLst>
                                      </p:cBhvr>
                                      <p:to>
                                        <p:strVal val="visible"/>
                                      </p:to>
                                    </p:set>
                                    <p:anim calcmode="lin" valueType="num">
                                      <p:cBhvr additive="base">
                                        <p:cTn dur="1000"/>
                                        <p:tgtEl>
                                          <p:spTgt spid="1929"/>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31"/>
                                        </p:tgtEl>
                                        <p:attrNameLst>
                                          <p:attrName>style.visibility</p:attrName>
                                        </p:attrNameLst>
                                      </p:cBhvr>
                                      <p:to>
                                        <p:strVal val="visible"/>
                                      </p:to>
                                    </p:set>
                                    <p:animEffect filter="fade" transition="in">
                                      <p:cBhvr>
                                        <p:cTn dur="1000"/>
                                        <p:tgtEl>
                                          <p:spTgt spid="19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22"/>
                                        </p:tgtEl>
                                        <p:attrNameLst>
                                          <p:attrName>style.visibility</p:attrName>
                                        </p:attrNameLst>
                                      </p:cBhvr>
                                      <p:to>
                                        <p:strVal val="visible"/>
                                      </p:to>
                                    </p:set>
                                    <p:anim calcmode="lin" valueType="num">
                                      <p:cBhvr additive="base">
                                        <p:cTn dur="1000"/>
                                        <p:tgtEl>
                                          <p:spTgt spid="192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25"/>
                                        </p:tgtEl>
                                        <p:attrNameLst>
                                          <p:attrName>style.visibility</p:attrName>
                                        </p:attrNameLst>
                                      </p:cBhvr>
                                      <p:to>
                                        <p:strVal val="visible"/>
                                      </p:to>
                                    </p:set>
                                    <p:animEffect filter="fade" transition="in">
                                      <p:cBhvr>
                                        <p:cTn dur="1000"/>
                                        <p:tgtEl>
                                          <p:spTgt spid="19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14"/>
                                        </p:tgtEl>
                                        <p:attrNameLst>
                                          <p:attrName>style.visibility</p:attrName>
                                        </p:attrNameLst>
                                      </p:cBhvr>
                                      <p:to>
                                        <p:strVal val="visible"/>
                                      </p:to>
                                    </p:set>
                                    <p:anim calcmode="lin" valueType="num">
                                      <p:cBhvr additive="base">
                                        <p:cTn dur="1000"/>
                                        <p:tgtEl>
                                          <p:spTgt spid="1914"/>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17"/>
                                        </p:tgtEl>
                                        <p:attrNameLst>
                                          <p:attrName>style.visibility</p:attrName>
                                        </p:attrNameLst>
                                      </p:cBhvr>
                                      <p:to>
                                        <p:strVal val="visible"/>
                                      </p:to>
                                    </p:set>
                                    <p:animEffect filter="fade" transition="in">
                                      <p:cBhvr>
                                        <p:cTn dur="1000"/>
                                        <p:tgtEl>
                                          <p:spTgt spid="191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907"/>
                                        </p:tgtEl>
                                        <p:attrNameLst>
                                          <p:attrName>style.visibility</p:attrName>
                                        </p:attrNameLst>
                                      </p:cBhvr>
                                      <p:to>
                                        <p:strVal val="visible"/>
                                      </p:to>
                                    </p:set>
                                    <p:anim calcmode="lin" valueType="num">
                                      <p:cBhvr additive="base">
                                        <p:cTn dur="1000"/>
                                        <p:tgtEl>
                                          <p:spTgt spid="190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10"/>
                                        </p:tgtEl>
                                        <p:attrNameLst>
                                          <p:attrName>style.visibility</p:attrName>
                                        </p:attrNameLst>
                                      </p:cBhvr>
                                      <p:to>
                                        <p:strVal val="visible"/>
                                      </p:to>
                                    </p:set>
                                    <p:animEffect filter="fade" transition="in">
                                      <p:cBhvr>
                                        <p:cTn dur="1000"/>
                                        <p:tgtEl>
                                          <p:spTgt spid="191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4" name="Shape 1954"/>
        <p:cNvGrpSpPr/>
        <p:nvPr/>
      </p:nvGrpSpPr>
      <p:grpSpPr>
        <a:xfrm>
          <a:off x="0" y="0"/>
          <a:ext cx="0" cy="0"/>
          <a:chOff x="0" y="0"/>
          <a:chExt cx="0" cy="0"/>
        </a:xfrm>
      </p:grpSpPr>
      <p:sp>
        <p:nvSpPr>
          <p:cNvPr id="1955" name="Google Shape;1955;p153"/>
          <p:cNvSpPr txBox="1"/>
          <p:nvPr>
            <p:ph type="ctrTitle"/>
          </p:nvPr>
        </p:nvSpPr>
        <p:spPr>
          <a:xfrm flipH="1">
            <a:off x="457200" y="45223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PREDICTED GROWTH</a:t>
            </a:r>
            <a:endParaRPr/>
          </a:p>
        </p:txBody>
      </p:sp>
      <p:grpSp>
        <p:nvGrpSpPr>
          <p:cNvPr id="1956" name="Google Shape;1956;p153"/>
          <p:cNvGrpSpPr/>
          <p:nvPr/>
        </p:nvGrpSpPr>
        <p:grpSpPr>
          <a:xfrm>
            <a:off x="2449275" y="3694257"/>
            <a:ext cx="4450907" cy="445074"/>
            <a:chOff x="4351371" y="4209917"/>
            <a:chExt cx="1410300" cy="181500"/>
          </a:xfrm>
        </p:grpSpPr>
        <p:sp>
          <p:nvSpPr>
            <p:cNvPr id="1957" name="Google Shape;1957;p153"/>
            <p:cNvSpPr/>
            <p:nvPr/>
          </p:nvSpPr>
          <p:spPr>
            <a:xfrm rot="10800000">
              <a:off x="4351371" y="4209917"/>
              <a:ext cx="1281600" cy="181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8" name="Google Shape;1958;p153"/>
            <p:cNvCxnSpPr>
              <a:stCxn id="1957" idx="1"/>
              <a:endCxn id="1959" idx="1"/>
            </p:cNvCxnSpPr>
            <p:nvPr/>
          </p:nvCxnSpPr>
          <p:spPr>
            <a:xfrm>
              <a:off x="5632971" y="4300667"/>
              <a:ext cx="128700" cy="2400"/>
            </a:xfrm>
            <a:prstGeom prst="straightConnector1">
              <a:avLst/>
            </a:prstGeom>
            <a:noFill/>
            <a:ln cap="flat" cmpd="sng" w="28575">
              <a:solidFill>
                <a:schemeClr val="lt1"/>
              </a:solidFill>
              <a:prstDash val="solid"/>
              <a:round/>
              <a:headEnd len="med" w="med" type="none"/>
              <a:tailEnd len="med" w="med" type="none"/>
            </a:ln>
          </p:spPr>
        </p:cxnSp>
      </p:grpSp>
      <p:grpSp>
        <p:nvGrpSpPr>
          <p:cNvPr id="1960" name="Google Shape;1960;p153"/>
          <p:cNvGrpSpPr/>
          <p:nvPr/>
        </p:nvGrpSpPr>
        <p:grpSpPr>
          <a:xfrm>
            <a:off x="2232000" y="3143256"/>
            <a:ext cx="3881891" cy="445074"/>
            <a:chOff x="4282526" y="3985221"/>
            <a:chExt cx="1230003" cy="181500"/>
          </a:xfrm>
        </p:grpSpPr>
        <p:sp>
          <p:nvSpPr>
            <p:cNvPr id="1961" name="Google Shape;1961;p153"/>
            <p:cNvSpPr/>
            <p:nvPr/>
          </p:nvSpPr>
          <p:spPr>
            <a:xfrm rot="10800000">
              <a:off x="4471829" y="3985221"/>
              <a:ext cx="1040700" cy="181500"/>
            </a:xfrm>
            <a:prstGeom prst="rect">
              <a:avLst/>
            </a:pr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2" name="Google Shape;1962;p153"/>
            <p:cNvCxnSpPr>
              <a:stCxn id="1963" idx="3"/>
              <a:endCxn id="1961" idx="3"/>
            </p:cNvCxnSpPr>
            <p:nvPr/>
          </p:nvCxnSpPr>
          <p:spPr>
            <a:xfrm>
              <a:off x="4282526" y="4072958"/>
              <a:ext cx="189300" cy="3000"/>
            </a:xfrm>
            <a:prstGeom prst="straightConnector1">
              <a:avLst/>
            </a:prstGeom>
            <a:noFill/>
            <a:ln cap="flat" cmpd="sng" w="28575">
              <a:solidFill>
                <a:schemeClr val="lt1"/>
              </a:solidFill>
              <a:prstDash val="solid"/>
              <a:round/>
              <a:headEnd len="med" w="med" type="none"/>
              <a:tailEnd len="med" w="med" type="none"/>
            </a:ln>
          </p:spPr>
        </p:cxnSp>
      </p:grpSp>
      <p:grpSp>
        <p:nvGrpSpPr>
          <p:cNvPr id="1964" name="Google Shape;1964;p153"/>
          <p:cNvGrpSpPr/>
          <p:nvPr/>
        </p:nvGrpSpPr>
        <p:grpSpPr>
          <a:xfrm>
            <a:off x="3292978" y="2607110"/>
            <a:ext cx="3606822" cy="445074"/>
            <a:chOff x="4618704" y="3766582"/>
            <a:chExt cx="1142846" cy="181500"/>
          </a:xfrm>
        </p:grpSpPr>
        <p:sp>
          <p:nvSpPr>
            <p:cNvPr id="1965" name="Google Shape;1965;p153"/>
            <p:cNvSpPr/>
            <p:nvPr/>
          </p:nvSpPr>
          <p:spPr>
            <a:xfrm rot="10800000">
              <a:off x="4618704" y="3766582"/>
              <a:ext cx="747000" cy="181500"/>
            </a:xfrm>
            <a:prstGeom prst="rect">
              <a:avLst/>
            </a:pr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6" name="Google Shape;1966;p153"/>
            <p:cNvCxnSpPr>
              <a:endCxn id="1967" idx="1"/>
            </p:cNvCxnSpPr>
            <p:nvPr/>
          </p:nvCxnSpPr>
          <p:spPr>
            <a:xfrm flipH="1" rot="10800000">
              <a:off x="5365850" y="3857873"/>
              <a:ext cx="395700" cy="4500"/>
            </a:xfrm>
            <a:prstGeom prst="straightConnector1">
              <a:avLst/>
            </a:prstGeom>
            <a:noFill/>
            <a:ln cap="flat" cmpd="sng" w="28575">
              <a:solidFill>
                <a:schemeClr val="lt1"/>
              </a:solidFill>
              <a:prstDash val="solid"/>
              <a:round/>
              <a:headEnd len="med" w="med" type="none"/>
              <a:tailEnd len="med" w="med" type="none"/>
            </a:ln>
          </p:spPr>
        </p:cxnSp>
      </p:grpSp>
      <p:grpSp>
        <p:nvGrpSpPr>
          <p:cNvPr id="1968" name="Google Shape;1968;p153"/>
          <p:cNvGrpSpPr/>
          <p:nvPr/>
        </p:nvGrpSpPr>
        <p:grpSpPr>
          <a:xfrm>
            <a:off x="2232000" y="2070962"/>
            <a:ext cx="2889481" cy="445074"/>
            <a:chOff x="4282526" y="3547942"/>
            <a:chExt cx="915552" cy="181500"/>
          </a:xfrm>
        </p:grpSpPr>
        <p:sp>
          <p:nvSpPr>
            <p:cNvPr id="1969" name="Google Shape;1969;p153"/>
            <p:cNvSpPr/>
            <p:nvPr/>
          </p:nvSpPr>
          <p:spPr>
            <a:xfrm rot="10800000">
              <a:off x="4786477" y="3547942"/>
              <a:ext cx="411600" cy="181500"/>
            </a:xfrm>
            <a:prstGeom prst="rect">
              <a:avLst/>
            </a:pr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70" name="Google Shape;1970;p153"/>
            <p:cNvCxnSpPr>
              <a:stCxn id="1971" idx="3"/>
              <a:endCxn id="1969" idx="3"/>
            </p:cNvCxnSpPr>
            <p:nvPr/>
          </p:nvCxnSpPr>
          <p:spPr>
            <a:xfrm flipH="1" rot="10800000">
              <a:off x="4282526" y="3638626"/>
              <a:ext cx="504000" cy="1800"/>
            </a:xfrm>
            <a:prstGeom prst="straightConnector1">
              <a:avLst/>
            </a:prstGeom>
            <a:noFill/>
            <a:ln cap="flat" cmpd="sng" w="28575">
              <a:solidFill>
                <a:schemeClr val="lt1"/>
              </a:solidFill>
              <a:prstDash val="solid"/>
              <a:round/>
              <a:headEnd len="med" w="med" type="none"/>
              <a:tailEnd len="med" w="med" type="none"/>
            </a:ln>
          </p:spPr>
        </p:cxnSp>
      </p:grpSp>
      <p:sp>
        <p:nvSpPr>
          <p:cNvPr id="1971" name="Google Shape;1971;p153"/>
          <p:cNvSpPr txBox="1"/>
          <p:nvPr/>
        </p:nvSpPr>
        <p:spPr>
          <a:xfrm>
            <a:off x="457200" y="2041400"/>
            <a:ext cx="17748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Jupiter is a gas giant and the biggest planet</a:t>
            </a:r>
            <a:r>
              <a:rPr lang="en" sz="1200">
                <a:solidFill>
                  <a:schemeClr val="lt1"/>
                </a:solidFill>
                <a:latin typeface="Roboto Condensed Light"/>
                <a:ea typeface="Roboto Condensed Light"/>
                <a:cs typeface="Roboto Condensed Light"/>
                <a:sym typeface="Roboto Condensed Light"/>
              </a:rPr>
              <a:t> </a:t>
            </a:r>
            <a:endParaRPr sz="1200">
              <a:solidFill>
                <a:schemeClr val="lt1"/>
              </a:solidFill>
              <a:latin typeface="Roboto Condensed Light"/>
              <a:ea typeface="Roboto Condensed Light"/>
              <a:cs typeface="Roboto Condensed Light"/>
              <a:sym typeface="Roboto Condensed Light"/>
            </a:endParaRPr>
          </a:p>
        </p:txBody>
      </p:sp>
      <p:sp>
        <p:nvSpPr>
          <p:cNvPr id="1963" name="Google Shape;1963;p153"/>
          <p:cNvSpPr txBox="1"/>
          <p:nvPr/>
        </p:nvSpPr>
        <p:spPr>
          <a:xfrm>
            <a:off x="457200" y="3102057"/>
            <a:ext cx="1774800" cy="5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Neptune is the farthest planet from the Sun</a:t>
            </a:r>
            <a:endParaRPr>
              <a:solidFill>
                <a:schemeClr val="lt1"/>
              </a:solidFill>
              <a:latin typeface="Roboto Condensed Light"/>
              <a:ea typeface="Roboto Condensed Light"/>
              <a:cs typeface="Roboto Condensed Light"/>
              <a:sym typeface="Roboto Condensed Light"/>
            </a:endParaRPr>
          </a:p>
          <a:p>
            <a:pPr indent="0" lvl="0" marL="0" rtl="0" algn="l">
              <a:spcBef>
                <a:spcPts val="1600"/>
              </a:spcBef>
              <a:spcAft>
                <a:spcPts val="1600"/>
              </a:spcAft>
              <a:buNone/>
            </a:pPr>
            <a:r>
              <a:t/>
            </a:r>
            <a:endParaRPr sz="1200">
              <a:solidFill>
                <a:schemeClr val="lt1"/>
              </a:solidFill>
              <a:latin typeface="Roboto Condensed Light"/>
              <a:ea typeface="Roboto Condensed Light"/>
              <a:cs typeface="Roboto Condensed Light"/>
              <a:sym typeface="Roboto Condensed Light"/>
            </a:endParaRPr>
          </a:p>
        </p:txBody>
      </p:sp>
      <p:sp>
        <p:nvSpPr>
          <p:cNvPr id="1967" name="Google Shape;1967;p153"/>
          <p:cNvSpPr txBox="1"/>
          <p:nvPr/>
        </p:nvSpPr>
        <p:spPr>
          <a:xfrm>
            <a:off x="6899800" y="2574625"/>
            <a:ext cx="1774800" cy="51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 but it’s hot</a:t>
            </a:r>
            <a:endParaRPr>
              <a:solidFill>
                <a:schemeClr val="lt1"/>
              </a:solidFill>
              <a:latin typeface="Roboto Condensed Light"/>
              <a:ea typeface="Roboto Condensed Light"/>
              <a:cs typeface="Roboto Condensed Light"/>
              <a:sym typeface="Roboto Condensed Light"/>
            </a:endParaRPr>
          </a:p>
          <a:p>
            <a:pPr indent="0" lvl="0" marL="0" rtl="0" algn="r">
              <a:spcBef>
                <a:spcPts val="160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59" name="Google Shape;1959;p153"/>
          <p:cNvSpPr txBox="1"/>
          <p:nvPr/>
        </p:nvSpPr>
        <p:spPr>
          <a:xfrm>
            <a:off x="6899800" y="3666275"/>
            <a:ext cx="1774800" cy="51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lt1"/>
                </a:solidFill>
                <a:latin typeface="Roboto Condensed Light"/>
                <a:ea typeface="Roboto Condensed Light"/>
                <a:cs typeface="Roboto Condensed Light"/>
                <a:sym typeface="Roboto Condensed Light"/>
              </a:rPr>
              <a:t>Despite being red, Mars is a cold place</a:t>
            </a:r>
            <a:endParaRPr>
              <a:solidFill>
                <a:schemeClr val="lt1"/>
              </a:solidFill>
              <a:latin typeface="Roboto Condensed Light"/>
              <a:ea typeface="Roboto Condensed Light"/>
              <a:cs typeface="Roboto Condensed Light"/>
              <a:sym typeface="Roboto Condensed Light"/>
            </a:endParaRPr>
          </a:p>
        </p:txBody>
      </p:sp>
      <p:sp>
        <p:nvSpPr>
          <p:cNvPr id="1972" name="Google Shape;1972;p153"/>
          <p:cNvSpPr txBox="1"/>
          <p:nvPr/>
        </p:nvSpPr>
        <p:spPr>
          <a:xfrm>
            <a:off x="6899725" y="2257075"/>
            <a:ext cx="17748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lt1"/>
              </a:solidFill>
              <a:latin typeface="Squada One"/>
              <a:ea typeface="Squada One"/>
              <a:cs typeface="Squada One"/>
              <a:sym typeface="Squada One"/>
            </a:endParaRPr>
          </a:p>
        </p:txBody>
      </p:sp>
      <p:sp>
        <p:nvSpPr>
          <p:cNvPr id="1973" name="Google Shape;1973;p153"/>
          <p:cNvSpPr txBox="1"/>
          <p:nvPr/>
        </p:nvSpPr>
        <p:spPr>
          <a:xfrm>
            <a:off x="456049" y="1721812"/>
            <a:ext cx="17748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lt1"/>
              </a:solidFill>
              <a:latin typeface="Squada One"/>
              <a:ea typeface="Squada One"/>
              <a:cs typeface="Squada One"/>
              <a:sym typeface="Squada One"/>
            </a:endParaRPr>
          </a:p>
        </p:txBody>
      </p:sp>
      <p:sp>
        <p:nvSpPr>
          <p:cNvPr id="1974" name="Google Shape;1974;p153"/>
          <p:cNvSpPr txBox="1"/>
          <p:nvPr/>
        </p:nvSpPr>
        <p:spPr>
          <a:xfrm>
            <a:off x="457200" y="2765225"/>
            <a:ext cx="1774800" cy="29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quada One"/>
                <a:ea typeface="Squada One"/>
                <a:cs typeface="Squada One"/>
                <a:sym typeface="Squada One"/>
              </a:rPr>
              <a:t>NEPTUNE</a:t>
            </a:r>
            <a:endParaRPr sz="1600">
              <a:solidFill>
                <a:schemeClr val="lt1"/>
              </a:solidFill>
              <a:latin typeface="Squada One"/>
              <a:ea typeface="Squada One"/>
              <a:cs typeface="Squada One"/>
              <a:sym typeface="Squada One"/>
            </a:endParaRPr>
          </a:p>
        </p:txBody>
      </p:sp>
      <p:sp>
        <p:nvSpPr>
          <p:cNvPr id="1975" name="Google Shape;1975;p153"/>
          <p:cNvSpPr txBox="1"/>
          <p:nvPr/>
        </p:nvSpPr>
        <p:spPr>
          <a:xfrm>
            <a:off x="6899725" y="3346362"/>
            <a:ext cx="1774800" cy="298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2"/>
                </a:solidFill>
                <a:latin typeface="Squada One"/>
                <a:ea typeface="Squada One"/>
                <a:cs typeface="Squada One"/>
                <a:sym typeface="Squada One"/>
              </a:rPr>
              <a:t>MARS</a:t>
            </a:r>
            <a:endParaRPr sz="1600">
              <a:solidFill>
                <a:schemeClr val="lt1"/>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955"/>
                                        </p:tgtEl>
                                        <p:attrNameLst>
                                          <p:attrName>style.visibility</p:attrName>
                                        </p:attrNameLst>
                                      </p:cBhvr>
                                      <p:to>
                                        <p:strVal val="visible"/>
                                      </p:to>
                                    </p:set>
                                    <p:anim calcmode="lin" valueType="num">
                                      <p:cBhvr additive="base">
                                        <p:cTn dur="1000"/>
                                        <p:tgtEl>
                                          <p:spTgt spid="1955"/>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956"/>
                                        </p:tgtEl>
                                        <p:attrNameLst>
                                          <p:attrName>style.visibility</p:attrName>
                                        </p:attrNameLst>
                                      </p:cBhvr>
                                      <p:to>
                                        <p:strVal val="visible"/>
                                      </p:to>
                                    </p:set>
                                    <p:anim calcmode="lin" valueType="num">
                                      <p:cBhvr additive="base">
                                        <p:cTn dur="1000"/>
                                        <p:tgtEl>
                                          <p:spTgt spid="1956"/>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59"/>
                                        </p:tgtEl>
                                        <p:attrNameLst>
                                          <p:attrName>style.visibility</p:attrName>
                                        </p:attrNameLst>
                                      </p:cBhvr>
                                      <p:to>
                                        <p:strVal val="visible"/>
                                      </p:to>
                                    </p:set>
                                    <p:animEffect filter="fade" transition="in">
                                      <p:cBhvr>
                                        <p:cTn dur="1000"/>
                                        <p:tgtEl>
                                          <p:spTgt spid="195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960"/>
                                        </p:tgtEl>
                                        <p:attrNameLst>
                                          <p:attrName>style.visibility</p:attrName>
                                        </p:attrNameLst>
                                      </p:cBhvr>
                                      <p:to>
                                        <p:strVal val="visible"/>
                                      </p:to>
                                    </p:set>
                                    <p:anim calcmode="lin" valueType="num">
                                      <p:cBhvr additive="base">
                                        <p:cTn dur="1000"/>
                                        <p:tgtEl>
                                          <p:spTgt spid="1960"/>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63"/>
                                        </p:tgtEl>
                                        <p:attrNameLst>
                                          <p:attrName>style.visibility</p:attrName>
                                        </p:attrNameLst>
                                      </p:cBhvr>
                                      <p:to>
                                        <p:strVal val="visible"/>
                                      </p:to>
                                    </p:set>
                                    <p:animEffect filter="fade" transition="in">
                                      <p:cBhvr>
                                        <p:cTn dur="1000"/>
                                        <p:tgtEl>
                                          <p:spTgt spid="196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1964"/>
                                        </p:tgtEl>
                                        <p:attrNameLst>
                                          <p:attrName>style.visibility</p:attrName>
                                        </p:attrNameLst>
                                      </p:cBhvr>
                                      <p:to>
                                        <p:strVal val="visible"/>
                                      </p:to>
                                    </p:set>
                                    <p:anim calcmode="lin" valueType="num">
                                      <p:cBhvr additive="base">
                                        <p:cTn dur="1000"/>
                                        <p:tgtEl>
                                          <p:spTgt spid="1964"/>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67"/>
                                        </p:tgtEl>
                                        <p:attrNameLst>
                                          <p:attrName>style.visibility</p:attrName>
                                        </p:attrNameLst>
                                      </p:cBhvr>
                                      <p:to>
                                        <p:strVal val="visible"/>
                                      </p:to>
                                    </p:set>
                                    <p:animEffect filter="fade" transition="in">
                                      <p:cBhvr>
                                        <p:cTn dur="1000"/>
                                        <p:tgtEl>
                                          <p:spTgt spid="196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968"/>
                                        </p:tgtEl>
                                        <p:attrNameLst>
                                          <p:attrName>style.visibility</p:attrName>
                                        </p:attrNameLst>
                                      </p:cBhvr>
                                      <p:to>
                                        <p:strVal val="visible"/>
                                      </p:to>
                                    </p:set>
                                    <p:anim calcmode="lin" valueType="num">
                                      <p:cBhvr additive="base">
                                        <p:cTn dur="1000"/>
                                        <p:tgtEl>
                                          <p:spTgt spid="1968"/>
                                        </p:tgtEl>
                                        <p:attrNameLst>
                                          <p:attrName>ppt_x</p:attrName>
                                        </p:attrNameLst>
                                      </p:cBhvr>
                                      <p:tavLst>
                                        <p:tav fmla="" tm="0">
                                          <p:val>
                                            <p:strVal val="#ppt_x-1"/>
                                          </p:val>
                                        </p:tav>
                                        <p:tav fmla="" tm="100000">
                                          <p:val>
                                            <p:strVal val="#ppt_x"/>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71"/>
                                        </p:tgtEl>
                                        <p:attrNameLst>
                                          <p:attrName>style.visibility</p:attrName>
                                        </p:attrNameLst>
                                      </p:cBhvr>
                                      <p:to>
                                        <p:strVal val="visible"/>
                                      </p:to>
                                    </p:set>
                                    <p:animEffect filter="fade" transition="in">
                                      <p:cBhvr>
                                        <p:cTn dur="1000"/>
                                        <p:tgtEl>
                                          <p:spTgt spid="19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9" name="Shape 1979"/>
        <p:cNvGrpSpPr/>
        <p:nvPr/>
      </p:nvGrpSpPr>
      <p:grpSpPr>
        <a:xfrm>
          <a:off x="0" y="0"/>
          <a:ext cx="0" cy="0"/>
          <a:chOff x="0" y="0"/>
          <a:chExt cx="0" cy="0"/>
        </a:xfrm>
      </p:grpSpPr>
      <p:cxnSp>
        <p:nvCxnSpPr>
          <p:cNvPr id="1980" name="Google Shape;1980;p154"/>
          <p:cNvCxnSpPr/>
          <p:nvPr/>
        </p:nvCxnSpPr>
        <p:spPr>
          <a:xfrm>
            <a:off x="5253550" y="1937075"/>
            <a:ext cx="2061300" cy="0"/>
          </a:xfrm>
          <a:prstGeom prst="straightConnector1">
            <a:avLst/>
          </a:prstGeom>
          <a:noFill/>
          <a:ln cap="flat" cmpd="sng" w="19050">
            <a:solidFill>
              <a:schemeClr val="lt1"/>
            </a:solidFill>
            <a:prstDash val="solid"/>
            <a:round/>
            <a:headEnd len="med" w="med" type="none"/>
            <a:tailEnd len="med" w="med" type="none"/>
          </a:ln>
        </p:spPr>
      </p:cxnSp>
      <p:cxnSp>
        <p:nvCxnSpPr>
          <p:cNvPr id="1981" name="Google Shape;1981;p154"/>
          <p:cNvCxnSpPr/>
          <p:nvPr/>
        </p:nvCxnSpPr>
        <p:spPr>
          <a:xfrm flipH="1" rot="10800000">
            <a:off x="5495700" y="3398075"/>
            <a:ext cx="1819200" cy="13800"/>
          </a:xfrm>
          <a:prstGeom prst="straightConnector1">
            <a:avLst/>
          </a:prstGeom>
          <a:noFill/>
          <a:ln cap="flat" cmpd="sng" w="19050">
            <a:solidFill>
              <a:schemeClr val="lt2"/>
            </a:solidFill>
            <a:prstDash val="solid"/>
            <a:round/>
            <a:headEnd len="med" w="med" type="none"/>
            <a:tailEnd len="med" w="med" type="none"/>
          </a:ln>
        </p:spPr>
      </p:cxnSp>
      <p:sp>
        <p:nvSpPr>
          <p:cNvPr id="1982" name="Google Shape;1982;p154"/>
          <p:cNvSpPr txBox="1"/>
          <p:nvPr>
            <p:ph type="ctrTitle"/>
          </p:nvPr>
        </p:nvSpPr>
        <p:spPr>
          <a:xfrm flipH="1">
            <a:off x="457200" y="444387"/>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INVESTMENT</a:t>
            </a:r>
            <a:endParaRPr/>
          </a:p>
          <a:p>
            <a:pPr indent="0" lvl="0" marL="0" rtl="0" algn="ctr">
              <a:spcBef>
                <a:spcPts val="0"/>
              </a:spcBef>
              <a:spcAft>
                <a:spcPts val="0"/>
              </a:spcAft>
              <a:buNone/>
            </a:pPr>
            <a:r>
              <a:t/>
            </a:r>
            <a:endParaRPr/>
          </a:p>
        </p:txBody>
      </p:sp>
      <p:cxnSp>
        <p:nvCxnSpPr>
          <p:cNvPr id="1983" name="Google Shape;1983;p154"/>
          <p:cNvCxnSpPr/>
          <p:nvPr/>
        </p:nvCxnSpPr>
        <p:spPr>
          <a:xfrm>
            <a:off x="1913550" y="1938466"/>
            <a:ext cx="1879800" cy="0"/>
          </a:xfrm>
          <a:prstGeom prst="straightConnector1">
            <a:avLst/>
          </a:prstGeom>
          <a:noFill/>
          <a:ln cap="flat" cmpd="sng" w="19050">
            <a:solidFill>
              <a:srgbClr val="CCCCCC"/>
            </a:solidFill>
            <a:prstDash val="solid"/>
            <a:round/>
            <a:headEnd len="med" w="med" type="none"/>
            <a:tailEnd len="med" w="med" type="none"/>
          </a:ln>
        </p:spPr>
      </p:cxnSp>
      <p:cxnSp>
        <p:nvCxnSpPr>
          <p:cNvPr id="1984" name="Google Shape;1984;p154"/>
          <p:cNvCxnSpPr/>
          <p:nvPr/>
        </p:nvCxnSpPr>
        <p:spPr>
          <a:xfrm flipH="1" rot="10800000">
            <a:off x="1913550" y="3433966"/>
            <a:ext cx="1769700" cy="2700"/>
          </a:xfrm>
          <a:prstGeom prst="straightConnector1">
            <a:avLst/>
          </a:prstGeom>
          <a:noFill/>
          <a:ln cap="flat" cmpd="sng" w="19050">
            <a:solidFill>
              <a:srgbClr val="D9D9D9"/>
            </a:solidFill>
            <a:prstDash val="solid"/>
            <a:round/>
            <a:headEnd len="med" w="med" type="none"/>
            <a:tailEnd len="med" w="med" type="none"/>
          </a:ln>
        </p:spPr>
      </p:cxnSp>
      <p:sp>
        <p:nvSpPr>
          <p:cNvPr id="1985" name="Google Shape;1985;p154"/>
          <p:cNvSpPr txBox="1"/>
          <p:nvPr/>
        </p:nvSpPr>
        <p:spPr>
          <a:xfrm>
            <a:off x="1310790" y="1526225"/>
            <a:ext cx="1696200" cy="3426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500">
                <a:solidFill>
                  <a:schemeClr val="lt1"/>
                </a:solidFill>
                <a:latin typeface="Squada One"/>
                <a:ea typeface="Squada One"/>
                <a:cs typeface="Squada One"/>
                <a:sym typeface="Squada One"/>
              </a:rPr>
              <a:t>40%</a:t>
            </a:r>
            <a:endParaRPr sz="2500">
              <a:solidFill>
                <a:schemeClr val="lt1"/>
              </a:solidFill>
              <a:latin typeface="Squada One"/>
              <a:ea typeface="Squada One"/>
              <a:cs typeface="Squada One"/>
              <a:sym typeface="Squada One"/>
            </a:endParaRPr>
          </a:p>
        </p:txBody>
      </p:sp>
      <p:sp>
        <p:nvSpPr>
          <p:cNvPr id="1986" name="Google Shape;1986;p154"/>
          <p:cNvSpPr txBox="1"/>
          <p:nvPr/>
        </p:nvSpPr>
        <p:spPr>
          <a:xfrm>
            <a:off x="1311050" y="1973275"/>
            <a:ext cx="16962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accent2"/>
              </a:solidFill>
              <a:latin typeface="Squada One"/>
              <a:ea typeface="Squada One"/>
              <a:cs typeface="Squada One"/>
              <a:sym typeface="Squada One"/>
            </a:endParaRPr>
          </a:p>
        </p:txBody>
      </p:sp>
      <p:sp>
        <p:nvSpPr>
          <p:cNvPr id="1987" name="Google Shape;1987;p154"/>
          <p:cNvSpPr txBox="1"/>
          <p:nvPr/>
        </p:nvSpPr>
        <p:spPr>
          <a:xfrm>
            <a:off x="1311100" y="2994060"/>
            <a:ext cx="1706700" cy="3426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2500">
                <a:solidFill>
                  <a:schemeClr val="lt1"/>
                </a:solidFill>
                <a:latin typeface="Squada One"/>
                <a:ea typeface="Squada One"/>
                <a:cs typeface="Squada One"/>
                <a:sym typeface="Squada One"/>
              </a:rPr>
              <a:t>20%</a:t>
            </a:r>
            <a:endParaRPr sz="2500">
              <a:solidFill>
                <a:schemeClr val="lt1"/>
              </a:solidFill>
              <a:latin typeface="Squada One"/>
              <a:ea typeface="Squada One"/>
              <a:cs typeface="Squada One"/>
              <a:sym typeface="Squada One"/>
            </a:endParaRPr>
          </a:p>
        </p:txBody>
      </p:sp>
      <p:sp>
        <p:nvSpPr>
          <p:cNvPr id="1988" name="Google Shape;1988;p154"/>
          <p:cNvSpPr txBox="1"/>
          <p:nvPr/>
        </p:nvSpPr>
        <p:spPr>
          <a:xfrm>
            <a:off x="6189477" y="2985235"/>
            <a:ext cx="1545900" cy="3426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2400">
                <a:solidFill>
                  <a:schemeClr val="lt1"/>
                </a:solidFill>
                <a:latin typeface="Squada One"/>
                <a:ea typeface="Squada One"/>
                <a:cs typeface="Squada One"/>
                <a:sym typeface="Squada One"/>
              </a:rPr>
              <a:t>10%</a:t>
            </a:r>
            <a:endParaRPr sz="2400">
              <a:solidFill>
                <a:schemeClr val="lt1"/>
              </a:solidFill>
              <a:latin typeface="Squada One"/>
              <a:ea typeface="Squada One"/>
              <a:cs typeface="Squada One"/>
              <a:sym typeface="Squada One"/>
            </a:endParaRPr>
          </a:p>
        </p:txBody>
      </p:sp>
      <p:sp>
        <p:nvSpPr>
          <p:cNvPr id="1989" name="Google Shape;1989;p154"/>
          <p:cNvSpPr txBox="1"/>
          <p:nvPr/>
        </p:nvSpPr>
        <p:spPr>
          <a:xfrm>
            <a:off x="6189735" y="1527475"/>
            <a:ext cx="1545600" cy="3426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2500">
                <a:solidFill>
                  <a:schemeClr val="lt1"/>
                </a:solidFill>
                <a:latin typeface="Squada One"/>
                <a:ea typeface="Squada One"/>
                <a:cs typeface="Squada One"/>
                <a:sym typeface="Squada One"/>
              </a:rPr>
              <a:t>30%</a:t>
            </a:r>
            <a:endParaRPr sz="2500">
              <a:solidFill>
                <a:schemeClr val="lt1"/>
              </a:solidFill>
              <a:latin typeface="Squada One"/>
              <a:ea typeface="Squada One"/>
              <a:cs typeface="Squada One"/>
              <a:sym typeface="Squada One"/>
            </a:endParaRPr>
          </a:p>
        </p:txBody>
      </p:sp>
      <p:sp>
        <p:nvSpPr>
          <p:cNvPr id="1990" name="Google Shape;1990;p154"/>
          <p:cNvSpPr txBox="1"/>
          <p:nvPr/>
        </p:nvSpPr>
        <p:spPr>
          <a:xfrm>
            <a:off x="1311100" y="3433471"/>
            <a:ext cx="17067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accent2"/>
              </a:solidFill>
              <a:latin typeface="Squada One"/>
              <a:ea typeface="Squada One"/>
              <a:cs typeface="Squada One"/>
              <a:sym typeface="Squada One"/>
            </a:endParaRPr>
          </a:p>
        </p:txBody>
      </p:sp>
      <p:sp>
        <p:nvSpPr>
          <p:cNvPr id="1991" name="Google Shape;1991;p154"/>
          <p:cNvSpPr txBox="1"/>
          <p:nvPr/>
        </p:nvSpPr>
        <p:spPr>
          <a:xfrm>
            <a:off x="6199635" y="1970346"/>
            <a:ext cx="15258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accent2"/>
              </a:solidFill>
              <a:latin typeface="Squada One"/>
              <a:ea typeface="Squada One"/>
              <a:cs typeface="Squada One"/>
              <a:sym typeface="Squada One"/>
            </a:endParaRPr>
          </a:p>
        </p:txBody>
      </p:sp>
      <p:sp>
        <p:nvSpPr>
          <p:cNvPr id="1992" name="Google Shape;1992;p154"/>
          <p:cNvSpPr txBox="1"/>
          <p:nvPr/>
        </p:nvSpPr>
        <p:spPr>
          <a:xfrm>
            <a:off x="6189508" y="3438818"/>
            <a:ext cx="15459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SATURN</a:t>
            </a:r>
            <a:endParaRPr sz="1600">
              <a:solidFill>
                <a:schemeClr val="accent2"/>
              </a:solidFill>
              <a:latin typeface="Squada One"/>
              <a:ea typeface="Squada One"/>
              <a:cs typeface="Squada One"/>
              <a:sym typeface="Squada One"/>
            </a:endParaRPr>
          </a:p>
        </p:txBody>
      </p:sp>
      <p:sp>
        <p:nvSpPr>
          <p:cNvPr id="1993" name="Google Shape;1993;p154"/>
          <p:cNvSpPr txBox="1"/>
          <p:nvPr/>
        </p:nvSpPr>
        <p:spPr>
          <a:xfrm>
            <a:off x="1825325" y="4374225"/>
            <a:ext cx="5557500" cy="367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lt1"/>
                </a:solidFill>
                <a:latin typeface="Roboto Condensed Light"/>
                <a:ea typeface="Roboto Condensed Light"/>
                <a:cs typeface="Roboto Condensed Light"/>
                <a:sym typeface="Roboto Condensed Light"/>
              </a:rPr>
              <a:t>T</a:t>
            </a:r>
            <a:r>
              <a:rPr lang="en" sz="1000">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a:t>
            </a:r>
            <a:endParaRPr sz="1000">
              <a:solidFill>
                <a:schemeClr val="lt1"/>
              </a:solidFill>
              <a:latin typeface="Roboto Condensed Light"/>
              <a:ea typeface="Roboto Condensed Light"/>
              <a:cs typeface="Roboto Condensed Light"/>
              <a:sym typeface="Roboto Condensed Light"/>
            </a:endParaRPr>
          </a:p>
        </p:txBody>
      </p:sp>
      <p:sp>
        <p:nvSpPr>
          <p:cNvPr id="1994" name="Google Shape;1994;p154"/>
          <p:cNvSpPr txBox="1"/>
          <p:nvPr/>
        </p:nvSpPr>
        <p:spPr>
          <a:xfrm>
            <a:off x="6189735" y="2155300"/>
            <a:ext cx="15456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a:t>
            </a:r>
            <a:r>
              <a:rPr lang="en">
                <a:solidFill>
                  <a:schemeClr val="lt1"/>
                </a:solidFill>
                <a:latin typeface="Roboto Condensed Light"/>
                <a:ea typeface="Roboto Condensed Light"/>
                <a:cs typeface="Roboto Condensed Light"/>
                <a:sym typeface="Roboto Condensed Light"/>
              </a:rPr>
              <a:t> is the biggest planet of them all</a:t>
            </a:r>
            <a:endParaRPr>
              <a:solidFill>
                <a:schemeClr val="dk1"/>
              </a:solidFill>
              <a:latin typeface="Roboto Condensed Light"/>
              <a:ea typeface="Roboto Condensed Light"/>
              <a:cs typeface="Roboto Condensed Light"/>
              <a:sym typeface="Roboto Condensed Light"/>
            </a:endParaRPr>
          </a:p>
        </p:txBody>
      </p:sp>
      <p:sp>
        <p:nvSpPr>
          <p:cNvPr id="1995" name="Google Shape;1995;p154"/>
          <p:cNvSpPr txBox="1"/>
          <p:nvPr/>
        </p:nvSpPr>
        <p:spPr>
          <a:xfrm>
            <a:off x="1310790" y="2160770"/>
            <a:ext cx="1696200" cy="730800"/>
          </a:xfrm>
          <a:prstGeom prst="rect">
            <a:avLst/>
          </a:prstGeom>
          <a:noFill/>
          <a:ln>
            <a:noFill/>
          </a:ln>
        </p:spPr>
        <p:txBody>
          <a:bodyPr anchorCtr="0" anchor="t" bIns="0"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 of them all</a:t>
            </a:r>
            <a:endParaRPr>
              <a:solidFill>
                <a:schemeClr val="lt1"/>
              </a:solidFill>
              <a:latin typeface="Roboto Condensed Light"/>
              <a:ea typeface="Roboto Condensed Light"/>
              <a:cs typeface="Roboto Condensed Light"/>
              <a:sym typeface="Roboto Condensed Light"/>
            </a:endParaRPr>
          </a:p>
        </p:txBody>
      </p:sp>
      <p:sp>
        <p:nvSpPr>
          <p:cNvPr id="1996" name="Google Shape;1996;p154"/>
          <p:cNvSpPr txBox="1"/>
          <p:nvPr/>
        </p:nvSpPr>
        <p:spPr>
          <a:xfrm>
            <a:off x="6189051" y="3631054"/>
            <a:ext cx="15459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Saturn is a gas giant and has rings</a:t>
            </a:r>
            <a:endParaRPr>
              <a:solidFill>
                <a:schemeClr val="lt1"/>
              </a:solidFill>
              <a:latin typeface="Roboto Condensed Light"/>
              <a:ea typeface="Roboto Condensed Light"/>
              <a:cs typeface="Roboto Condensed Light"/>
              <a:sym typeface="Roboto Condensed Light"/>
            </a:endParaRPr>
          </a:p>
          <a:p>
            <a:pPr indent="0" lvl="0" marL="0" rtl="0" algn="r">
              <a:lnSpc>
                <a:spcPct val="115000"/>
              </a:lnSpc>
              <a:spcBef>
                <a:spcPts val="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1997" name="Google Shape;1997;p154"/>
          <p:cNvSpPr txBox="1"/>
          <p:nvPr/>
        </p:nvSpPr>
        <p:spPr>
          <a:xfrm>
            <a:off x="1311100" y="3634735"/>
            <a:ext cx="1545900" cy="7308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is the second planet from the Sun</a:t>
            </a:r>
            <a:endParaRPr>
              <a:solidFill>
                <a:schemeClr val="lt1"/>
              </a:solidFill>
              <a:latin typeface="Roboto Condensed Light"/>
              <a:ea typeface="Roboto Condensed Light"/>
              <a:cs typeface="Roboto Condensed Light"/>
              <a:sym typeface="Roboto Condensed Light"/>
            </a:endParaRPr>
          </a:p>
        </p:txBody>
      </p:sp>
      <p:pic>
        <p:nvPicPr>
          <p:cNvPr id="1998" name="Google Shape;1998;p154" title="Gráfico">
            <a:hlinkClick r:id="rId3"/>
          </p:cNvPr>
          <p:cNvPicPr preferRelativeResize="0"/>
          <p:nvPr/>
        </p:nvPicPr>
        <p:blipFill>
          <a:blip r:embed="rId4">
            <a:alphaModFix/>
          </a:blip>
          <a:stretch>
            <a:fillRect/>
          </a:stretch>
        </p:blipFill>
        <p:spPr>
          <a:xfrm>
            <a:off x="2351100" y="1234175"/>
            <a:ext cx="4505949" cy="27845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1982"/>
                                        </p:tgtEl>
                                        <p:attrNameLst>
                                          <p:attrName>style.visibility</p:attrName>
                                        </p:attrNameLst>
                                      </p:cBhvr>
                                      <p:to>
                                        <p:strVal val="visible"/>
                                      </p:to>
                                    </p:set>
                                    <p:anim calcmode="lin" valueType="num">
                                      <p:cBhvr additive="base">
                                        <p:cTn dur="1000"/>
                                        <p:tgtEl>
                                          <p:spTgt spid="1982"/>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9"/>
                                        </p:tgtEl>
                                        <p:attrNameLst>
                                          <p:attrName>style.visibility</p:attrName>
                                        </p:attrNameLst>
                                      </p:cBhvr>
                                      <p:to>
                                        <p:strVal val="visible"/>
                                      </p:to>
                                    </p:set>
                                    <p:animEffect filter="fade" transition="in">
                                      <p:cBhvr>
                                        <p:cTn dur="1000"/>
                                        <p:tgtEl>
                                          <p:spTgt spid="1989"/>
                                        </p:tgtEl>
                                      </p:cBhvr>
                                    </p:animEffect>
                                  </p:childTnLst>
                                </p:cTn>
                              </p:par>
                              <p:par>
                                <p:cTn fill="hold" nodeType="withEffect" presetClass="entr" presetID="10" presetSubtype="0">
                                  <p:stCondLst>
                                    <p:cond delay="0"/>
                                  </p:stCondLst>
                                  <p:childTnLst>
                                    <p:set>
                                      <p:cBhvr>
                                        <p:cTn dur="1" fill="hold">
                                          <p:stCondLst>
                                            <p:cond delay="0"/>
                                          </p:stCondLst>
                                        </p:cTn>
                                        <p:tgtEl>
                                          <p:spTgt spid="1991"/>
                                        </p:tgtEl>
                                        <p:attrNameLst>
                                          <p:attrName>style.visibility</p:attrName>
                                        </p:attrNameLst>
                                      </p:cBhvr>
                                      <p:to>
                                        <p:strVal val="visible"/>
                                      </p:to>
                                    </p:set>
                                    <p:animEffect filter="fade" transition="in">
                                      <p:cBhvr>
                                        <p:cTn dur="1000"/>
                                        <p:tgtEl>
                                          <p:spTgt spid="1991"/>
                                        </p:tgtEl>
                                      </p:cBhvr>
                                    </p:animEffect>
                                  </p:childTnLst>
                                </p:cTn>
                              </p:par>
                              <p:par>
                                <p:cTn fill="hold" nodeType="withEffect" presetClass="entr" presetID="10" presetSubtype="0">
                                  <p:stCondLst>
                                    <p:cond delay="0"/>
                                  </p:stCondLst>
                                  <p:childTnLst>
                                    <p:set>
                                      <p:cBhvr>
                                        <p:cTn dur="1" fill="hold">
                                          <p:stCondLst>
                                            <p:cond delay="0"/>
                                          </p:stCondLst>
                                        </p:cTn>
                                        <p:tgtEl>
                                          <p:spTgt spid="1980"/>
                                        </p:tgtEl>
                                        <p:attrNameLst>
                                          <p:attrName>style.visibility</p:attrName>
                                        </p:attrNameLst>
                                      </p:cBhvr>
                                      <p:to>
                                        <p:strVal val="visible"/>
                                      </p:to>
                                    </p:set>
                                    <p:animEffect filter="fade" transition="in">
                                      <p:cBhvr>
                                        <p:cTn dur="1000"/>
                                        <p:tgtEl>
                                          <p:spTgt spid="198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1"/>
                                        </p:tgtEl>
                                        <p:attrNameLst>
                                          <p:attrName>style.visibility</p:attrName>
                                        </p:attrNameLst>
                                      </p:cBhvr>
                                      <p:to>
                                        <p:strVal val="visible"/>
                                      </p:to>
                                    </p:set>
                                    <p:animEffect filter="fade" transition="in">
                                      <p:cBhvr>
                                        <p:cTn dur="1000"/>
                                        <p:tgtEl>
                                          <p:spTgt spid="1981"/>
                                        </p:tgtEl>
                                      </p:cBhvr>
                                    </p:animEffect>
                                  </p:childTnLst>
                                </p:cTn>
                              </p:par>
                              <p:par>
                                <p:cTn fill="hold" nodeType="withEffect" presetClass="entr" presetID="10" presetSubtype="0">
                                  <p:stCondLst>
                                    <p:cond delay="0"/>
                                  </p:stCondLst>
                                  <p:childTnLst>
                                    <p:set>
                                      <p:cBhvr>
                                        <p:cTn dur="1" fill="hold">
                                          <p:stCondLst>
                                            <p:cond delay="0"/>
                                          </p:stCondLst>
                                        </p:cTn>
                                        <p:tgtEl>
                                          <p:spTgt spid="1988"/>
                                        </p:tgtEl>
                                        <p:attrNameLst>
                                          <p:attrName>style.visibility</p:attrName>
                                        </p:attrNameLst>
                                      </p:cBhvr>
                                      <p:to>
                                        <p:strVal val="visible"/>
                                      </p:to>
                                    </p:set>
                                    <p:animEffect filter="fade" transition="in">
                                      <p:cBhvr>
                                        <p:cTn dur="1000"/>
                                        <p:tgtEl>
                                          <p:spTgt spid="1988"/>
                                        </p:tgtEl>
                                      </p:cBhvr>
                                    </p:animEffect>
                                  </p:childTnLst>
                                </p:cTn>
                              </p:par>
                              <p:par>
                                <p:cTn fill="hold" nodeType="withEffect" presetClass="entr" presetID="10" presetSubtype="0">
                                  <p:stCondLst>
                                    <p:cond delay="0"/>
                                  </p:stCondLst>
                                  <p:childTnLst>
                                    <p:set>
                                      <p:cBhvr>
                                        <p:cTn dur="1" fill="hold">
                                          <p:stCondLst>
                                            <p:cond delay="0"/>
                                          </p:stCondLst>
                                        </p:cTn>
                                        <p:tgtEl>
                                          <p:spTgt spid="1992"/>
                                        </p:tgtEl>
                                        <p:attrNameLst>
                                          <p:attrName>style.visibility</p:attrName>
                                        </p:attrNameLst>
                                      </p:cBhvr>
                                      <p:to>
                                        <p:strVal val="visible"/>
                                      </p:to>
                                    </p:set>
                                    <p:animEffect filter="fade" transition="in">
                                      <p:cBhvr>
                                        <p:cTn dur="1000"/>
                                        <p:tgtEl>
                                          <p:spTgt spid="199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4"/>
                                        </p:tgtEl>
                                        <p:attrNameLst>
                                          <p:attrName>style.visibility</p:attrName>
                                        </p:attrNameLst>
                                      </p:cBhvr>
                                      <p:to>
                                        <p:strVal val="visible"/>
                                      </p:to>
                                    </p:set>
                                    <p:animEffect filter="fade" transition="in">
                                      <p:cBhvr>
                                        <p:cTn dur="1000"/>
                                        <p:tgtEl>
                                          <p:spTgt spid="1984"/>
                                        </p:tgtEl>
                                      </p:cBhvr>
                                    </p:animEffect>
                                  </p:childTnLst>
                                </p:cTn>
                              </p:par>
                              <p:par>
                                <p:cTn fill="hold" nodeType="withEffect" presetClass="entr" presetID="10" presetSubtype="0">
                                  <p:stCondLst>
                                    <p:cond delay="0"/>
                                  </p:stCondLst>
                                  <p:childTnLst>
                                    <p:set>
                                      <p:cBhvr>
                                        <p:cTn dur="1" fill="hold">
                                          <p:stCondLst>
                                            <p:cond delay="0"/>
                                          </p:stCondLst>
                                        </p:cTn>
                                        <p:tgtEl>
                                          <p:spTgt spid="1987"/>
                                        </p:tgtEl>
                                        <p:attrNameLst>
                                          <p:attrName>style.visibility</p:attrName>
                                        </p:attrNameLst>
                                      </p:cBhvr>
                                      <p:to>
                                        <p:strVal val="visible"/>
                                      </p:to>
                                    </p:set>
                                    <p:animEffect filter="fade" transition="in">
                                      <p:cBhvr>
                                        <p:cTn dur="1000"/>
                                        <p:tgtEl>
                                          <p:spTgt spid="1987"/>
                                        </p:tgtEl>
                                      </p:cBhvr>
                                    </p:animEffect>
                                  </p:childTnLst>
                                </p:cTn>
                              </p:par>
                              <p:par>
                                <p:cTn fill="hold" nodeType="withEffect" presetClass="entr" presetID="10" presetSubtype="0">
                                  <p:stCondLst>
                                    <p:cond delay="0"/>
                                  </p:stCondLst>
                                  <p:childTnLst>
                                    <p:set>
                                      <p:cBhvr>
                                        <p:cTn dur="1" fill="hold">
                                          <p:stCondLst>
                                            <p:cond delay="0"/>
                                          </p:stCondLst>
                                        </p:cTn>
                                        <p:tgtEl>
                                          <p:spTgt spid="1990"/>
                                        </p:tgtEl>
                                        <p:attrNameLst>
                                          <p:attrName>style.visibility</p:attrName>
                                        </p:attrNameLst>
                                      </p:cBhvr>
                                      <p:to>
                                        <p:strVal val="visible"/>
                                      </p:to>
                                    </p:set>
                                    <p:animEffect filter="fade" transition="in">
                                      <p:cBhvr>
                                        <p:cTn dur="1000"/>
                                        <p:tgtEl>
                                          <p:spTgt spid="199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83"/>
                                        </p:tgtEl>
                                        <p:attrNameLst>
                                          <p:attrName>style.visibility</p:attrName>
                                        </p:attrNameLst>
                                      </p:cBhvr>
                                      <p:to>
                                        <p:strVal val="visible"/>
                                      </p:to>
                                    </p:set>
                                    <p:animEffect filter="fade" transition="in">
                                      <p:cBhvr>
                                        <p:cTn dur="1000"/>
                                        <p:tgtEl>
                                          <p:spTgt spid="1983"/>
                                        </p:tgtEl>
                                      </p:cBhvr>
                                    </p:animEffect>
                                  </p:childTnLst>
                                </p:cTn>
                              </p:par>
                              <p:par>
                                <p:cTn fill="hold" nodeType="withEffect" presetClass="entr" presetID="10" presetSubtype="0">
                                  <p:stCondLst>
                                    <p:cond delay="0"/>
                                  </p:stCondLst>
                                  <p:childTnLst>
                                    <p:set>
                                      <p:cBhvr>
                                        <p:cTn dur="1" fill="hold">
                                          <p:stCondLst>
                                            <p:cond delay="0"/>
                                          </p:stCondLst>
                                        </p:cTn>
                                        <p:tgtEl>
                                          <p:spTgt spid="1985"/>
                                        </p:tgtEl>
                                        <p:attrNameLst>
                                          <p:attrName>style.visibility</p:attrName>
                                        </p:attrNameLst>
                                      </p:cBhvr>
                                      <p:to>
                                        <p:strVal val="visible"/>
                                      </p:to>
                                    </p:set>
                                    <p:animEffect filter="fade" transition="in">
                                      <p:cBhvr>
                                        <p:cTn dur="1000"/>
                                        <p:tgtEl>
                                          <p:spTgt spid="1985"/>
                                        </p:tgtEl>
                                      </p:cBhvr>
                                    </p:animEffect>
                                  </p:childTnLst>
                                </p:cTn>
                              </p:par>
                              <p:par>
                                <p:cTn fill="hold" nodeType="withEffect" presetClass="entr" presetID="10" presetSubtype="0">
                                  <p:stCondLst>
                                    <p:cond delay="0"/>
                                  </p:stCondLst>
                                  <p:childTnLst>
                                    <p:set>
                                      <p:cBhvr>
                                        <p:cTn dur="1" fill="hold">
                                          <p:stCondLst>
                                            <p:cond delay="0"/>
                                          </p:stCondLst>
                                        </p:cTn>
                                        <p:tgtEl>
                                          <p:spTgt spid="1986"/>
                                        </p:tgtEl>
                                        <p:attrNameLst>
                                          <p:attrName>style.visibility</p:attrName>
                                        </p:attrNameLst>
                                      </p:cBhvr>
                                      <p:to>
                                        <p:strVal val="visible"/>
                                      </p:to>
                                    </p:set>
                                    <p:animEffect filter="fade" transition="in">
                                      <p:cBhvr>
                                        <p:cTn dur="1000"/>
                                        <p:tgtEl>
                                          <p:spTgt spid="198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93"/>
                                        </p:tgtEl>
                                        <p:attrNameLst>
                                          <p:attrName>style.visibility</p:attrName>
                                        </p:attrNameLst>
                                      </p:cBhvr>
                                      <p:to>
                                        <p:strVal val="visible"/>
                                      </p:to>
                                    </p:set>
                                    <p:animEffect filter="fade" transition="in">
                                      <p:cBhvr>
                                        <p:cTn dur="1000"/>
                                        <p:tgtEl>
                                          <p:spTgt spid="199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2" name="Shape 2002"/>
        <p:cNvGrpSpPr/>
        <p:nvPr/>
      </p:nvGrpSpPr>
      <p:grpSpPr>
        <a:xfrm>
          <a:off x="0" y="0"/>
          <a:ext cx="0" cy="0"/>
          <a:chOff x="0" y="0"/>
          <a:chExt cx="0" cy="0"/>
        </a:xfrm>
      </p:grpSpPr>
      <p:pic>
        <p:nvPicPr>
          <p:cNvPr id="2003" name="Google Shape;2003;p155" title="Gráfico">
            <a:hlinkClick r:id="rId3"/>
          </p:cNvPr>
          <p:cNvPicPr preferRelativeResize="0"/>
          <p:nvPr/>
        </p:nvPicPr>
        <p:blipFill>
          <a:blip r:embed="rId4">
            <a:alphaModFix/>
          </a:blip>
          <a:stretch>
            <a:fillRect/>
          </a:stretch>
        </p:blipFill>
        <p:spPr>
          <a:xfrm>
            <a:off x="3133876" y="1723500"/>
            <a:ext cx="2960400" cy="1830499"/>
          </a:xfrm>
          <a:prstGeom prst="rect">
            <a:avLst/>
          </a:prstGeom>
          <a:noFill/>
          <a:ln>
            <a:noFill/>
          </a:ln>
        </p:spPr>
      </p:pic>
      <p:sp>
        <p:nvSpPr>
          <p:cNvPr id="2004" name="Google Shape;2004;p155"/>
          <p:cNvSpPr txBox="1"/>
          <p:nvPr>
            <p:ph type="ctrTitle"/>
          </p:nvPr>
        </p:nvSpPr>
        <p:spPr>
          <a:xfrm flipH="1">
            <a:off x="457200" y="444899"/>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INVESTMENT</a:t>
            </a:r>
            <a:endParaRPr/>
          </a:p>
        </p:txBody>
      </p:sp>
      <p:sp>
        <p:nvSpPr>
          <p:cNvPr id="2005" name="Google Shape;2005;p155"/>
          <p:cNvSpPr/>
          <p:nvPr/>
        </p:nvSpPr>
        <p:spPr>
          <a:xfrm>
            <a:off x="3388141" y="3130847"/>
            <a:ext cx="407945" cy="407793"/>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55"/>
          <p:cNvSpPr/>
          <p:nvPr/>
        </p:nvSpPr>
        <p:spPr>
          <a:xfrm>
            <a:off x="5403164" y="3130847"/>
            <a:ext cx="407688" cy="407793"/>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55"/>
          <p:cNvSpPr/>
          <p:nvPr/>
        </p:nvSpPr>
        <p:spPr>
          <a:xfrm>
            <a:off x="10609222" y="349628"/>
            <a:ext cx="218796" cy="218822"/>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gradFill>
            <a:gsLst>
              <a:gs pos="0">
                <a:srgbClr val="FFFFFF">
                  <a:alpha val="21176"/>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55"/>
          <p:cNvSpPr/>
          <p:nvPr/>
        </p:nvSpPr>
        <p:spPr>
          <a:xfrm>
            <a:off x="5403164" y="1726035"/>
            <a:ext cx="407688" cy="407664"/>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55"/>
          <p:cNvSpPr/>
          <p:nvPr/>
        </p:nvSpPr>
        <p:spPr>
          <a:xfrm>
            <a:off x="3388141" y="1736172"/>
            <a:ext cx="407945" cy="407664"/>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gradFill>
            <a:gsLst>
              <a:gs pos="0">
                <a:srgbClr val="FFFFFF">
                  <a:alpha val="0"/>
                </a:srgbClr>
              </a:gs>
              <a:gs pos="100000">
                <a:srgbClr val="FFFFFF">
                  <a:alpha val="39215"/>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55"/>
          <p:cNvSpPr txBox="1"/>
          <p:nvPr/>
        </p:nvSpPr>
        <p:spPr>
          <a:xfrm>
            <a:off x="1441692" y="1728575"/>
            <a:ext cx="14187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MERCURY</a:t>
            </a:r>
            <a:endParaRPr sz="1600">
              <a:solidFill>
                <a:schemeClr val="accent2"/>
              </a:solidFill>
              <a:latin typeface="Squada One"/>
              <a:ea typeface="Squada One"/>
              <a:cs typeface="Squada One"/>
              <a:sym typeface="Squada One"/>
            </a:endParaRPr>
          </a:p>
        </p:txBody>
      </p:sp>
      <p:sp>
        <p:nvSpPr>
          <p:cNvPr id="2011" name="Google Shape;2011;p155"/>
          <p:cNvSpPr txBox="1"/>
          <p:nvPr/>
        </p:nvSpPr>
        <p:spPr>
          <a:xfrm>
            <a:off x="6289208" y="1723500"/>
            <a:ext cx="14028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JUPITER</a:t>
            </a:r>
            <a:endParaRPr sz="1600">
              <a:solidFill>
                <a:schemeClr val="accent2"/>
              </a:solidFill>
              <a:latin typeface="Squada One"/>
              <a:ea typeface="Squada One"/>
              <a:cs typeface="Squada One"/>
              <a:sym typeface="Squada One"/>
            </a:endParaRPr>
          </a:p>
        </p:txBody>
      </p:sp>
      <p:sp>
        <p:nvSpPr>
          <p:cNvPr id="2012" name="Google Shape;2012;p155"/>
          <p:cNvSpPr txBox="1"/>
          <p:nvPr/>
        </p:nvSpPr>
        <p:spPr>
          <a:xfrm>
            <a:off x="6278902" y="2877275"/>
            <a:ext cx="14187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600">
                <a:solidFill>
                  <a:schemeClr val="accent2"/>
                </a:solidFill>
                <a:latin typeface="Squada One"/>
                <a:ea typeface="Squada One"/>
                <a:cs typeface="Squada One"/>
                <a:sym typeface="Squada One"/>
              </a:rPr>
              <a:t>SATURN</a:t>
            </a:r>
            <a:endParaRPr sz="1600">
              <a:solidFill>
                <a:schemeClr val="accent2"/>
              </a:solidFill>
              <a:latin typeface="Squada One"/>
              <a:ea typeface="Squada One"/>
              <a:cs typeface="Squada One"/>
              <a:sym typeface="Squada One"/>
            </a:endParaRPr>
          </a:p>
        </p:txBody>
      </p:sp>
      <p:sp>
        <p:nvSpPr>
          <p:cNvPr id="2013" name="Google Shape;2013;p155"/>
          <p:cNvSpPr txBox="1"/>
          <p:nvPr/>
        </p:nvSpPr>
        <p:spPr>
          <a:xfrm>
            <a:off x="540000" y="4374225"/>
            <a:ext cx="8064000" cy="367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200">
                <a:solidFill>
                  <a:schemeClr val="lt1"/>
                </a:solidFill>
                <a:latin typeface="Roboto Condensed Light"/>
                <a:ea typeface="Roboto Condensed Light"/>
                <a:cs typeface="Roboto Condensed Light"/>
                <a:sym typeface="Roboto Condensed Light"/>
              </a:rPr>
              <a:t>T</a:t>
            </a:r>
            <a:r>
              <a:rPr lang="en" sz="1200">
                <a:solidFill>
                  <a:schemeClr val="lt1"/>
                </a:solidFill>
                <a:latin typeface="Roboto Condensed Light"/>
                <a:ea typeface="Roboto Condensed Light"/>
                <a:cs typeface="Roboto Condensed Light"/>
                <a:sym typeface="Roboto Condensed Light"/>
              </a:rPr>
              <a:t>o modify this graph, click on it, follow the link, change the data and paste the new graph here</a:t>
            </a:r>
            <a:endParaRPr sz="1200">
              <a:solidFill>
                <a:schemeClr val="lt1"/>
              </a:solidFill>
              <a:latin typeface="Roboto Condensed Light"/>
              <a:ea typeface="Roboto Condensed Light"/>
              <a:cs typeface="Roboto Condensed Light"/>
              <a:sym typeface="Roboto Condensed Light"/>
            </a:endParaRPr>
          </a:p>
        </p:txBody>
      </p:sp>
      <p:sp>
        <p:nvSpPr>
          <p:cNvPr id="2014" name="Google Shape;2014;p155"/>
          <p:cNvSpPr txBox="1"/>
          <p:nvPr/>
        </p:nvSpPr>
        <p:spPr>
          <a:xfrm>
            <a:off x="1451718" y="2867125"/>
            <a:ext cx="13632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n" sz="1600">
                <a:solidFill>
                  <a:schemeClr val="accent2"/>
                </a:solidFill>
                <a:latin typeface="Squada One"/>
                <a:ea typeface="Squada One"/>
                <a:cs typeface="Squada One"/>
                <a:sym typeface="Squada One"/>
              </a:rPr>
              <a:t>VENUS</a:t>
            </a:r>
            <a:endParaRPr sz="1600">
              <a:solidFill>
                <a:schemeClr val="accent2"/>
              </a:solidFill>
              <a:latin typeface="Squada One"/>
              <a:ea typeface="Squada One"/>
              <a:cs typeface="Squada One"/>
              <a:sym typeface="Squada One"/>
            </a:endParaRPr>
          </a:p>
        </p:txBody>
      </p:sp>
      <p:sp>
        <p:nvSpPr>
          <p:cNvPr id="2015" name="Google Shape;2015;p155"/>
          <p:cNvSpPr txBox="1"/>
          <p:nvPr/>
        </p:nvSpPr>
        <p:spPr>
          <a:xfrm>
            <a:off x="6289322" y="1913421"/>
            <a:ext cx="14028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Jupiter is the biggest planet</a:t>
            </a:r>
            <a:endParaRPr>
              <a:solidFill>
                <a:schemeClr val="dk1"/>
              </a:solidFill>
              <a:latin typeface="Roboto Condensed Light"/>
              <a:ea typeface="Roboto Condensed Light"/>
              <a:cs typeface="Roboto Condensed Light"/>
              <a:sym typeface="Roboto Condensed Light"/>
            </a:endParaRPr>
          </a:p>
          <a:p>
            <a:pPr indent="0" lvl="0" marL="0" rtl="0" algn="r">
              <a:lnSpc>
                <a:spcPct val="115000"/>
              </a:lnSpc>
              <a:spcBef>
                <a:spcPts val="0"/>
              </a:spcBef>
              <a:spcAft>
                <a:spcPts val="1600"/>
              </a:spcAft>
              <a:buNone/>
            </a:pPr>
            <a:r>
              <a:t/>
            </a:r>
            <a:endParaRPr>
              <a:solidFill>
                <a:schemeClr val="dk1"/>
              </a:solidFill>
              <a:latin typeface="Roboto Condensed Light"/>
              <a:ea typeface="Roboto Condensed Light"/>
              <a:cs typeface="Roboto Condensed Light"/>
              <a:sym typeface="Roboto Condensed Light"/>
            </a:endParaRPr>
          </a:p>
        </p:txBody>
      </p:sp>
      <p:sp>
        <p:nvSpPr>
          <p:cNvPr id="2016" name="Google Shape;2016;p155"/>
          <p:cNvSpPr txBox="1"/>
          <p:nvPr/>
        </p:nvSpPr>
        <p:spPr>
          <a:xfrm>
            <a:off x="1449642" y="1917000"/>
            <a:ext cx="1402800" cy="7308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Mercury is the smallest planet</a:t>
            </a:r>
            <a:endParaRPr>
              <a:solidFill>
                <a:schemeClr val="lt1"/>
              </a:solidFill>
              <a:latin typeface="Roboto Condensed Light"/>
              <a:ea typeface="Roboto Condensed Light"/>
              <a:cs typeface="Roboto Condensed Light"/>
              <a:sym typeface="Roboto Condensed Light"/>
            </a:endParaRPr>
          </a:p>
        </p:txBody>
      </p:sp>
      <p:sp>
        <p:nvSpPr>
          <p:cNvPr id="2017" name="Google Shape;2017;p155"/>
          <p:cNvSpPr txBox="1"/>
          <p:nvPr/>
        </p:nvSpPr>
        <p:spPr>
          <a:xfrm>
            <a:off x="6280102" y="3068275"/>
            <a:ext cx="1418700" cy="730800"/>
          </a:xfrm>
          <a:prstGeom prst="rect">
            <a:avLst/>
          </a:prstGeom>
          <a:noFill/>
          <a:ln>
            <a:noFill/>
          </a:ln>
        </p:spPr>
        <p:txBody>
          <a:bodyPr anchorCtr="0" anchor="t" bIns="91425" lIns="0" spcFirstLastPara="1" rIns="0" wrap="square" tIns="91425">
            <a:noAutofit/>
          </a:bodyPr>
          <a:lstStyle/>
          <a:p>
            <a:pPr indent="0" lvl="0" marL="0" rtl="0" algn="r">
              <a:spcBef>
                <a:spcPts val="0"/>
              </a:spcBef>
              <a:spcAft>
                <a:spcPts val="0"/>
              </a:spcAft>
              <a:buNone/>
            </a:pPr>
            <a:r>
              <a:rPr lang="en">
                <a:solidFill>
                  <a:schemeClr val="lt1"/>
                </a:solidFill>
                <a:latin typeface="Roboto Condensed Light"/>
                <a:ea typeface="Roboto Condensed Light"/>
                <a:cs typeface="Roboto Condensed Light"/>
                <a:sym typeface="Roboto Condensed Light"/>
              </a:rPr>
              <a:t>Saturn is a gas giant and has rings</a:t>
            </a:r>
            <a:endParaRPr>
              <a:solidFill>
                <a:schemeClr val="lt1"/>
              </a:solidFill>
              <a:latin typeface="Roboto Condensed Light"/>
              <a:ea typeface="Roboto Condensed Light"/>
              <a:cs typeface="Roboto Condensed Light"/>
              <a:sym typeface="Roboto Condensed Light"/>
            </a:endParaRPr>
          </a:p>
          <a:p>
            <a:pPr indent="0" lvl="0" marL="0" rtl="0" algn="r">
              <a:lnSpc>
                <a:spcPct val="115000"/>
              </a:lnSpc>
              <a:spcBef>
                <a:spcPts val="0"/>
              </a:spcBef>
              <a:spcAft>
                <a:spcPts val="1600"/>
              </a:spcAft>
              <a:buNone/>
            </a:pPr>
            <a:r>
              <a:t/>
            </a:r>
            <a:endParaRPr>
              <a:solidFill>
                <a:schemeClr val="lt1"/>
              </a:solidFill>
              <a:latin typeface="Roboto Condensed Light"/>
              <a:ea typeface="Roboto Condensed Light"/>
              <a:cs typeface="Roboto Condensed Light"/>
              <a:sym typeface="Roboto Condensed Light"/>
            </a:endParaRPr>
          </a:p>
        </p:txBody>
      </p:sp>
      <p:sp>
        <p:nvSpPr>
          <p:cNvPr id="2018" name="Google Shape;2018;p155"/>
          <p:cNvSpPr txBox="1"/>
          <p:nvPr/>
        </p:nvSpPr>
        <p:spPr>
          <a:xfrm>
            <a:off x="1451504" y="3068275"/>
            <a:ext cx="1363200" cy="7308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a:solidFill>
                  <a:schemeClr val="lt1"/>
                </a:solidFill>
                <a:latin typeface="Roboto Condensed Light"/>
                <a:ea typeface="Roboto Condensed Light"/>
                <a:cs typeface="Roboto Condensed Light"/>
                <a:sym typeface="Roboto Condensed Light"/>
              </a:rPr>
              <a:t>Venus has a beautiful name</a:t>
            </a:r>
            <a:endParaRPr>
              <a:solidFill>
                <a:schemeClr val="lt1"/>
              </a:solidFill>
              <a:latin typeface="Roboto Condensed Light"/>
              <a:ea typeface="Roboto Condensed Light"/>
              <a:cs typeface="Roboto Condensed Light"/>
              <a:sym typeface="Roboto Condensed Light"/>
            </a:endParaRPr>
          </a:p>
        </p:txBody>
      </p:sp>
      <p:sp>
        <p:nvSpPr>
          <p:cNvPr id="2019" name="Google Shape;2019;p155"/>
          <p:cNvSpPr txBox="1"/>
          <p:nvPr/>
        </p:nvSpPr>
        <p:spPr>
          <a:xfrm>
            <a:off x="3388257" y="1823513"/>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31%</a:t>
            </a:r>
            <a:endParaRPr sz="1600">
              <a:solidFill>
                <a:schemeClr val="accent2"/>
              </a:solidFill>
              <a:latin typeface="Squada One"/>
              <a:ea typeface="Squada One"/>
              <a:cs typeface="Squada One"/>
              <a:sym typeface="Squada One"/>
            </a:endParaRPr>
          </a:p>
        </p:txBody>
      </p:sp>
      <p:sp>
        <p:nvSpPr>
          <p:cNvPr id="2020" name="Google Shape;2020;p155"/>
          <p:cNvSpPr txBox="1"/>
          <p:nvPr/>
        </p:nvSpPr>
        <p:spPr>
          <a:xfrm>
            <a:off x="5403169" y="1833638"/>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10</a:t>
            </a:r>
            <a:r>
              <a:rPr lang="en" sz="1600">
                <a:solidFill>
                  <a:schemeClr val="accent2"/>
                </a:solidFill>
                <a:latin typeface="Squada One"/>
                <a:ea typeface="Squada One"/>
                <a:cs typeface="Squada One"/>
                <a:sym typeface="Squada One"/>
              </a:rPr>
              <a:t>%</a:t>
            </a:r>
            <a:endParaRPr sz="1600">
              <a:solidFill>
                <a:schemeClr val="accent2"/>
              </a:solidFill>
              <a:latin typeface="Squada One"/>
              <a:ea typeface="Squada One"/>
              <a:cs typeface="Squada One"/>
              <a:sym typeface="Squada One"/>
            </a:endParaRPr>
          </a:p>
        </p:txBody>
      </p:sp>
      <p:sp>
        <p:nvSpPr>
          <p:cNvPr id="2021" name="Google Shape;2021;p155"/>
          <p:cNvSpPr txBox="1"/>
          <p:nvPr/>
        </p:nvSpPr>
        <p:spPr>
          <a:xfrm>
            <a:off x="5403169" y="3228388"/>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49</a:t>
            </a:r>
            <a:r>
              <a:rPr lang="en" sz="1600">
                <a:solidFill>
                  <a:schemeClr val="accent2"/>
                </a:solidFill>
                <a:latin typeface="Squada One"/>
                <a:ea typeface="Squada One"/>
                <a:cs typeface="Squada One"/>
                <a:sym typeface="Squada One"/>
              </a:rPr>
              <a:t>%</a:t>
            </a:r>
            <a:endParaRPr sz="1600">
              <a:solidFill>
                <a:schemeClr val="accent2"/>
              </a:solidFill>
              <a:latin typeface="Squada One"/>
              <a:ea typeface="Squada One"/>
              <a:cs typeface="Squada One"/>
              <a:sym typeface="Squada One"/>
            </a:endParaRPr>
          </a:p>
        </p:txBody>
      </p:sp>
      <p:sp>
        <p:nvSpPr>
          <p:cNvPr id="2022" name="Google Shape;2022;p155"/>
          <p:cNvSpPr txBox="1"/>
          <p:nvPr/>
        </p:nvSpPr>
        <p:spPr>
          <a:xfrm>
            <a:off x="3388244" y="3228388"/>
            <a:ext cx="407700" cy="2127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n" sz="1600">
                <a:solidFill>
                  <a:schemeClr val="accent2"/>
                </a:solidFill>
                <a:latin typeface="Squada One"/>
                <a:ea typeface="Squada One"/>
                <a:cs typeface="Squada One"/>
                <a:sym typeface="Squada One"/>
              </a:rPr>
              <a:t>10</a:t>
            </a:r>
            <a:r>
              <a:rPr lang="en" sz="1600">
                <a:solidFill>
                  <a:schemeClr val="accent2"/>
                </a:solidFill>
                <a:latin typeface="Squada One"/>
                <a:ea typeface="Squada One"/>
                <a:cs typeface="Squada One"/>
                <a:sym typeface="Squada One"/>
              </a:rPr>
              <a:t>%</a:t>
            </a:r>
            <a:endParaRPr sz="1600">
              <a:solidFill>
                <a:schemeClr val="accent2"/>
              </a:solidFill>
              <a:latin typeface="Squada One"/>
              <a:ea typeface="Squada One"/>
              <a:cs typeface="Squada One"/>
              <a:sym typeface="Squada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2004"/>
                                        </p:tgtEl>
                                        <p:attrNameLst>
                                          <p:attrName>style.visibility</p:attrName>
                                        </p:attrNameLst>
                                      </p:cBhvr>
                                      <p:to>
                                        <p:strVal val="visible"/>
                                      </p:to>
                                    </p:set>
                                    <p:anim calcmode="lin" valueType="num">
                                      <p:cBhvr additive="base">
                                        <p:cTn dur="1000"/>
                                        <p:tgtEl>
                                          <p:spTgt spid="2004"/>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2011"/>
                                        </p:tgtEl>
                                        <p:attrNameLst>
                                          <p:attrName>style.visibility</p:attrName>
                                        </p:attrNameLst>
                                      </p:cBhvr>
                                      <p:to>
                                        <p:strVal val="visible"/>
                                      </p:to>
                                    </p:set>
                                    <p:animEffect filter="fade" transition="in">
                                      <p:cBhvr>
                                        <p:cTn dur="1000"/>
                                        <p:tgtEl>
                                          <p:spTgt spid="2011"/>
                                        </p:tgtEl>
                                      </p:cBhvr>
                                    </p:animEffect>
                                  </p:childTnLst>
                                </p:cTn>
                              </p:par>
                              <p:par>
                                <p:cTn fill="hold" nodeType="withEffect" presetClass="entr" presetID="10" presetSubtype="0">
                                  <p:stCondLst>
                                    <p:cond delay="0"/>
                                  </p:stCondLst>
                                  <p:childTnLst>
                                    <p:set>
                                      <p:cBhvr>
                                        <p:cTn dur="1" fill="hold">
                                          <p:stCondLst>
                                            <p:cond delay="0"/>
                                          </p:stCondLst>
                                        </p:cTn>
                                        <p:tgtEl>
                                          <p:spTgt spid="2012"/>
                                        </p:tgtEl>
                                        <p:attrNameLst>
                                          <p:attrName>style.visibility</p:attrName>
                                        </p:attrNameLst>
                                      </p:cBhvr>
                                      <p:to>
                                        <p:strVal val="visible"/>
                                      </p:to>
                                    </p:set>
                                    <p:animEffect filter="fade" transition="in">
                                      <p:cBhvr>
                                        <p:cTn dur="1000"/>
                                        <p:tgtEl>
                                          <p:spTgt spid="2012"/>
                                        </p:tgtEl>
                                      </p:cBhvr>
                                    </p:animEffect>
                                  </p:childTnLst>
                                </p:cTn>
                              </p:par>
                              <p:par>
                                <p:cTn fill="hold" nodeType="withEffect" presetClass="entr" presetID="10" presetSubtype="0">
                                  <p:stCondLst>
                                    <p:cond delay="0"/>
                                  </p:stCondLst>
                                  <p:childTnLst>
                                    <p:set>
                                      <p:cBhvr>
                                        <p:cTn dur="1" fill="hold">
                                          <p:stCondLst>
                                            <p:cond delay="0"/>
                                          </p:stCondLst>
                                        </p:cTn>
                                        <p:tgtEl>
                                          <p:spTgt spid="2014"/>
                                        </p:tgtEl>
                                        <p:attrNameLst>
                                          <p:attrName>style.visibility</p:attrName>
                                        </p:attrNameLst>
                                      </p:cBhvr>
                                      <p:to>
                                        <p:strVal val="visible"/>
                                      </p:to>
                                    </p:set>
                                    <p:animEffect filter="fade" transition="in">
                                      <p:cBhvr>
                                        <p:cTn dur="1000"/>
                                        <p:tgtEl>
                                          <p:spTgt spid="2014"/>
                                        </p:tgtEl>
                                      </p:cBhvr>
                                    </p:animEffect>
                                  </p:childTnLst>
                                </p:cTn>
                              </p:par>
                              <p:par>
                                <p:cTn fill="hold" nodeType="withEffect" presetClass="entr" presetID="10" presetSubtype="0">
                                  <p:stCondLst>
                                    <p:cond delay="0"/>
                                  </p:stCondLst>
                                  <p:childTnLst>
                                    <p:set>
                                      <p:cBhvr>
                                        <p:cTn dur="1" fill="hold">
                                          <p:stCondLst>
                                            <p:cond delay="0"/>
                                          </p:stCondLst>
                                        </p:cTn>
                                        <p:tgtEl>
                                          <p:spTgt spid="2010"/>
                                        </p:tgtEl>
                                        <p:attrNameLst>
                                          <p:attrName>style.visibility</p:attrName>
                                        </p:attrNameLst>
                                      </p:cBhvr>
                                      <p:to>
                                        <p:strVal val="visible"/>
                                      </p:to>
                                    </p:set>
                                    <p:animEffect filter="fade" transition="in">
                                      <p:cBhvr>
                                        <p:cTn dur="1000"/>
                                        <p:tgtEl>
                                          <p:spTgt spid="201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6" name="Shape 2026"/>
        <p:cNvGrpSpPr/>
        <p:nvPr/>
      </p:nvGrpSpPr>
      <p:grpSpPr>
        <a:xfrm>
          <a:off x="0" y="0"/>
          <a:ext cx="0" cy="0"/>
          <a:chOff x="0" y="0"/>
          <a:chExt cx="0" cy="0"/>
        </a:xfrm>
      </p:grpSpPr>
      <p:sp>
        <p:nvSpPr>
          <p:cNvPr id="2027" name="Google Shape;2027;p156"/>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A TABLE</a:t>
            </a:r>
            <a:endParaRPr/>
          </a:p>
        </p:txBody>
      </p:sp>
      <p:graphicFrame>
        <p:nvGraphicFramePr>
          <p:cNvPr id="2028" name="Google Shape;2028;p156"/>
          <p:cNvGraphicFramePr/>
          <p:nvPr/>
        </p:nvGraphicFramePr>
        <p:xfrm>
          <a:off x="1039902" y="1511435"/>
          <a:ext cx="3000000" cy="3000000"/>
        </p:xfrm>
        <a:graphic>
          <a:graphicData uri="http://schemas.openxmlformats.org/drawingml/2006/table">
            <a:tbl>
              <a:tblPr>
                <a:noFill/>
                <a:tableStyleId>{CC21EF9F-B8C0-46C9-AED6-6B6CCA415AD6}</a:tableStyleId>
              </a:tblPr>
              <a:tblGrid>
                <a:gridCol w="1676225"/>
                <a:gridCol w="3890975"/>
                <a:gridCol w="1487275"/>
              </a:tblGrid>
              <a:tr h="4356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AREA</a:t>
                      </a:r>
                      <a:endParaRPr b="1" sz="1600">
                        <a:solidFill>
                          <a:schemeClr val="accent2"/>
                        </a:solidFill>
                        <a:latin typeface="Fira Sans Extra Condensed"/>
                        <a:ea typeface="Fira Sans Extra Condensed"/>
                        <a:cs typeface="Fira Sans Extra Condensed"/>
                        <a:sym typeface="Fira Sans Extra Condense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DESCRIPTION</a:t>
                      </a:r>
                      <a:endParaRPr b="1" sz="1600">
                        <a:solidFill>
                          <a:schemeClr val="lt1"/>
                        </a:solidFill>
                        <a:latin typeface="Fira Sans Extra Condensed"/>
                        <a:ea typeface="Fira Sans Extra Condensed"/>
                        <a:cs typeface="Fira Sans Extra Condensed"/>
                        <a:sym typeface="Fira Sans Extra Condense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PRICE</a:t>
                      </a:r>
                      <a:endParaRPr b="1" sz="1600">
                        <a:solidFill>
                          <a:schemeClr val="lt1"/>
                        </a:solidFill>
                        <a:latin typeface="Fira Sans Extra Condensed"/>
                        <a:ea typeface="Fira Sans Extra Condensed"/>
                        <a:cs typeface="Fira Sans Extra Condensed"/>
                        <a:sym typeface="Fira Sans Extra Condense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TRAINING</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1270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Venus has a beautiful name and is the second planet from the Sun</a:t>
                      </a:r>
                      <a:endParaRPr>
                        <a:solidFill>
                          <a:schemeClr val="lt1"/>
                        </a:solidFill>
                        <a:latin typeface="Roboto Condensed Light"/>
                        <a:ea typeface="Roboto Condensed Light"/>
                        <a:cs typeface="Roboto Condensed Light"/>
                        <a:sym typeface="Roboto Condensed Light"/>
                      </a:endParaRPr>
                    </a:p>
                  </a:txBody>
                  <a:tcPr marT="91425" marB="91425" marR="91425" marL="91425" anchor="b">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MARKETING</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Mercury is the closest planet to the Sun and the smallest one in the Solar System</a:t>
                      </a:r>
                      <a:endParaRPr>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ASSESSMENT</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1270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Despite being red, Mars is actually a cold place full of iron oxide dust</a:t>
                      </a:r>
                      <a:endParaRPr>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658875">
                <a:tc>
                  <a:txBody>
                    <a:bodyPr/>
                    <a:lstStyle/>
                    <a:p>
                      <a:pPr indent="0" lvl="0" marL="0" rtl="0" algn="ctr">
                        <a:spcBef>
                          <a:spcPts val="0"/>
                        </a:spcBef>
                        <a:spcAft>
                          <a:spcPts val="0"/>
                        </a:spcAft>
                        <a:buNone/>
                      </a:pPr>
                      <a:r>
                        <a:rPr lang="en" sz="1600">
                          <a:solidFill>
                            <a:schemeClr val="lt1"/>
                          </a:solidFill>
                          <a:latin typeface="Squada One"/>
                          <a:ea typeface="Squada One"/>
                          <a:cs typeface="Squada One"/>
                          <a:sym typeface="Squada One"/>
                        </a:rPr>
                        <a:t>TECHNOLOGY</a:t>
                      </a:r>
                      <a:endParaRPr sz="1600">
                        <a:solidFill>
                          <a:schemeClr val="lt1"/>
                        </a:solidFill>
                        <a:latin typeface="Fira Sans Extra Condensed Medium"/>
                        <a:ea typeface="Fira Sans Extra Condensed Medium"/>
                        <a:cs typeface="Fira Sans Extra Condensed Medium"/>
                        <a:sym typeface="Fira Sans Extra Condensed Medium"/>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12700" rtl="0" algn="ctr">
                        <a:spcBef>
                          <a:spcPts val="0"/>
                        </a:spcBef>
                        <a:spcAft>
                          <a:spcPts val="0"/>
                        </a:spcAft>
                        <a:buClr>
                          <a:srgbClr val="000000"/>
                        </a:buClr>
                        <a:buSzPts val="1100"/>
                        <a:buFont typeface="Arial"/>
                        <a:buNone/>
                      </a:pPr>
                      <a:r>
                        <a:rPr lang="en">
                          <a:solidFill>
                            <a:schemeClr val="lt1"/>
                          </a:solidFill>
                          <a:latin typeface="Roboto Condensed Light"/>
                          <a:ea typeface="Roboto Condensed Light"/>
                          <a:cs typeface="Roboto Condensed Light"/>
                          <a:sym typeface="Roboto Condensed Light"/>
                        </a:rPr>
                        <a:t>Saturn, the ringed planet, is composed mostly of hydrogen and helium</a:t>
                      </a:r>
                      <a:endParaRPr>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bl>
          </a:graphicData>
        </a:graphic>
      </p:graphicFrame>
      <p:grpSp>
        <p:nvGrpSpPr>
          <p:cNvPr id="2029" name="Google Shape;2029;p156"/>
          <p:cNvGrpSpPr/>
          <p:nvPr/>
        </p:nvGrpSpPr>
        <p:grpSpPr>
          <a:xfrm>
            <a:off x="7186429" y="2804225"/>
            <a:ext cx="293764" cy="376198"/>
            <a:chOff x="5552134" y="2327602"/>
            <a:chExt cx="488629" cy="610216"/>
          </a:xfrm>
        </p:grpSpPr>
        <p:sp>
          <p:nvSpPr>
            <p:cNvPr id="2030" name="Google Shape;2030;p156"/>
            <p:cNvSpPr/>
            <p:nvPr/>
          </p:nvSpPr>
          <p:spPr>
            <a:xfrm>
              <a:off x="5552134" y="2732921"/>
              <a:ext cx="71503" cy="204896"/>
            </a:xfrm>
            <a:custGeom>
              <a:rect b="b" l="l" r="r" t="t"/>
              <a:pathLst>
                <a:path extrusionOk="0" h="11680" w="4076">
                  <a:moveTo>
                    <a:pt x="1" y="0"/>
                  </a:moveTo>
                  <a:lnTo>
                    <a:pt x="1" y="11679"/>
                  </a:lnTo>
                  <a:lnTo>
                    <a:pt x="4076" y="11679"/>
                  </a:lnTo>
                  <a:lnTo>
                    <a:pt x="407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56"/>
            <p:cNvSpPr/>
            <p:nvPr/>
          </p:nvSpPr>
          <p:spPr>
            <a:xfrm>
              <a:off x="5690685" y="2677645"/>
              <a:ext cx="71503" cy="260173"/>
            </a:xfrm>
            <a:custGeom>
              <a:rect b="b" l="l" r="r" t="t"/>
              <a:pathLst>
                <a:path extrusionOk="0" h="14831" w="4076">
                  <a:moveTo>
                    <a:pt x="1" y="1"/>
                  </a:moveTo>
                  <a:lnTo>
                    <a:pt x="1" y="14830"/>
                  </a:lnTo>
                  <a:lnTo>
                    <a:pt x="4076" y="14830"/>
                  </a:lnTo>
                  <a:lnTo>
                    <a:pt x="4076"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56"/>
            <p:cNvSpPr/>
            <p:nvPr/>
          </p:nvSpPr>
          <p:spPr>
            <a:xfrm>
              <a:off x="5829973" y="2618685"/>
              <a:ext cx="71503" cy="319133"/>
            </a:xfrm>
            <a:custGeom>
              <a:rect b="b" l="l" r="r" t="t"/>
              <a:pathLst>
                <a:path extrusionOk="0" h="18192" w="4076">
                  <a:moveTo>
                    <a:pt x="1" y="1"/>
                  </a:moveTo>
                  <a:lnTo>
                    <a:pt x="1" y="18191"/>
                  </a:lnTo>
                  <a:lnTo>
                    <a:pt x="4075" y="18191"/>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56"/>
            <p:cNvSpPr/>
            <p:nvPr/>
          </p:nvSpPr>
          <p:spPr>
            <a:xfrm>
              <a:off x="5969260" y="2528043"/>
              <a:ext cx="71503" cy="409775"/>
            </a:xfrm>
            <a:custGeom>
              <a:rect b="b" l="l" r="r" t="t"/>
              <a:pathLst>
                <a:path extrusionOk="0" h="23359" w="4076">
                  <a:moveTo>
                    <a:pt x="0" y="1"/>
                  </a:moveTo>
                  <a:lnTo>
                    <a:pt x="0" y="23358"/>
                  </a:lnTo>
                  <a:lnTo>
                    <a:pt x="4075" y="23358"/>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56"/>
            <p:cNvSpPr/>
            <p:nvPr/>
          </p:nvSpPr>
          <p:spPr>
            <a:xfrm>
              <a:off x="5552134" y="2328339"/>
              <a:ext cx="484945" cy="258682"/>
            </a:xfrm>
            <a:custGeom>
              <a:rect b="b" l="l" r="r" t="t"/>
              <a:pathLst>
                <a:path extrusionOk="0" fill="none" h="14746" w="27644">
                  <a:moveTo>
                    <a:pt x="27643" y="0"/>
                  </a:moveTo>
                  <a:cubicBezTo>
                    <a:pt x="21090" y="7772"/>
                    <a:pt x="14872" y="14746"/>
                    <a:pt x="1" y="14746"/>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56"/>
            <p:cNvSpPr/>
            <p:nvPr/>
          </p:nvSpPr>
          <p:spPr>
            <a:xfrm>
              <a:off x="5953788" y="2327602"/>
              <a:ext cx="83292" cy="83292"/>
            </a:xfrm>
            <a:custGeom>
              <a:rect b="b" l="l" r="r" t="t"/>
              <a:pathLst>
                <a:path extrusionOk="0" fill="none" h="4748" w="4748">
                  <a:moveTo>
                    <a:pt x="0" y="0"/>
                  </a:moveTo>
                  <a:lnTo>
                    <a:pt x="4747" y="0"/>
                  </a:lnTo>
                  <a:lnTo>
                    <a:pt x="4747" y="4747"/>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156"/>
          <p:cNvGrpSpPr/>
          <p:nvPr/>
        </p:nvGrpSpPr>
        <p:grpSpPr>
          <a:xfrm>
            <a:off x="7183375" y="3482404"/>
            <a:ext cx="300935" cy="336311"/>
            <a:chOff x="4289004" y="3418289"/>
            <a:chExt cx="516627" cy="577359"/>
          </a:xfrm>
        </p:grpSpPr>
        <p:sp>
          <p:nvSpPr>
            <p:cNvPr id="2037" name="Google Shape;2037;p156"/>
            <p:cNvSpPr/>
            <p:nvPr/>
          </p:nvSpPr>
          <p:spPr>
            <a:xfrm>
              <a:off x="4289004" y="3642325"/>
              <a:ext cx="59715" cy="175407"/>
            </a:xfrm>
            <a:custGeom>
              <a:rect b="b" l="l" r="r" t="t"/>
              <a:pathLst>
                <a:path extrusionOk="0" h="9999" w="3404">
                  <a:moveTo>
                    <a:pt x="1681" y="0"/>
                  </a:moveTo>
                  <a:cubicBezTo>
                    <a:pt x="756" y="0"/>
                    <a:pt x="0" y="756"/>
                    <a:pt x="0" y="1723"/>
                  </a:cubicBezTo>
                  <a:lnTo>
                    <a:pt x="0" y="8276"/>
                  </a:lnTo>
                  <a:cubicBezTo>
                    <a:pt x="0" y="9200"/>
                    <a:pt x="756" y="9956"/>
                    <a:pt x="1681" y="9998"/>
                  </a:cubicBezTo>
                  <a:cubicBezTo>
                    <a:pt x="2605" y="9956"/>
                    <a:pt x="3361" y="9200"/>
                    <a:pt x="3403" y="8276"/>
                  </a:cubicBezTo>
                  <a:lnTo>
                    <a:pt x="3403"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56"/>
            <p:cNvSpPr/>
            <p:nvPr/>
          </p:nvSpPr>
          <p:spPr>
            <a:xfrm>
              <a:off x="4746653" y="3642325"/>
              <a:ext cx="58978" cy="175407"/>
            </a:xfrm>
            <a:custGeom>
              <a:rect b="b" l="l" r="r" t="t"/>
              <a:pathLst>
                <a:path extrusionOk="0" h="9999" w="3362">
                  <a:moveTo>
                    <a:pt x="1681" y="0"/>
                  </a:moveTo>
                  <a:cubicBezTo>
                    <a:pt x="756" y="0"/>
                    <a:pt x="0" y="756"/>
                    <a:pt x="0" y="1723"/>
                  </a:cubicBezTo>
                  <a:lnTo>
                    <a:pt x="0" y="8276"/>
                  </a:lnTo>
                  <a:cubicBezTo>
                    <a:pt x="0" y="9200"/>
                    <a:pt x="756" y="9998"/>
                    <a:pt x="1681" y="9998"/>
                  </a:cubicBezTo>
                  <a:cubicBezTo>
                    <a:pt x="2605" y="9956"/>
                    <a:pt x="3361" y="9200"/>
                    <a:pt x="3361" y="8276"/>
                  </a:cubicBezTo>
                  <a:lnTo>
                    <a:pt x="3361"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56"/>
            <p:cNvSpPr/>
            <p:nvPr/>
          </p:nvSpPr>
          <p:spPr>
            <a:xfrm>
              <a:off x="4318476" y="3418289"/>
              <a:ext cx="457666" cy="224053"/>
            </a:xfrm>
            <a:custGeom>
              <a:rect b="b" l="l" r="r" t="t"/>
              <a:pathLst>
                <a:path extrusionOk="0" fill="none" h="12772" w="26089">
                  <a:moveTo>
                    <a:pt x="1" y="12771"/>
                  </a:moveTo>
                  <a:cubicBezTo>
                    <a:pt x="169" y="5672"/>
                    <a:pt x="5966" y="0"/>
                    <a:pt x="13066" y="0"/>
                  </a:cubicBezTo>
                  <a:cubicBezTo>
                    <a:pt x="20165" y="0"/>
                    <a:pt x="25921" y="5672"/>
                    <a:pt x="26089" y="12771"/>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56"/>
            <p:cNvSpPr/>
            <p:nvPr/>
          </p:nvSpPr>
          <p:spPr>
            <a:xfrm>
              <a:off x="4566825" y="3817715"/>
              <a:ext cx="190161" cy="175407"/>
            </a:xfrm>
            <a:custGeom>
              <a:rect b="b" l="l" r="r" t="t"/>
              <a:pathLst>
                <a:path extrusionOk="0" fill="none" h="9999" w="10840">
                  <a:moveTo>
                    <a:pt x="10839" y="0"/>
                  </a:moveTo>
                  <a:lnTo>
                    <a:pt x="9243" y="4285"/>
                  </a:lnTo>
                  <a:cubicBezTo>
                    <a:pt x="7857" y="8024"/>
                    <a:pt x="3824" y="9999"/>
                    <a:pt x="1" y="8864"/>
                  </a:cubicBezTo>
                  <a:lnTo>
                    <a:pt x="1" y="8864"/>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56"/>
            <p:cNvSpPr/>
            <p:nvPr/>
          </p:nvSpPr>
          <p:spPr>
            <a:xfrm>
              <a:off x="4500514" y="3926040"/>
              <a:ext cx="81818" cy="69609"/>
            </a:xfrm>
            <a:custGeom>
              <a:rect b="b" l="l" r="r" t="t"/>
              <a:pathLst>
                <a:path extrusionOk="0" h="3968" w="4664">
                  <a:moveTo>
                    <a:pt x="2689" y="1"/>
                  </a:moveTo>
                  <a:cubicBezTo>
                    <a:pt x="924" y="1"/>
                    <a:pt x="0" y="2143"/>
                    <a:pt x="1260" y="3404"/>
                  </a:cubicBezTo>
                  <a:cubicBezTo>
                    <a:pt x="1663" y="3793"/>
                    <a:pt x="2156" y="3968"/>
                    <a:pt x="2640" y="3968"/>
                  </a:cubicBezTo>
                  <a:cubicBezTo>
                    <a:pt x="3671" y="3968"/>
                    <a:pt x="4663" y="3176"/>
                    <a:pt x="4663" y="1975"/>
                  </a:cubicBezTo>
                  <a:cubicBezTo>
                    <a:pt x="4663" y="883"/>
                    <a:pt x="3781" y="1"/>
                    <a:pt x="2689"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156"/>
          <p:cNvGrpSpPr/>
          <p:nvPr/>
        </p:nvGrpSpPr>
        <p:grpSpPr>
          <a:xfrm>
            <a:off x="7176614" y="4213037"/>
            <a:ext cx="313824" cy="190067"/>
            <a:chOff x="5602253" y="3148556"/>
            <a:chExt cx="627899" cy="380286"/>
          </a:xfrm>
        </p:grpSpPr>
        <p:sp>
          <p:nvSpPr>
            <p:cNvPr id="2043" name="Google Shape;2043;p156"/>
            <p:cNvSpPr/>
            <p:nvPr/>
          </p:nvSpPr>
          <p:spPr>
            <a:xfrm>
              <a:off x="5602253" y="3148556"/>
              <a:ext cx="627899" cy="380286"/>
            </a:xfrm>
            <a:custGeom>
              <a:rect b="b" l="l" r="r" t="t"/>
              <a:pathLst>
                <a:path extrusionOk="0" h="21678" w="35793">
                  <a:moveTo>
                    <a:pt x="1891" y="1"/>
                  </a:moveTo>
                  <a:cubicBezTo>
                    <a:pt x="841" y="1"/>
                    <a:pt x="1" y="883"/>
                    <a:pt x="1" y="1891"/>
                  </a:cubicBezTo>
                  <a:lnTo>
                    <a:pt x="1" y="19787"/>
                  </a:lnTo>
                  <a:cubicBezTo>
                    <a:pt x="1" y="20838"/>
                    <a:pt x="841" y="21678"/>
                    <a:pt x="1891" y="21678"/>
                  </a:cubicBezTo>
                  <a:lnTo>
                    <a:pt x="33902" y="21678"/>
                  </a:lnTo>
                  <a:cubicBezTo>
                    <a:pt x="34953" y="21678"/>
                    <a:pt x="35793" y="20838"/>
                    <a:pt x="35793" y="19787"/>
                  </a:cubicBezTo>
                  <a:lnTo>
                    <a:pt x="35793" y="1891"/>
                  </a:lnTo>
                  <a:cubicBezTo>
                    <a:pt x="35793" y="883"/>
                    <a:pt x="34953" y="1"/>
                    <a:pt x="33902"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56"/>
            <p:cNvSpPr/>
            <p:nvPr/>
          </p:nvSpPr>
          <p:spPr>
            <a:xfrm>
              <a:off x="5669318" y="3451445"/>
              <a:ext cx="162145" cy="18"/>
            </a:xfrm>
            <a:custGeom>
              <a:rect b="b" l="l" r="r" t="t"/>
              <a:pathLst>
                <a:path extrusionOk="0" fill="none" h="1" w="9243">
                  <a:moveTo>
                    <a:pt x="0" y="1"/>
                  </a:moveTo>
                  <a:lnTo>
                    <a:pt x="924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56"/>
            <p:cNvSpPr/>
            <p:nvPr/>
          </p:nvSpPr>
          <p:spPr>
            <a:xfrm>
              <a:off x="5907353" y="3451445"/>
              <a:ext cx="120149" cy="18"/>
            </a:xfrm>
            <a:custGeom>
              <a:rect b="b" l="l" r="r" t="t"/>
              <a:pathLst>
                <a:path extrusionOk="0" fill="none" h="1" w="6849">
                  <a:moveTo>
                    <a:pt x="1" y="1"/>
                  </a:moveTo>
                  <a:lnTo>
                    <a:pt x="684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56"/>
            <p:cNvSpPr/>
            <p:nvPr/>
          </p:nvSpPr>
          <p:spPr>
            <a:xfrm>
              <a:off x="6104127" y="3451445"/>
              <a:ext cx="59697" cy="18"/>
            </a:xfrm>
            <a:custGeom>
              <a:rect b="b" l="l" r="r" t="t"/>
              <a:pathLst>
                <a:path extrusionOk="0" fill="none" h="1" w="3403">
                  <a:moveTo>
                    <a:pt x="0" y="1"/>
                  </a:moveTo>
                  <a:lnTo>
                    <a:pt x="340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56"/>
            <p:cNvSpPr/>
            <p:nvPr/>
          </p:nvSpPr>
          <p:spPr>
            <a:xfrm>
              <a:off x="5684054" y="3232567"/>
              <a:ext cx="112044" cy="112044"/>
            </a:xfrm>
            <a:custGeom>
              <a:rect b="b" l="l" r="r" t="t"/>
              <a:pathLst>
                <a:path extrusionOk="0" fill="none" h="6387" w="6387">
                  <a:moveTo>
                    <a:pt x="1" y="1"/>
                  </a:moveTo>
                  <a:lnTo>
                    <a:pt x="6386" y="1"/>
                  </a:lnTo>
                  <a:lnTo>
                    <a:pt x="6386" y="6386"/>
                  </a:lnTo>
                  <a:lnTo>
                    <a:pt x="1" y="6386"/>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56"/>
            <p:cNvSpPr/>
            <p:nvPr/>
          </p:nvSpPr>
          <p:spPr>
            <a:xfrm>
              <a:off x="5759224" y="3232567"/>
              <a:ext cx="18" cy="44242"/>
            </a:xfrm>
            <a:custGeom>
              <a:rect b="b" l="l" r="r" t="t"/>
              <a:pathLst>
                <a:path extrusionOk="0" fill="none" h="2522" w="1">
                  <a:moveTo>
                    <a:pt x="1" y="1"/>
                  </a:moveTo>
                  <a:lnTo>
                    <a:pt x="1"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56"/>
            <p:cNvSpPr/>
            <p:nvPr/>
          </p:nvSpPr>
          <p:spPr>
            <a:xfrm>
              <a:off x="5718700" y="3288580"/>
              <a:ext cx="18" cy="44242"/>
            </a:xfrm>
            <a:custGeom>
              <a:rect b="b" l="l" r="r" t="t"/>
              <a:pathLst>
                <a:path extrusionOk="0" fill="none" h="2522" w="1">
                  <a:moveTo>
                    <a:pt x="0" y="1"/>
                  </a:moveTo>
                  <a:lnTo>
                    <a:pt x="0"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56"/>
            <p:cNvSpPr/>
            <p:nvPr/>
          </p:nvSpPr>
          <p:spPr>
            <a:xfrm>
              <a:off x="6163806" y="3148556"/>
              <a:ext cx="18" cy="380286"/>
            </a:xfrm>
            <a:custGeom>
              <a:rect b="b" l="l" r="r" t="t"/>
              <a:pathLst>
                <a:path extrusionOk="0" fill="none" h="21678" w="1">
                  <a:moveTo>
                    <a:pt x="1" y="1"/>
                  </a:moveTo>
                  <a:lnTo>
                    <a:pt x="1" y="21678"/>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 name="Google Shape;2051;p156"/>
          <p:cNvGrpSpPr/>
          <p:nvPr/>
        </p:nvGrpSpPr>
        <p:grpSpPr>
          <a:xfrm>
            <a:off x="7169949" y="2186013"/>
            <a:ext cx="306357" cy="292778"/>
            <a:chOff x="2569676" y="2351025"/>
            <a:chExt cx="511276" cy="488451"/>
          </a:xfrm>
        </p:grpSpPr>
        <p:sp>
          <p:nvSpPr>
            <p:cNvPr id="2052" name="Google Shape;2052;p156"/>
            <p:cNvSpPr/>
            <p:nvPr/>
          </p:nvSpPr>
          <p:spPr>
            <a:xfrm>
              <a:off x="2838755" y="2351025"/>
              <a:ext cx="164733" cy="173700"/>
            </a:xfrm>
            <a:custGeom>
              <a:rect b="b" l="l" r="r" t="t"/>
              <a:pathLst>
                <a:path extrusionOk="0" h="8949" w="8487">
                  <a:moveTo>
                    <a:pt x="1" y="0"/>
                  </a:moveTo>
                  <a:lnTo>
                    <a:pt x="1471" y="8948"/>
                  </a:lnTo>
                  <a:lnTo>
                    <a:pt x="8487" y="3235"/>
                  </a:lnTo>
                  <a:cubicBezTo>
                    <a:pt x="6176" y="1134"/>
                    <a:pt x="3194" y="0"/>
                    <a:pt x="8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56"/>
            <p:cNvSpPr/>
            <p:nvPr/>
          </p:nvSpPr>
          <p:spPr>
            <a:xfrm>
              <a:off x="2599858" y="2363254"/>
              <a:ext cx="195711" cy="194081"/>
            </a:xfrm>
            <a:custGeom>
              <a:rect b="b" l="l" r="r" t="t"/>
              <a:pathLst>
                <a:path extrusionOk="0" h="9999" w="10083">
                  <a:moveTo>
                    <a:pt x="8486" y="0"/>
                  </a:moveTo>
                  <a:cubicBezTo>
                    <a:pt x="3991" y="1471"/>
                    <a:pt x="714" y="5335"/>
                    <a:pt x="0" y="9998"/>
                  </a:cubicBezTo>
                  <a:lnTo>
                    <a:pt x="10082" y="9998"/>
                  </a:lnTo>
                  <a:lnTo>
                    <a:pt x="848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56"/>
            <p:cNvSpPr/>
            <p:nvPr/>
          </p:nvSpPr>
          <p:spPr>
            <a:xfrm>
              <a:off x="2946402" y="2472512"/>
              <a:ext cx="134550" cy="84822"/>
            </a:xfrm>
            <a:custGeom>
              <a:rect b="b" l="l" r="r" t="t"/>
              <a:pathLst>
                <a:path extrusionOk="0" h="4370" w="6932">
                  <a:moveTo>
                    <a:pt x="5378" y="0"/>
                  </a:moveTo>
                  <a:lnTo>
                    <a:pt x="0" y="4369"/>
                  </a:lnTo>
                  <a:lnTo>
                    <a:pt x="6932" y="4369"/>
                  </a:lnTo>
                  <a:cubicBezTo>
                    <a:pt x="6680" y="2857"/>
                    <a:pt x="6134" y="1345"/>
                    <a:pt x="5378"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56"/>
            <p:cNvSpPr/>
            <p:nvPr/>
          </p:nvSpPr>
          <p:spPr>
            <a:xfrm>
              <a:off x="2662629" y="2660050"/>
              <a:ext cx="179426" cy="179426"/>
            </a:xfrm>
            <a:custGeom>
              <a:rect b="b" l="l" r="r" t="t"/>
              <a:pathLst>
                <a:path extrusionOk="0" h="9244" w="9244">
                  <a:moveTo>
                    <a:pt x="7731" y="1"/>
                  </a:moveTo>
                  <a:lnTo>
                    <a:pt x="1" y="5336"/>
                  </a:lnTo>
                  <a:cubicBezTo>
                    <a:pt x="2361" y="7820"/>
                    <a:pt x="5619" y="9244"/>
                    <a:pt x="9011" y="9244"/>
                  </a:cubicBezTo>
                  <a:cubicBezTo>
                    <a:pt x="9060" y="9244"/>
                    <a:pt x="9110" y="9243"/>
                    <a:pt x="9159" y="9243"/>
                  </a:cubicBezTo>
                  <a:lnTo>
                    <a:pt x="9243" y="9243"/>
                  </a:lnTo>
                  <a:lnTo>
                    <a:pt x="7731"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56"/>
            <p:cNvSpPr/>
            <p:nvPr/>
          </p:nvSpPr>
          <p:spPr>
            <a:xfrm>
              <a:off x="2884426" y="2633148"/>
              <a:ext cx="196526" cy="194896"/>
            </a:xfrm>
            <a:custGeom>
              <a:rect b="b" l="l" r="r" t="t"/>
              <a:pathLst>
                <a:path extrusionOk="0" h="10041" w="10125">
                  <a:moveTo>
                    <a:pt x="1" y="0"/>
                  </a:moveTo>
                  <a:lnTo>
                    <a:pt x="1597" y="10041"/>
                  </a:lnTo>
                  <a:cubicBezTo>
                    <a:pt x="6092" y="8528"/>
                    <a:pt x="9369" y="4663"/>
                    <a:pt x="1012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56"/>
            <p:cNvSpPr/>
            <p:nvPr/>
          </p:nvSpPr>
          <p:spPr>
            <a:xfrm>
              <a:off x="2569676" y="2621735"/>
              <a:ext cx="53843" cy="82376"/>
            </a:xfrm>
            <a:custGeom>
              <a:rect b="b" l="l" r="r" t="t"/>
              <a:pathLst>
                <a:path extrusionOk="0" fill="none" h="4244" w="2774">
                  <a:moveTo>
                    <a:pt x="1471" y="0"/>
                  </a:moveTo>
                  <a:lnTo>
                    <a:pt x="1" y="2773"/>
                  </a:lnTo>
                  <a:lnTo>
                    <a:pt x="2773" y="4243"/>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56"/>
            <p:cNvSpPr/>
            <p:nvPr/>
          </p:nvSpPr>
          <p:spPr>
            <a:xfrm>
              <a:off x="2595782" y="2616029"/>
              <a:ext cx="196526" cy="50563"/>
            </a:xfrm>
            <a:custGeom>
              <a:rect b="b" l="l" r="r" t="t"/>
              <a:pathLst>
                <a:path extrusionOk="0" fill="none" h="2605" w="10125">
                  <a:moveTo>
                    <a:pt x="0" y="2605"/>
                  </a:moveTo>
                  <a:lnTo>
                    <a:pt x="10124"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2027"/>
                                        </p:tgtEl>
                                        <p:attrNameLst>
                                          <p:attrName>style.visibility</p:attrName>
                                        </p:attrNameLst>
                                      </p:cBhvr>
                                      <p:to>
                                        <p:strVal val="visible"/>
                                      </p:to>
                                    </p:set>
                                    <p:anim calcmode="lin" valueType="num">
                                      <p:cBhvr additive="base">
                                        <p:cTn dur="1000"/>
                                        <p:tgtEl>
                                          <p:spTgt spid="2027"/>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028"/>
                                        </p:tgtEl>
                                        <p:attrNameLst>
                                          <p:attrName>style.visibility</p:attrName>
                                        </p:attrNameLst>
                                      </p:cBhvr>
                                      <p:to>
                                        <p:strVal val="visible"/>
                                      </p:to>
                                    </p:set>
                                    <p:animEffect filter="fade" transition="in">
                                      <p:cBhvr>
                                        <p:cTn dur="1000"/>
                                        <p:tgtEl>
                                          <p:spTgt spid="202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2" name="Shape 2062"/>
        <p:cNvGrpSpPr/>
        <p:nvPr/>
      </p:nvGrpSpPr>
      <p:grpSpPr>
        <a:xfrm>
          <a:off x="0" y="0"/>
          <a:ext cx="0" cy="0"/>
          <a:chOff x="0" y="0"/>
          <a:chExt cx="0" cy="0"/>
        </a:xfrm>
      </p:grpSpPr>
      <p:sp>
        <p:nvSpPr>
          <p:cNvPr id="2063" name="Google Shape;2063;p157"/>
          <p:cNvSpPr txBox="1"/>
          <p:nvPr>
            <p:ph type="ctrTitle"/>
          </p:nvPr>
        </p:nvSpPr>
        <p:spPr>
          <a:xfrm flipH="1">
            <a:off x="457200" y="449368"/>
            <a:ext cx="8229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TABLES</a:t>
            </a:r>
            <a:endParaRPr/>
          </a:p>
        </p:txBody>
      </p:sp>
      <p:graphicFrame>
        <p:nvGraphicFramePr>
          <p:cNvPr id="2064" name="Google Shape;2064;p157"/>
          <p:cNvGraphicFramePr/>
          <p:nvPr/>
        </p:nvGraphicFramePr>
        <p:xfrm>
          <a:off x="1001925" y="1841325"/>
          <a:ext cx="3000000" cy="3000000"/>
        </p:xfrm>
        <a:graphic>
          <a:graphicData uri="http://schemas.openxmlformats.org/drawingml/2006/table">
            <a:tbl>
              <a:tblPr>
                <a:noFill/>
                <a:tableStyleId>{CC21EF9F-B8C0-46C9-AED6-6B6CCA415AD6}</a:tableStyleId>
              </a:tblPr>
              <a:tblGrid>
                <a:gridCol w="1375950"/>
                <a:gridCol w="1857750"/>
              </a:tblGrid>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TRAINING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Mercury is the smallest planet</a:t>
                      </a:r>
                      <a:r>
                        <a:rPr lang="en">
                          <a:solidFill>
                            <a:schemeClr val="lt1"/>
                          </a:solidFill>
                          <a:latin typeface="Roboto Condensed"/>
                          <a:ea typeface="Roboto Condensed"/>
                          <a:cs typeface="Roboto Condensed"/>
                          <a:sym typeface="Roboto Condensed"/>
                        </a:rPr>
                        <a:t> of them all</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MARKETING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Venus </a:t>
                      </a:r>
                      <a:r>
                        <a:rPr lang="en">
                          <a:solidFill>
                            <a:schemeClr val="lt1"/>
                          </a:solidFill>
                          <a:latin typeface="Roboto Condensed"/>
                          <a:ea typeface="Roboto Condensed"/>
                          <a:cs typeface="Roboto Condensed"/>
                          <a:sym typeface="Roboto Condensed"/>
                        </a:rPr>
                        <a:t>is the second planet from the Sun</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ASSESSMENT</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It’s the biggest planet in the Solar System</a:t>
                      </a:r>
                      <a:endParaRPr sz="1600">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bl>
          </a:graphicData>
        </a:graphic>
      </p:graphicFrame>
      <p:graphicFrame>
        <p:nvGraphicFramePr>
          <p:cNvPr id="2065" name="Google Shape;2065;p157"/>
          <p:cNvGraphicFramePr/>
          <p:nvPr/>
        </p:nvGraphicFramePr>
        <p:xfrm>
          <a:off x="4906900" y="1841325"/>
          <a:ext cx="3000000" cy="3000000"/>
        </p:xfrm>
        <a:graphic>
          <a:graphicData uri="http://schemas.openxmlformats.org/drawingml/2006/table">
            <a:tbl>
              <a:tblPr>
                <a:noFill/>
                <a:tableStyleId>{CC21EF9F-B8C0-46C9-AED6-6B6CCA415AD6}</a:tableStyleId>
              </a:tblPr>
              <a:tblGrid>
                <a:gridCol w="1375950"/>
                <a:gridCol w="1857750"/>
              </a:tblGrid>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TECHNOLOGY</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Clr>
                          <a:srgbClr val="000000"/>
                        </a:buClr>
                        <a:buSzPts val="1100"/>
                        <a:buFont typeface="Arial"/>
                        <a:buNone/>
                      </a:pPr>
                      <a:r>
                        <a:rPr lang="en">
                          <a:solidFill>
                            <a:schemeClr val="lt1"/>
                          </a:solidFill>
                          <a:latin typeface="Roboto Condensed"/>
                          <a:ea typeface="Roboto Condensed"/>
                          <a:cs typeface="Roboto Condensed"/>
                          <a:sym typeface="Roboto Condensed"/>
                        </a:rPr>
                        <a:t>Despite being red,</a:t>
                      </a:r>
                      <a:endParaRPr>
                        <a:solidFill>
                          <a:schemeClr val="lt1"/>
                        </a:solidFill>
                        <a:latin typeface="Roboto Condensed"/>
                        <a:ea typeface="Roboto Condensed"/>
                        <a:cs typeface="Roboto Condensed"/>
                        <a:sym typeface="Roboto Condensed"/>
                      </a:endParaRPr>
                    </a:p>
                    <a:p>
                      <a:pPr indent="0" lvl="0" marL="0" rtl="0" algn="l">
                        <a:spcBef>
                          <a:spcPts val="0"/>
                        </a:spcBef>
                        <a:spcAft>
                          <a:spcPts val="0"/>
                        </a:spcAft>
                        <a:buNone/>
                      </a:pPr>
                      <a:r>
                        <a:rPr lang="en">
                          <a:solidFill>
                            <a:schemeClr val="lt1"/>
                          </a:solidFill>
                          <a:latin typeface="Roboto Condensed"/>
                          <a:ea typeface="Roboto Condensed"/>
                          <a:cs typeface="Roboto Condensed"/>
                          <a:sym typeface="Roboto Condensed"/>
                        </a:rPr>
                        <a:t>Mars is cold</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TRAINING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Clr>
                          <a:srgbClr val="000000"/>
                        </a:buClr>
                        <a:buSzPts val="1100"/>
                        <a:buFont typeface="Arial"/>
                        <a:buNone/>
                      </a:pPr>
                      <a:r>
                        <a:rPr lang="en">
                          <a:solidFill>
                            <a:schemeClr val="lt1"/>
                          </a:solidFill>
                          <a:latin typeface="Roboto Condensed"/>
                          <a:ea typeface="Roboto Condensed"/>
                          <a:cs typeface="Roboto Condensed"/>
                          <a:sym typeface="Roboto Condensed"/>
                        </a:rPr>
                        <a:t>Saturn is the ringed one and a gas giant</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r h="730450">
                <a:tc>
                  <a:txBody>
                    <a:bodyPr/>
                    <a:lstStyle/>
                    <a:p>
                      <a:pPr indent="0" lvl="0" marL="0" rtl="0" algn="ctr">
                        <a:spcBef>
                          <a:spcPts val="0"/>
                        </a:spcBef>
                        <a:spcAft>
                          <a:spcPts val="0"/>
                        </a:spcAft>
                        <a:buNone/>
                      </a:pPr>
                      <a:r>
                        <a:rPr lang="en" sz="1600">
                          <a:solidFill>
                            <a:schemeClr val="accent2"/>
                          </a:solidFill>
                          <a:latin typeface="Squada One"/>
                          <a:ea typeface="Squada One"/>
                          <a:cs typeface="Squada One"/>
                          <a:sym typeface="Squada One"/>
                        </a:rPr>
                        <a:t>MARKETING</a:t>
                      </a:r>
                      <a:endParaRPr b="1" sz="1500">
                        <a:solidFill>
                          <a:schemeClr val="accent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c>
                  <a:txBody>
                    <a:bodyPr/>
                    <a:lstStyle/>
                    <a:p>
                      <a:pPr indent="0" lvl="0" marL="0" rtl="0" algn="l">
                        <a:spcBef>
                          <a:spcPts val="0"/>
                        </a:spcBef>
                        <a:spcAft>
                          <a:spcPts val="0"/>
                        </a:spcAft>
                        <a:buClr>
                          <a:srgbClr val="000000"/>
                        </a:buClr>
                        <a:buSzPts val="1100"/>
                        <a:buFont typeface="Arial"/>
                        <a:buNone/>
                      </a:pPr>
                      <a:r>
                        <a:rPr lang="en">
                          <a:solidFill>
                            <a:schemeClr val="lt1"/>
                          </a:solidFill>
                          <a:latin typeface="Roboto Condensed"/>
                          <a:ea typeface="Roboto Condensed"/>
                          <a:cs typeface="Roboto Condensed"/>
                          <a:sym typeface="Roboto Condensed"/>
                        </a:rPr>
                        <a:t>Neptune is very far away from Earth</a:t>
                      </a:r>
                      <a:endParaRPr>
                        <a:solidFill>
                          <a:schemeClr val="lt1"/>
                        </a:solidFill>
                        <a:latin typeface="Roboto Condensed"/>
                        <a:ea typeface="Roboto Condensed"/>
                        <a:cs typeface="Roboto Condensed"/>
                        <a:sym typeface="Roboto Condensed"/>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gradFill>
                      <a:gsLst>
                        <a:gs pos="0">
                          <a:srgbClr val="FFFFFF">
                            <a:alpha val="0"/>
                          </a:srgbClr>
                        </a:gs>
                        <a:gs pos="100000">
                          <a:srgbClr val="FFFFFF">
                            <a:alpha val="39215"/>
                          </a:srgbClr>
                        </a:gs>
                      </a:gsLst>
                      <a:path path="circle">
                        <a:fillToRect b="50%" l="50%" r="50%" t="50%"/>
                      </a:path>
                      <a:tileRect/>
                    </a:gradFill>
                  </a:tcPr>
                </a:tc>
              </a:tr>
            </a:tbl>
          </a:graphicData>
        </a:graphic>
      </p:graphicFrame>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2063"/>
                                        </p:tgtEl>
                                        <p:attrNameLst>
                                          <p:attrName>style.visibility</p:attrName>
                                        </p:attrNameLst>
                                      </p:cBhvr>
                                      <p:to>
                                        <p:strVal val="visible"/>
                                      </p:to>
                                    </p:set>
                                    <p:anim calcmode="lin" valueType="num">
                                      <p:cBhvr additive="base">
                                        <p:cTn dur="1000"/>
                                        <p:tgtEl>
                                          <p:spTgt spid="2063"/>
                                        </p:tgtEl>
                                        <p:attrNameLst>
                                          <p:attrName>ppt_y</p:attrName>
                                        </p:attrNameLst>
                                      </p:cBhvr>
                                      <p:tavLst>
                                        <p:tav fmla="" tm="0">
                                          <p:val>
                                            <p:strVal val="#ppt_y-1"/>
                                          </p:val>
                                        </p:tav>
                                        <p:tav fmla="" tm="100000">
                                          <p:val>
                                            <p:strVal val="#ppt_y"/>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064"/>
                                        </p:tgtEl>
                                        <p:attrNameLst>
                                          <p:attrName>style.visibility</p:attrName>
                                        </p:attrNameLst>
                                      </p:cBhvr>
                                      <p:to>
                                        <p:strVal val="visible"/>
                                      </p:to>
                                    </p:set>
                                    <p:animEffect filter="fade" transition="in">
                                      <p:cBhvr>
                                        <p:cTn dur="1000"/>
                                        <p:tgtEl>
                                          <p:spTgt spid="206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065"/>
                                        </p:tgtEl>
                                        <p:attrNameLst>
                                          <p:attrName>style.visibility</p:attrName>
                                        </p:attrNameLst>
                                      </p:cBhvr>
                                      <p:to>
                                        <p:strVal val="visible"/>
                                      </p:to>
                                    </p:set>
                                    <p:animEffect filter="fade" transition="in">
                                      <p:cBhvr>
                                        <p:cTn dur="1000"/>
                                        <p:tgtEl>
                                          <p:spTgt spid="20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9" name="Shape 2069"/>
        <p:cNvGrpSpPr/>
        <p:nvPr/>
      </p:nvGrpSpPr>
      <p:grpSpPr>
        <a:xfrm>
          <a:off x="0" y="0"/>
          <a:ext cx="0" cy="0"/>
          <a:chOff x="0" y="0"/>
          <a:chExt cx="0" cy="0"/>
        </a:xfrm>
      </p:grpSpPr>
      <p:sp>
        <p:nvSpPr>
          <p:cNvPr id="2070" name="Google Shape;2070;p158"/>
          <p:cNvSpPr txBox="1"/>
          <p:nvPr>
            <p:ph type="ctrTitle"/>
          </p:nvPr>
        </p:nvSpPr>
        <p:spPr>
          <a:xfrm flipH="1">
            <a:off x="457200" y="1443030"/>
            <a:ext cx="26958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THANKS</a:t>
            </a:r>
            <a:endParaRPr/>
          </a:p>
        </p:txBody>
      </p:sp>
      <p:sp>
        <p:nvSpPr>
          <p:cNvPr id="2071" name="Google Shape;2071;p158"/>
          <p:cNvSpPr txBox="1"/>
          <p:nvPr>
            <p:ph idx="1" type="subTitle"/>
          </p:nvPr>
        </p:nvSpPr>
        <p:spPr>
          <a:xfrm>
            <a:off x="457188" y="2038763"/>
            <a:ext cx="2695800" cy="4884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Clr>
                <a:schemeClr val="dk1"/>
              </a:buClr>
              <a:buSzPts val="1100"/>
              <a:buFont typeface="Arial"/>
              <a:buNone/>
            </a:pPr>
            <a:r>
              <a:rPr lang="en"/>
              <a:t>Do you have any questions?</a:t>
            </a:r>
            <a:endParaRPr/>
          </a:p>
          <a:p>
            <a:pPr indent="0" lvl="0" marL="0" rtl="0" algn="just">
              <a:spcBef>
                <a:spcPts val="0"/>
              </a:spcBef>
              <a:spcAft>
                <a:spcPts val="0"/>
              </a:spcAft>
              <a:buClr>
                <a:schemeClr val="dk1"/>
              </a:buClr>
              <a:buSzPts val="1100"/>
              <a:buFont typeface="Arial"/>
              <a:buNone/>
            </a:pPr>
            <a:r>
              <a:rPr lang="en"/>
              <a:t>addyouremail@freepik.</a:t>
            </a:r>
            <a:r>
              <a:rPr lang="en"/>
              <a:t>com</a:t>
            </a:r>
            <a:endParaRPr/>
          </a:p>
          <a:p>
            <a:pPr indent="0" lvl="0" marL="0" rtl="0" algn="just">
              <a:spcBef>
                <a:spcPts val="0"/>
              </a:spcBef>
              <a:spcAft>
                <a:spcPts val="0"/>
              </a:spcAft>
              <a:buClr>
                <a:schemeClr val="dk1"/>
              </a:buClr>
              <a:buSzPts val="1100"/>
              <a:buFont typeface="Arial"/>
              <a:buNone/>
            </a:pPr>
            <a:r>
              <a:rPr lang="en"/>
              <a:t>+91 620 421 838</a:t>
            </a:r>
            <a:endParaRPr/>
          </a:p>
          <a:p>
            <a:pPr indent="0" lvl="0" marL="0" rtl="0" algn="just">
              <a:spcBef>
                <a:spcPts val="0"/>
              </a:spcBef>
              <a:spcAft>
                <a:spcPts val="0"/>
              </a:spcAft>
              <a:buClr>
                <a:schemeClr val="dk1"/>
              </a:buClr>
              <a:buSzPts val="1100"/>
              <a:buFont typeface="Arial"/>
              <a:buNone/>
            </a:pPr>
            <a:r>
              <a:rPr lang="en"/>
              <a:t>yourcompany.com</a:t>
            </a:r>
            <a:endParaRPr/>
          </a:p>
        </p:txBody>
      </p:sp>
      <p:sp>
        <p:nvSpPr>
          <p:cNvPr id="2072" name="Google Shape;2072;p158"/>
          <p:cNvSpPr/>
          <p:nvPr/>
        </p:nvSpPr>
        <p:spPr>
          <a:xfrm>
            <a:off x="557923" y="3103479"/>
            <a:ext cx="362224" cy="362224"/>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3" name="Google Shape;2073;p158"/>
          <p:cNvGrpSpPr/>
          <p:nvPr/>
        </p:nvGrpSpPr>
        <p:grpSpPr>
          <a:xfrm>
            <a:off x="1673408" y="3103505"/>
            <a:ext cx="362227" cy="362227"/>
            <a:chOff x="1323129" y="2571761"/>
            <a:chExt cx="417024" cy="417024"/>
          </a:xfrm>
        </p:grpSpPr>
        <p:sp>
          <p:nvSpPr>
            <p:cNvPr id="2074" name="Google Shape;2074;p158"/>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58"/>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58"/>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58"/>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8" name="Google Shape;2078;p158"/>
          <p:cNvSpPr/>
          <p:nvPr/>
        </p:nvSpPr>
        <p:spPr>
          <a:xfrm>
            <a:off x="1114758" y="3136154"/>
            <a:ext cx="364018" cy="296874"/>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79" name="Google Shape;2079;p158"/>
          <p:cNvCxnSpPr/>
          <p:nvPr/>
        </p:nvCxnSpPr>
        <p:spPr>
          <a:xfrm>
            <a:off x="3192018" y="1702080"/>
            <a:ext cx="0" cy="1716900"/>
          </a:xfrm>
          <a:prstGeom prst="straightConnector1">
            <a:avLst/>
          </a:prstGeom>
          <a:noFill/>
          <a:ln cap="flat" cmpd="sng" w="28575">
            <a:solidFill>
              <a:schemeClr val="lt1"/>
            </a:solidFill>
            <a:prstDash val="solid"/>
            <a:round/>
            <a:headEnd len="med" w="med" type="none"/>
            <a:tailEnd len="med" w="med" type="none"/>
          </a:ln>
        </p:spPr>
      </p:cxnSp>
      <p:sp>
        <p:nvSpPr>
          <p:cNvPr id="2080" name="Google Shape;2080;p158"/>
          <p:cNvSpPr txBox="1"/>
          <p:nvPr/>
        </p:nvSpPr>
        <p:spPr>
          <a:xfrm>
            <a:off x="3389375" y="3127832"/>
            <a:ext cx="2902500" cy="444900"/>
          </a:xfrm>
          <a:prstGeom prst="rect">
            <a:avLst/>
          </a:prstGeom>
          <a:noFill/>
          <a:ln>
            <a:noFill/>
          </a:ln>
        </p:spPr>
        <p:txBody>
          <a:bodyPr anchorCtr="0" anchor="t" bIns="91425" lIns="91425" spcFirstLastPara="1" rIns="91425" wrap="square" tIns="91425">
            <a:noAutofit/>
          </a:bodyPr>
          <a:lstStyle/>
          <a:p>
            <a:pPr indent="0" lvl="0" marL="0" rtl="0" algn="l">
              <a:lnSpc>
                <a:spcPct val="114000"/>
              </a:lnSpc>
              <a:spcBef>
                <a:spcPts val="0"/>
              </a:spcBef>
              <a:spcAft>
                <a:spcPts val="300"/>
              </a:spcAft>
              <a:buNone/>
            </a:pPr>
            <a:r>
              <a:rPr lang="en">
                <a:solidFill>
                  <a:schemeClr val="lt1"/>
                </a:solidFill>
                <a:latin typeface="Roboto Condensed Light"/>
                <a:ea typeface="Roboto Condensed Light"/>
                <a:cs typeface="Roboto Condensed Light"/>
                <a:sym typeface="Roboto Condensed Light"/>
              </a:rPr>
              <a:t>Please keep this slide for attribution</a:t>
            </a:r>
            <a:endParaRPr>
              <a:solidFill>
                <a:schemeClr val="lt1"/>
              </a:solidFill>
              <a:latin typeface="Roboto Condensed Light"/>
              <a:ea typeface="Roboto Condensed Light"/>
              <a:cs typeface="Roboto Condensed Light"/>
              <a:sym typeface="Roboto Condensed Light"/>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4" name="Shape 2084"/>
        <p:cNvGrpSpPr/>
        <p:nvPr/>
      </p:nvGrpSpPr>
      <p:grpSpPr>
        <a:xfrm>
          <a:off x="0" y="0"/>
          <a:ext cx="0" cy="0"/>
          <a:chOff x="0" y="0"/>
          <a:chExt cx="0" cy="0"/>
        </a:xfrm>
      </p:grpSpPr>
      <p:sp>
        <p:nvSpPr>
          <p:cNvPr id="2085" name="Google Shape;2085;p159"/>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Top view smartphone mockup with headphones</a:t>
            </a:r>
            <a:endParaRPr/>
          </a:p>
          <a:p>
            <a:pPr indent="-304800" lvl="0" marL="457200" rtl="0" algn="l">
              <a:spcBef>
                <a:spcPts val="0"/>
              </a:spcBef>
              <a:spcAft>
                <a:spcPts val="0"/>
              </a:spcAft>
              <a:buSzPts val="1200"/>
              <a:buChar char="●"/>
            </a:pPr>
            <a:r>
              <a:rPr lang="en">
                <a:solidFill>
                  <a:schemeClr val="hlink"/>
                </a:solidFill>
                <a:uFill>
                  <a:noFill/>
                </a:uFill>
                <a:hlinkClick r:id="rId4"/>
              </a:rPr>
              <a:t>Close-up man using smart touch screen server</a:t>
            </a:r>
            <a:endParaRPr/>
          </a:p>
          <a:p>
            <a:pPr indent="-304800" lvl="0" marL="457200" rtl="0" algn="l">
              <a:spcBef>
                <a:spcPts val="0"/>
              </a:spcBef>
              <a:spcAft>
                <a:spcPts val="0"/>
              </a:spcAft>
              <a:buSzPts val="1200"/>
              <a:buChar char="●"/>
            </a:pPr>
            <a:r>
              <a:rPr lang="en">
                <a:uFill>
                  <a:noFill/>
                </a:uFill>
                <a:hlinkClick r:id="rId5"/>
              </a:rPr>
              <a:t>Businessman-working-on-laptop</a:t>
            </a:r>
            <a:endParaRPr/>
          </a:p>
          <a:p>
            <a:pPr indent="0" lvl="0" marL="457200" rtl="0" algn="l">
              <a:spcBef>
                <a:spcPts val="0"/>
              </a:spcBef>
              <a:spcAft>
                <a:spcPts val="0"/>
              </a:spcAft>
              <a:buNone/>
            </a:pPr>
            <a:r>
              <a:t/>
            </a:r>
            <a:endParaRPr/>
          </a:p>
        </p:txBody>
      </p:sp>
      <p:sp>
        <p:nvSpPr>
          <p:cNvPr id="2086" name="Google Shape;2086;p159"/>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1"/>
              </a:buClr>
              <a:buSzPts val="1100"/>
              <a:buFont typeface="Arial"/>
              <a:buNone/>
            </a:pPr>
            <a:r>
              <a:rPr lang="en"/>
              <a:t>RESOURCES</a:t>
            </a:r>
            <a:endParaRPr/>
          </a:p>
          <a:p>
            <a:pPr indent="0" lvl="0" marL="0" rtl="0" algn="ctr">
              <a:spcBef>
                <a:spcPts val="0"/>
              </a:spcBef>
              <a:spcAft>
                <a:spcPts val="0"/>
              </a:spcAft>
              <a:buNone/>
            </a:pPr>
            <a:r>
              <a:t/>
            </a:r>
            <a:endParaRPr/>
          </a:p>
        </p:txBody>
      </p:sp>
      <p:sp>
        <p:nvSpPr>
          <p:cNvPr id="2087" name="Google Shape;2087;p159"/>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PHOTOS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1" name="Shape 2091"/>
        <p:cNvGrpSpPr/>
        <p:nvPr/>
      </p:nvGrpSpPr>
      <p:grpSpPr>
        <a:xfrm>
          <a:off x="0" y="0"/>
          <a:ext cx="0" cy="0"/>
          <a:chOff x="0" y="0"/>
          <a:chExt cx="0" cy="0"/>
        </a:xfrm>
      </p:grpSpPr>
      <p:sp>
        <p:nvSpPr>
          <p:cNvPr id="2092" name="Google Shape;2092;p160"/>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PREMIUM RESOURCES</a:t>
            </a:r>
            <a:endParaRPr/>
          </a:p>
        </p:txBody>
      </p:sp>
      <p:sp>
        <p:nvSpPr>
          <p:cNvPr id="2093" name="Google Shape;2093;p160"/>
          <p:cNvSpPr txBox="1"/>
          <p:nvPr>
            <p:ph idx="1" type="subTitle"/>
          </p:nvPr>
        </p:nvSpPr>
        <p:spPr>
          <a:xfrm>
            <a:off x="2588100" y="2210650"/>
            <a:ext cx="43941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Business-man-using-laptop</a:t>
            </a:r>
            <a:endParaRPr/>
          </a:p>
          <a:p>
            <a:pPr indent="-304800" lvl="0" marL="457200" rtl="0" algn="l">
              <a:spcBef>
                <a:spcPts val="0"/>
              </a:spcBef>
              <a:spcAft>
                <a:spcPts val="0"/>
              </a:spcAft>
              <a:buSzPts val="1200"/>
              <a:buChar char="●"/>
            </a:pPr>
            <a:r>
              <a:rPr lang="en">
                <a:uFill>
                  <a:noFill/>
                </a:uFill>
                <a:hlinkClick r:id="rId4"/>
              </a:rPr>
              <a:t>Technology background texture</a:t>
            </a:r>
            <a:endParaRPr/>
          </a:p>
          <a:p>
            <a:pPr indent="-304800" lvl="0" marL="457200" rtl="0" algn="l">
              <a:spcBef>
                <a:spcPts val="0"/>
              </a:spcBef>
              <a:spcAft>
                <a:spcPts val="0"/>
              </a:spcAft>
              <a:buSzPts val="1200"/>
              <a:buChar char="●"/>
            </a:pPr>
            <a:r>
              <a:rPr lang="en">
                <a:uFill>
                  <a:noFill/>
                </a:uFill>
                <a:hlinkClick r:id="rId5"/>
              </a:rPr>
              <a:t>Woman playing games on vr set copy space</a:t>
            </a:r>
            <a:endParaRPr/>
          </a:p>
          <a:p>
            <a:pPr indent="-304800" lvl="0" marL="457200" rtl="0" algn="l">
              <a:spcBef>
                <a:spcPts val="0"/>
              </a:spcBef>
              <a:spcAft>
                <a:spcPts val="0"/>
              </a:spcAft>
              <a:buSzPts val="1200"/>
              <a:buChar char="●"/>
            </a:pPr>
            <a:r>
              <a:rPr lang="en">
                <a:uFill>
                  <a:noFill/>
                </a:uFill>
                <a:hlinkClick r:id="rId6"/>
              </a:rPr>
              <a:t>Notebook sitting on floor mockup</a:t>
            </a:r>
            <a:endParaRPr/>
          </a:p>
          <a:p>
            <a:pPr indent="-304800" lvl="0" marL="457200" marR="0" rtl="0" algn="l">
              <a:spcBef>
                <a:spcPts val="0"/>
              </a:spcBef>
              <a:spcAft>
                <a:spcPts val="0"/>
              </a:spcAft>
              <a:buSzPts val="1200"/>
              <a:buFont typeface="Arial"/>
              <a:buChar char="●"/>
            </a:pPr>
            <a:r>
              <a:rPr lang="en">
                <a:uFill>
                  <a:noFill/>
                </a:uFill>
                <a:hlinkClick r:id="rId7"/>
              </a:rPr>
              <a:t>Close-up tablet above laptop mockup</a:t>
            </a:r>
            <a:endParaRPr/>
          </a:p>
          <a:p>
            <a:pPr indent="-304800" lvl="0" marL="457200" marR="0" rtl="0" algn="l">
              <a:spcBef>
                <a:spcPts val="0"/>
              </a:spcBef>
              <a:spcAft>
                <a:spcPts val="0"/>
              </a:spcAft>
              <a:buSzPts val="1200"/>
              <a:buFont typeface="Arial"/>
              <a:buChar char="●"/>
            </a:pPr>
            <a:r>
              <a:rPr lang="en">
                <a:uFill>
                  <a:noFill/>
                </a:uFill>
                <a:hlinkClick r:id="rId8"/>
              </a:rPr>
              <a:t>Notebook and diary open workspace on desk</a:t>
            </a:r>
            <a:endParaRPr/>
          </a:p>
          <a:p>
            <a:pPr indent="-304800" lvl="0" marL="457200" marR="0" rtl="0" algn="l">
              <a:spcBef>
                <a:spcPts val="0"/>
              </a:spcBef>
              <a:spcAft>
                <a:spcPts val="0"/>
              </a:spcAft>
              <a:buSzPts val="1200"/>
              <a:buFont typeface="Arial"/>
              <a:buChar char="●"/>
            </a:pPr>
            <a:r>
              <a:rPr lang="en">
                <a:uFill>
                  <a:noFill/>
                </a:uFill>
                <a:hlinkClick r:id="rId9"/>
              </a:rPr>
              <a:t>Front view of businessman using hi-tech tablet</a:t>
            </a:r>
            <a:endParaRPr/>
          </a:p>
          <a:p>
            <a:pPr indent="-304800" lvl="0" marL="457200" marR="0" rtl="0" algn="l">
              <a:spcBef>
                <a:spcPts val="0"/>
              </a:spcBef>
              <a:spcAft>
                <a:spcPts val="0"/>
              </a:spcAft>
              <a:buSzPts val="1200"/>
              <a:buFont typeface="Arial"/>
              <a:buChar char="●"/>
            </a:pPr>
            <a:r>
              <a:rPr lang="en">
                <a:uFill>
                  <a:noFill/>
                </a:uFill>
                <a:hlinkClick r:id="rId10"/>
              </a:rPr>
              <a:t>Happy-employee with tablet </a:t>
            </a:r>
            <a:r>
              <a:rPr lang="en"/>
              <a:t>Premium</a:t>
            </a:r>
            <a:endParaRPr/>
          </a:p>
          <a:p>
            <a:pPr indent="-304800" lvl="0" marL="457200" marR="0" rtl="0" algn="l">
              <a:spcBef>
                <a:spcPts val="0"/>
              </a:spcBef>
              <a:spcAft>
                <a:spcPts val="0"/>
              </a:spcAft>
              <a:buSzPts val="1200"/>
              <a:buChar char="●"/>
            </a:pPr>
            <a:r>
              <a:rPr lang="en">
                <a:solidFill>
                  <a:schemeClr val="hlink"/>
                </a:solidFill>
                <a:uFill>
                  <a:noFill/>
                </a:uFill>
                <a:hlinkClick r:id="rId11"/>
              </a:rPr>
              <a:t>Side view of businessman using technology on tablet</a:t>
            </a:r>
            <a:endParaRPr/>
          </a:p>
          <a:p>
            <a:pPr indent="0" lvl="0" marL="457200" rtl="0" algn="l">
              <a:spcBef>
                <a:spcPts val="0"/>
              </a:spcBef>
              <a:spcAft>
                <a:spcPts val="0"/>
              </a:spcAft>
              <a:buNone/>
            </a:pPr>
            <a:r>
              <a:t/>
            </a:r>
            <a:endParaRPr/>
          </a:p>
        </p:txBody>
      </p:sp>
      <p:sp>
        <p:nvSpPr>
          <p:cNvPr id="2094" name="Google Shape;2094;p160"/>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PHOTOS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8" name="Shape 2098"/>
        <p:cNvGrpSpPr/>
        <p:nvPr/>
      </p:nvGrpSpPr>
      <p:grpSpPr>
        <a:xfrm>
          <a:off x="0" y="0"/>
          <a:ext cx="0" cy="0"/>
          <a:chOff x="0" y="0"/>
          <a:chExt cx="0" cy="0"/>
        </a:xfrm>
      </p:grpSpPr>
      <p:sp>
        <p:nvSpPr>
          <p:cNvPr id="2099" name="Google Shape;2099;p161"/>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PREMIUM RESOURCES</a:t>
            </a:r>
            <a:endParaRPr/>
          </a:p>
          <a:p>
            <a:pPr indent="0" lvl="0" marL="0" rtl="0" algn="ctr">
              <a:spcBef>
                <a:spcPts val="0"/>
              </a:spcBef>
              <a:spcAft>
                <a:spcPts val="0"/>
              </a:spcAft>
              <a:buNone/>
            </a:pPr>
            <a:r>
              <a:t/>
            </a:r>
            <a:endParaRPr/>
          </a:p>
        </p:txBody>
      </p:sp>
      <p:grpSp>
        <p:nvGrpSpPr>
          <p:cNvPr id="2100" name="Google Shape;2100;p161"/>
          <p:cNvGrpSpPr/>
          <p:nvPr/>
        </p:nvGrpSpPr>
        <p:grpSpPr>
          <a:xfrm>
            <a:off x="2849714" y="1927356"/>
            <a:ext cx="536636" cy="374527"/>
            <a:chOff x="2751875" y="1906331"/>
            <a:chExt cx="536636" cy="374527"/>
          </a:xfrm>
        </p:grpSpPr>
        <p:sp>
          <p:nvSpPr>
            <p:cNvPr id="2101" name="Google Shape;2101;p161"/>
            <p:cNvSpPr/>
            <p:nvPr/>
          </p:nvSpPr>
          <p:spPr>
            <a:xfrm>
              <a:off x="2951240" y="1997609"/>
              <a:ext cx="337272" cy="283249"/>
            </a:xfrm>
            <a:custGeom>
              <a:rect b="b" l="l" r="r" t="t"/>
              <a:pathLst>
                <a:path extrusionOk="0" h="14078" w="16763">
                  <a:moveTo>
                    <a:pt x="8864" y="1"/>
                  </a:moveTo>
                  <a:cubicBezTo>
                    <a:pt x="3361" y="1"/>
                    <a:pt x="0" y="6092"/>
                    <a:pt x="2941" y="10797"/>
                  </a:cubicBezTo>
                  <a:lnTo>
                    <a:pt x="883" y="12814"/>
                  </a:lnTo>
                  <a:cubicBezTo>
                    <a:pt x="967" y="12898"/>
                    <a:pt x="1009" y="12982"/>
                    <a:pt x="1093" y="13024"/>
                  </a:cubicBezTo>
                  <a:cubicBezTo>
                    <a:pt x="1779" y="13710"/>
                    <a:pt x="2677" y="14060"/>
                    <a:pt x="3583" y="14060"/>
                  </a:cubicBezTo>
                  <a:cubicBezTo>
                    <a:pt x="4341" y="14060"/>
                    <a:pt x="5105" y="13815"/>
                    <a:pt x="5756" y="13318"/>
                  </a:cubicBezTo>
                  <a:cubicBezTo>
                    <a:pt x="6772" y="13837"/>
                    <a:pt x="7845" y="14078"/>
                    <a:pt x="8898" y="14078"/>
                  </a:cubicBezTo>
                  <a:cubicBezTo>
                    <a:pt x="12021" y="14078"/>
                    <a:pt x="14969" y="11954"/>
                    <a:pt x="15754" y="8655"/>
                  </a:cubicBezTo>
                  <a:cubicBezTo>
                    <a:pt x="16762" y="4244"/>
                    <a:pt x="13444" y="1"/>
                    <a:pt x="8906"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61"/>
            <p:cNvSpPr/>
            <p:nvPr/>
          </p:nvSpPr>
          <p:spPr>
            <a:xfrm>
              <a:off x="2751875" y="1906331"/>
              <a:ext cx="338016" cy="283732"/>
            </a:xfrm>
            <a:custGeom>
              <a:rect b="b" l="l" r="r" t="t"/>
              <a:pathLst>
                <a:path extrusionOk="0" h="14102" w="16800">
                  <a:moveTo>
                    <a:pt x="7893" y="1"/>
                  </a:moveTo>
                  <a:lnTo>
                    <a:pt x="7893" y="43"/>
                  </a:lnTo>
                  <a:cubicBezTo>
                    <a:pt x="7870" y="43"/>
                    <a:pt x="7848" y="42"/>
                    <a:pt x="7826" y="42"/>
                  </a:cubicBezTo>
                  <a:cubicBezTo>
                    <a:pt x="3281" y="42"/>
                    <a:pt x="0" y="4265"/>
                    <a:pt x="1045" y="8655"/>
                  </a:cubicBezTo>
                  <a:cubicBezTo>
                    <a:pt x="1801" y="11991"/>
                    <a:pt x="4750" y="14102"/>
                    <a:pt x="7895" y="14102"/>
                  </a:cubicBezTo>
                  <a:cubicBezTo>
                    <a:pt x="8948" y="14102"/>
                    <a:pt x="10022" y="13865"/>
                    <a:pt x="11044" y="13360"/>
                  </a:cubicBezTo>
                  <a:cubicBezTo>
                    <a:pt x="11680" y="13842"/>
                    <a:pt x="12440" y="14085"/>
                    <a:pt x="13199" y="14085"/>
                  </a:cubicBezTo>
                  <a:cubicBezTo>
                    <a:pt x="14092" y="14085"/>
                    <a:pt x="14983" y="13747"/>
                    <a:pt x="15665" y="13066"/>
                  </a:cubicBezTo>
                  <a:lnTo>
                    <a:pt x="15875" y="12856"/>
                  </a:lnTo>
                  <a:lnTo>
                    <a:pt x="13816" y="10797"/>
                  </a:lnTo>
                  <a:cubicBezTo>
                    <a:pt x="16799" y="6092"/>
                    <a:pt x="13438" y="1"/>
                    <a:pt x="7893" y="1"/>
                  </a:cubicBezTo>
                  <a:close/>
                </a:path>
              </a:pathLst>
            </a:custGeom>
            <a:solidFill>
              <a:schemeClr val="lt1"/>
            </a:solid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161"/>
          <p:cNvGrpSpPr/>
          <p:nvPr/>
        </p:nvGrpSpPr>
        <p:grpSpPr>
          <a:xfrm>
            <a:off x="6019628" y="3179896"/>
            <a:ext cx="418398" cy="445122"/>
            <a:chOff x="6388578" y="3475039"/>
            <a:chExt cx="530626" cy="564518"/>
          </a:xfrm>
        </p:grpSpPr>
        <p:sp>
          <p:nvSpPr>
            <p:cNvPr id="2104" name="Google Shape;2104;p161"/>
            <p:cNvSpPr/>
            <p:nvPr/>
          </p:nvSpPr>
          <p:spPr>
            <a:xfrm>
              <a:off x="6388578" y="3475039"/>
              <a:ext cx="530626" cy="438492"/>
            </a:xfrm>
            <a:custGeom>
              <a:rect b="b" l="l" r="r" t="t"/>
              <a:pathLst>
                <a:path extrusionOk="0" h="24996" w="30248">
                  <a:moveTo>
                    <a:pt x="2017" y="0"/>
                  </a:moveTo>
                  <a:cubicBezTo>
                    <a:pt x="925" y="0"/>
                    <a:pt x="1" y="924"/>
                    <a:pt x="1" y="2058"/>
                  </a:cubicBezTo>
                  <a:lnTo>
                    <a:pt x="1" y="22979"/>
                  </a:lnTo>
                  <a:cubicBezTo>
                    <a:pt x="1" y="24114"/>
                    <a:pt x="925" y="24996"/>
                    <a:pt x="2017" y="24996"/>
                  </a:cubicBezTo>
                  <a:lnTo>
                    <a:pt x="28231" y="24996"/>
                  </a:lnTo>
                  <a:cubicBezTo>
                    <a:pt x="29324" y="24996"/>
                    <a:pt x="30248" y="24114"/>
                    <a:pt x="30248" y="22979"/>
                  </a:cubicBezTo>
                  <a:lnTo>
                    <a:pt x="30248" y="2058"/>
                  </a:lnTo>
                  <a:cubicBezTo>
                    <a:pt x="30248" y="924"/>
                    <a:pt x="29324" y="0"/>
                    <a:pt x="28231"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61"/>
            <p:cNvSpPr/>
            <p:nvPr/>
          </p:nvSpPr>
          <p:spPr>
            <a:xfrm>
              <a:off x="6388578" y="3797085"/>
              <a:ext cx="530626" cy="18"/>
            </a:xfrm>
            <a:custGeom>
              <a:rect b="b" l="l" r="r" t="t"/>
              <a:pathLst>
                <a:path extrusionOk="0" fill="none" h="1" w="30248">
                  <a:moveTo>
                    <a:pt x="1" y="0"/>
                  </a:moveTo>
                  <a:lnTo>
                    <a:pt x="30248" y="0"/>
                  </a:lnTo>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61"/>
            <p:cNvSpPr/>
            <p:nvPr/>
          </p:nvSpPr>
          <p:spPr>
            <a:xfrm>
              <a:off x="6625893" y="3837573"/>
              <a:ext cx="48645" cy="41611"/>
            </a:xfrm>
            <a:custGeom>
              <a:rect b="b" l="l" r="r" t="t"/>
              <a:pathLst>
                <a:path extrusionOk="0" h="2372" w="2773">
                  <a:moveTo>
                    <a:pt x="1665" y="0"/>
                  </a:moveTo>
                  <a:cubicBezTo>
                    <a:pt x="1642" y="0"/>
                    <a:pt x="1619" y="1"/>
                    <a:pt x="1596" y="3"/>
                  </a:cubicBezTo>
                  <a:cubicBezTo>
                    <a:pt x="504" y="3"/>
                    <a:pt x="0" y="1263"/>
                    <a:pt x="756" y="2019"/>
                  </a:cubicBezTo>
                  <a:cubicBezTo>
                    <a:pt x="1000" y="2263"/>
                    <a:pt x="1296" y="2371"/>
                    <a:pt x="1585" y="2371"/>
                  </a:cubicBezTo>
                  <a:cubicBezTo>
                    <a:pt x="2194" y="2371"/>
                    <a:pt x="2773" y="1891"/>
                    <a:pt x="2773" y="1179"/>
                  </a:cubicBezTo>
                  <a:cubicBezTo>
                    <a:pt x="2773" y="531"/>
                    <a:pt x="2265" y="0"/>
                    <a:pt x="1665" y="0"/>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61"/>
            <p:cNvSpPr/>
            <p:nvPr/>
          </p:nvSpPr>
          <p:spPr>
            <a:xfrm>
              <a:off x="6590510" y="3913514"/>
              <a:ext cx="126780" cy="69293"/>
            </a:xfrm>
            <a:custGeom>
              <a:rect b="b" l="l" r="r" t="t"/>
              <a:pathLst>
                <a:path extrusionOk="0" h="3950" w="7227">
                  <a:moveTo>
                    <a:pt x="1" y="1"/>
                  </a:moveTo>
                  <a:lnTo>
                    <a:pt x="1" y="3950"/>
                  </a:lnTo>
                  <a:lnTo>
                    <a:pt x="7226" y="3950"/>
                  </a:lnTo>
                  <a:lnTo>
                    <a:pt x="7226" y="1"/>
                  </a:ln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61"/>
            <p:cNvSpPr/>
            <p:nvPr/>
          </p:nvSpPr>
          <p:spPr>
            <a:xfrm>
              <a:off x="6510920" y="3982790"/>
              <a:ext cx="285960" cy="56768"/>
            </a:xfrm>
            <a:custGeom>
              <a:rect b="b" l="l" r="r" t="t"/>
              <a:pathLst>
                <a:path extrusionOk="0" h="3236" w="16301">
                  <a:moveTo>
                    <a:pt x="1219" y="1"/>
                  </a:moveTo>
                  <a:cubicBezTo>
                    <a:pt x="547" y="1"/>
                    <a:pt x="1" y="547"/>
                    <a:pt x="1" y="1219"/>
                  </a:cubicBezTo>
                  <a:lnTo>
                    <a:pt x="1" y="2017"/>
                  </a:lnTo>
                  <a:cubicBezTo>
                    <a:pt x="1" y="2689"/>
                    <a:pt x="547" y="3235"/>
                    <a:pt x="1219" y="3235"/>
                  </a:cubicBezTo>
                  <a:lnTo>
                    <a:pt x="15082" y="3235"/>
                  </a:lnTo>
                  <a:cubicBezTo>
                    <a:pt x="15754" y="3235"/>
                    <a:pt x="16300" y="2689"/>
                    <a:pt x="16300" y="2017"/>
                  </a:cubicBezTo>
                  <a:lnTo>
                    <a:pt x="16300" y="1219"/>
                  </a:lnTo>
                  <a:cubicBezTo>
                    <a:pt x="16300" y="547"/>
                    <a:pt x="15754" y="1"/>
                    <a:pt x="15082"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9" name="Google Shape;2109;p161"/>
          <p:cNvSpPr/>
          <p:nvPr/>
        </p:nvSpPr>
        <p:spPr>
          <a:xfrm>
            <a:off x="5229631" y="2667696"/>
            <a:ext cx="440490" cy="326906"/>
          </a:xfrm>
          <a:custGeom>
            <a:rect b="b" l="l" r="r" t="t"/>
            <a:pathLst>
              <a:path extrusionOk="0" h="14946" w="20139">
                <a:moveTo>
                  <a:pt x="17389" y="0"/>
                </a:moveTo>
                <a:cubicBezTo>
                  <a:pt x="16864" y="0"/>
                  <a:pt x="16329" y="231"/>
                  <a:pt x="15908" y="789"/>
                </a:cubicBezTo>
                <a:lnTo>
                  <a:pt x="8724" y="10031"/>
                </a:lnTo>
                <a:lnTo>
                  <a:pt x="4103" y="5410"/>
                </a:lnTo>
                <a:cubicBezTo>
                  <a:pt x="3681" y="5017"/>
                  <a:pt x="3218" y="4851"/>
                  <a:pt x="2774" y="4851"/>
                </a:cubicBezTo>
                <a:cubicBezTo>
                  <a:pt x="1274" y="4851"/>
                  <a:pt x="1" y="6746"/>
                  <a:pt x="1330" y="8140"/>
                </a:cubicBezTo>
                <a:lnTo>
                  <a:pt x="7548" y="14358"/>
                </a:lnTo>
                <a:cubicBezTo>
                  <a:pt x="7926" y="14736"/>
                  <a:pt x="8388" y="14946"/>
                  <a:pt x="8934" y="14946"/>
                </a:cubicBezTo>
                <a:lnTo>
                  <a:pt x="9060" y="14946"/>
                </a:lnTo>
                <a:cubicBezTo>
                  <a:pt x="9606" y="14904"/>
                  <a:pt x="10110" y="14652"/>
                  <a:pt x="10446" y="14190"/>
                </a:cubicBezTo>
                <a:lnTo>
                  <a:pt x="18974" y="3141"/>
                </a:lnTo>
                <a:cubicBezTo>
                  <a:pt x="20138" y="1671"/>
                  <a:pt x="18801" y="0"/>
                  <a:pt x="17389"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0" name="Google Shape;2110;p161"/>
          <p:cNvGrpSpPr/>
          <p:nvPr/>
        </p:nvGrpSpPr>
        <p:grpSpPr>
          <a:xfrm>
            <a:off x="6036186" y="1913467"/>
            <a:ext cx="385284" cy="493421"/>
            <a:chOff x="5552134" y="2327602"/>
            <a:chExt cx="488629" cy="610216"/>
          </a:xfrm>
        </p:grpSpPr>
        <p:sp>
          <p:nvSpPr>
            <p:cNvPr id="2111" name="Google Shape;2111;p161"/>
            <p:cNvSpPr/>
            <p:nvPr/>
          </p:nvSpPr>
          <p:spPr>
            <a:xfrm>
              <a:off x="5552134" y="2732921"/>
              <a:ext cx="71503" cy="204896"/>
            </a:xfrm>
            <a:custGeom>
              <a:rect b="b" l="l" r="r" t="t"/>
              <a:pathLst>
                <a:path extrusionOk="0" h="11680" w="4076">
                  <a:moveTo>
                    <a:pt x="1" y="0"/>
                  </a:moveTo>
                  <a:lnTo>
                    <a:pt x="1" y="11679"/>
                  </a:lnTo>
                  <a:lnTo>
                    <a:pt x="4076" y="11679"/>
                  </a:lnTo>
                  <a:lnTo>
                    <a:pt x="407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61"/>
            <p:cNvSpPr/>
            <p:nvPr/>
          </p:nvSpPr>
          <p:spPr>
            <a:xfrm>
              <a:off x="5690685" y="2677645"/>
              <a:ext cx="71503" cy="260173"/>
            </a:xfrm>
            <a:custGeom>
              <a:rect b="b" l="l" r="r" t="t"/>
              <a:pathLst>
                <a:path extrusionOk="0" h="14831" w="4076">
                  <a:moveTo>
                    <a:pt x="1" y="1"/>
                  </a:moveTo>
                  <a:lnTo>
                    <a:pt x="1" y="14830"/>
                  </a:lnTo>
                  <a:lnTo>
                    <a:pt x="4076" y="14830"/>
                  </a:lnTo>
                  <a:lnTo>
                    <a:pt x="4076"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61"/>
            <p:cNvSpPr/>
            <p:nvPr/>
          </p:nvSpPr>
          <p:spPr>
            <a:xfrm>
              <a:off x="5829973" y="2618685"/>
              <a:ext cx="71503" cy="319133"/>
            </a:xfrm>
            <a:custGeom>
              <a:rect b="b" l="l" r="r" t="t"/>
              <a:pathLst>
                <a:path extrusionOk="0" h="18192" w="4076">
                  <a:moveTo>
                    <a:pt x="1" y="1"/>
                  </a:moveTo>
                  <a:lnTo>
                    <a:pt x="1" y="18191"/>
                  </a:lnTo>
                  <a:lnTo>
                    <a:pt x="4075" y="18191"/>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61"/>
            <p:cNvSpPr/>
            <p:nvPr/>
          </p:nvSpPr>
          <p:spPr>
            <a:xfrm>
              <a:off x="5969260" y="2528043"/>
              <a:ext cx="71503" cy="409775"/>
            </a:xfrm>
            <a:custGeom>
              <a:rect b="b" l="l" r="r" t="t"/>
              <a:pathLst>
                <a:path extrusionOk="0" h="23359" w="4076">
                  <a:moveTo>
                    <a:pt x="0" y="1"/>
                  </a:moveTo>
                  <a:lnTo>
                    <a:pt x="0" y="23358"/>
                  </a:lnTo>
                  <a:lnTo>
                    <a:pt x="4075" y="23358"/>
                  </a:lnTo>
                  <a:lnTo>
                    <a:pt x="4075"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61"/>
            <p:cNvSpPr/>
            <p:nvPr/>
          </p:nvSpPr>
          <p:spPr>
            <a:xfrm>
              <a:off x="5552134" y="2328339"/>
              <a:ext cx="484945" cy="258682"/>
            </a:xfrm>
            <a:custGeom>
              <a:rect b="b" l="l" r="r" t="t"/>
              <a:pathLst>
                <a:path extrusionOk="0" fill="none" h="14746" w="27644">
                  <a:moveTo>
                    <a:pt x="27643" y="0"/>
                  </a:moveTo>
                  <a:cubicBezTo>
                    <a:pt x="21090" y="7772"/>
                    <a:pt x="14872" y="14746"/>
                    <a:pt x="1" y="14746"/>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61"/>
            <p:cNvSpPr/>
            <p:nvPr/>
          </p:nvSpPr>
          <p:spPr>
            <a:xfrm>
              <a:off x="5953788" y="2327602"/>
              <a:ext cx="83292" cy="83292"/>
            </a:xfrm>
            <a:custGeom>
              <a:rect b="b" l="l" r="r" t="t"/>
              <a:pathLst>
                <a:path extrusionOk="0" fill="none" h="4748" w="4748">
                  <a:moveTo>
                    <a:pt x="0" y="0"/>
                  </a:moveTo>
                  <a:lnTo>
                    <a:pt x="4747" y="0"/>
                  </a:lnTo>
                  <a:lnTo>
                    <a:pt x="4747" y="4747"/>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7" name="Google Shape;2117;p161"/>
          <p:cNvSpPr/>
          <p:nvPr/>
        </p:nvSpPr>
        <p:spPr>
          <a:xfrm>
            <a:off x="5315045" y="1957390"/>
            <a:ext cx="269662" cy="405649"/>
          </a:xfrm>
          <a:custGeom>
            <a:rect b="b" l="l" r="r" t="t"/>
            <a:pathLst>
              <a:path extrusionOk="0" h="20670" w="13739">
                <a:moveTo>
                  <a:pt x="6843" y="3512"/>
                </a:moveTo>
                <a:cubicBezTo>
                  <a:pt x="8156" y="3512"/>
                  <a:pt x="9425" y="4535"/>
                  <a:pt x="9453" y="6092"/>
                </a:cubicBezTo>
                <a:cubicBezTo>
                  <a:pt x="9453" y="7520"/>
                  <a:pt x="8277" y="8655"/>
                  <a:pt x="6849" y="8655"/>
                </a:cubicBezTo>
                <a:cubicBezTo>
                  <a:pt x="4580" y="8655"/>
                  <a:pt x="3404" y="5882"/>
                  <a:pt x="5042" y="4286"/>
                </a:cubicBezTo>
                <a:cubicBezTo>
                  <a:pt x="5563" y="3752"/>
                  <a:pt x="6208" y="3512"/>
                  <a:pt x="6843" y="3512"/>
                </a:cubicBezTo>
                <a:close/>
                <a:moveTo>
                  <a:pt x="6849" y="1"/>
                </a:moveTo>
                <a:cubicBezTo>
                  <a:pt x="3068" y="1"/>
                  <a:pt x="1" y="3067"/>
                  <a:pt x="1" y="6890"/>
                </a:cubicBezTo>
                <a:cubicBezTo>
                  <a:pt x="1" y="11007"/>
                  <a:pt x="6849" y="20669"/>
                  <a:pt x="6849" y="20669"/>
                </a:cubicBezTo>
                <a:cubicBezTo>
                  <a:pt x="6849" y="20669"/>
                  <a:pt x="13738" y="10881"/>
                  <a:pt x="13738" y="6890"/>
                </a:cubicBezTo>
                <a:cubicBezTo>
                  <a:pt x="13738" y="3067"/>
                  <a:pt x="10671" y="1"/>
                  <a:pt x="6849"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8" name="Google Shape;2118;p161"/>
          <p:cNvGrpSpPr/>
          <p:nvPr/>
        </p:nvGrpSpPr>
        <p:grpSpPr>
          <a:xfrm>
            <a:off x="5148837" y="3299300"/>
            <a:ext cx="602078" cy="381980"/>
            <a:chOff x="4398803" y="4009203"/>
            <a:chExt cx="830567" cy="526942"/>
          </a:xfrm>
        </p:grpSpPr>
        <p:sp>
          <p:nvSpPr>
            <p:cNvPr id="2119" name="Google Shape;2119;p161"/>
            <p:cNvSpPr/>
            <p:nvPr/>
          </p:nvSpPr>
          <p:spPr>
            <a:xfrm>
              <a:off x="4781282" y="4009203"/>
              <a:ext cx="448088" cy="356709"/>
            </a:xfrm>
            <a:custGeom>
              <a:rect b="b" l="l" r="r" t="t"/>
              <a:pathLst>
                <a:path extrusionOk="0" h="20334" w="25543">
                  <a:moveTo>
                    <a:pt x="4748" y="1"/>
                  </a:moveTo>
                  <a:cubicBezTo>
                    <a:pt x="2143" y="1"/>
                    <a:pt x="1" y="2143"/>
                    <a:pt x="1" y="4790"/>
                  </a:cubicBezTo>
                  <a:lnTo>
                    <a:pt x="1" y="10335"/>
                  </a:lnTo>
                  <a:cubicBezTo>
                    <a:pt x="1" y="12982"/>
                    <a:pt x="2143" y="15124"/>
                    <a:pt x="4748" y="15124"/>
                  </a:cubicBezTo>
                  <a:lnTo>
                    <a:pt x="13990" y="15124"/>
                  </a:lnTo>
                  <a:lnTo>
                    <a:pt x="21132" y="20333"/>
                  </a:lnTo>
                  <a:lnTo>
                    <a:pt x="21132" y="20333"/>
                  </a:lnTo>
                  <a:lnTo>
                    <a:pt x="20754" y="15124"/>
                  </a:lnTo>
                  <a:cubicBezTo>
                    <a:pt x="23400" y="15124"/>
                    <a:pt x="25543" y="12982"/>
                    <a:pt x="25543" y="10335"/>
                  </a:cubicBezTo>
                  <a:lnTo>
                    <a:pt x="25543" y="4790"/>
                  </a:lnTo>
                  <a:cubicBezTo>
                    <a:pt x="25543" y="2143"/>
                    <a:pt x="23400" y="1"/>
                    <a:pt x="20754"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61"/>
            <p:cNvSpPr/>
            <p:nvPr/>
          </p:nvSpPr>
          <p:spPr>
            <a:xfrm>
              <a:off x="4871187" y="4081425"/>
              <a:ext cx="224790" cy="18"/>
            </a:xfrm>
            <a:custGeom>
              <a:rect b="b" l="l" r="r" t="t"/>
              <a:pathLst>
                <a:path extrusionOk="0" fill="none" h="1" w="12814">
                  <a:moveTo>
                    <a:pt x="12814" y="1"/>
                  </a:moveTo>
                  <a:lnTo>
                    <a:pt x="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61"/>
            <p:cNvSpPr/>
            <p:nvPr/>
          </p:nvSpPr>
          <p:spPr>
            <a:xfrm>
              <a:off x="4992055" y="4197135"/>
              <a:ext cx="159935" cy="18"/>
            </a:xfrm>
            <a:custGeom>
              <a:rect b="b" l="l" r="r" t="t"/>
              <a:pathLst>
                <a:path extrusionOk="0" fill="none" h="1" w="9117">
                  <a:moveTo>
                    <a:pt x="9117" y="0"/>
                  </a:moveTo>
                  <a:lnTo>
                    <a:pt x="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61"/>
            <p:cNvSpPr/>
            <p:nvPr/>
          </p:nvSpPr>
          <p:spPr>
            <a:xfrm>
              <a:off x="5039227" y="4139649"/>
              <a:ext cx="112763" cy="18"/>
            </a:xfrm>
            <a:custGeom>
              <a:rect b="b" l="l" r="r" t="t"/>
              <a:pathLst>
                <a:path extrusionOk="0" fill="none" h="1" w="6428">
                  <a:moveTo>
                    <a:pt x="6428" y="0"/>
                  </a:moveTo>
                  <a:lnTo>
                    <a:pt x="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61"/>
            <p:cNvSpPr/>
            <p:nvPr/>
          </p:nvSpPr>
          <p:spPr>
            <a:xfrm>
              <a:off x="4878573" y="4139649"/>
              <a:ext cx="71486" cy="18"/>
            </a:xfrm>
            <a:custGeom>
              <a:rect b="b" l="l" r="r" t="t"/>
              <a:pathLst>
                <a:path extrusionOk="0" fill="none" h="1" w="4075">
                  <a:moveTo>
                    <a:pt x="4075" y="0"/>
                  </a:moveTo>
                  <a:lnTo>
                    <a:pt x="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61"/>
            <p:cNvSpPr/>
            <p:nvPr/>
          </p:nvSpPr>
          <p:spPr>
            <a:xfrm>
              <a:off x="4398803" y="4115335"/>
              <a:ext cx="529152" cy="420809"/>
            </a:xfrm>
            <a:custGeom>
              <a:rect b="b" l="l" r="r" t="t"/>
              <a:pathLst>
                <a:path extrusionOk="0" h="23988" w="30164">
                  <a:moveTo>
                    <a:pt x="5630" y="0"/>
                  </a:moveTo>
                  <a:cubicBezTo>
                    <a:pt x="2521" y="0"/>
                    <a:pt x="1" y="2521"/>
                    <a:pt x="43" y="5629"/>
                  </a:cubicBezTo>
                  <a:lnTo>
                    <a:pt x="43" y="12183"/>
                  </a:lnTo>
                  <a:cubicBezTo>
                    <a:pt x="1" y="15292"/>
                    <a:pt x="2521" y="17812"/>
                    <a:pt x="5630" y="17812"/>
                  </a:cubicBezTo>
                  <a:lnTo>
                    <a:pt x="5168" y="23988"/>
                  </a:lnTo>
                  <a:lnTo>
                    <a:pt x="13654" y="17812"/>
                  </a:lnTo>
                  <a:lnTo>
                    <a:pt x="24534" y="17812"/>
                  </a:lnTo>
                  <a:cubicBezTo>
                    <a:pt x="27643" y="17812"/>
                    <a:pt x="30164" y="15292"/>
                    <a:pt x="30164" y="12183"/>
                  </a:cubicBezTo>
                  <a:lnTo>
                    <a:pt x="30164" y="5629"/>
                  </a:lnTo>
                  <a:cubicBezTo>
                    <a:pt x="30164" y="2521"/>
                    <a:pt x="27643" y="0"/>
                    <a:pt x="24534" y="0"/>
                  </a:cubicBezTo>
                  <a:close/>
                </a:path>
              </a:pathLst>
            </a:custGeom>
            <a:solidFill>
              <a:schemeClr val="lt1"/>
            </a:solid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61"/>
            <p:cNvSpPr/>
            <p:nvPr/>
          </p:nvSpPr>
          <p:spPr>
            <a:xfrm>
              <a:off x="4556510" y="4200819"/>
              <a:ext cx="264594" cy="18"/>
            </a:xfrm>
            <a:custGeom>
              <a:rect b="b" l="l" r="r" t="t"/>
              <a:pathLst>
                <a:path extrusionOk="0" fill="none" h="1" w="15083">
                  <a:moveTo>
                    <a:pt x="1" y="0"/>
                  </a:moveTo>
                  <a:lnTo>
                    <a:pt x="15082"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61"/>
            <p:cNvSpPr/>
            <p:nvPr/>
          </p:nvSpPr>
          <p:spPr>
            <a:xfrm>
              <a:off x="4489445" y="4337142"/>
              <a:ext cx="189424" cy="18"/>
            </a:xfrm>
            <a:custGeom>
              <a:rect b="b" l="l" r="r" t="t"/>
              <a:pathLst>
                <a:path extrusionOk="0" fill="none" h="1" w="10798">
                  <a:moveTo>
                    <a:pt x="1" y="1"/>
                  </a:moveTo>
                  <a:lnTo>
                    <a:pt x="10797"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61"/>
            <p:cNvSpPr/>
            <p:nvPr/>
          </p:nvSpPr>
          <p:spPr>
            <a:xfrm>
              <a:off x="4489445" y="4268621"/>
              <a:ext cx="133411" cy="18"/>
            </a:xfrm>
            <a:custGeom>
              <a:rect b="b" l="l" r="r" t="t"/>
              <a:pathLst>
                <a:path extrusionOk="0" fill="none" h="1" w="7605">
                  <a:moveTo>
                    <a:pt x="1" y="0"/>
                  </a:moveTo>
                  <a:lnTo>
                    <a:pt x="7605"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61"/>
            <p:cNvSpPr/>
            <p:nvPr/>
          </p:nvSpPr>
          <p:spPr>
            <a:xfrm>
              <a:off x="4728233" y="4268621"/>
              <a:ext cx="84765" cy="18"/>
            </a:xfrm>
            <a:custGeom>
              <a:rect b="b" l="l" r="r" t="t"/>
              <a:pathLst>
                <a:path extrusionOk="0" fill="none" h="1" w="4832">
                  <a:moveTo>
                    <a:pt x="0" y="0"/>
                  </a:moveTo>
                  <a:lnTo>
                    <a:pt x="4831"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161"/>
          <p:cNvGrpSpPr/>
          <p:nvPr/>
        </p:nvGrpSpPr>
        <p:grpSpPr>
          <a:xfrm>
            <a:off x="3674118" y="3345790"/>
            <a:ext cx="399213" cy="370884"/>
            <a:chOff x="6421751" y="2744622"/>
            <a:chExt cx="506294" cy="470367"/>
          </a:xfrm>
        </p:grpSpPr>
        <p:sp>
          <p:nvSpPr>
            <p:cNvPr id="2130" name="Google Shape;2130;p161"/>
            <p:cNvSpPr/>
            <p:nvPr/>
          </p:nvSpPr>
          <p:spPr>
            <a:xfrm>
              <a:off x="6421751" y="2744622"/>
              <a:ext cx="506294" cy="470367"/>
            </a:xfrm>
            <a:custGeom>
              <a:rect b="b" l="l" r="r" t="t"/>
              <a:pathLst>
                <a:path extrusionOk="0" h="26813" w="28861">
                  <a:moveTo>
                    <a:pt x="14443" y="1"/>
                  </a:moveTo>
                  <a:cubicBezTo>
                    <a:pt x="7978" y="1"/>
                    <a:pt x="2279" y="4677"/>
                    <a:pt x="1219" y="11264"/>
                  </a:cubicBezTo>
                  <a:cubicBezTo>
                    <a:pt x="0" y="18574"/>
                    <a:pt x="4957" y="25463"/>
                    <a:pt x="12267" y="26640"/>
                  </a:cubicBezTo>
                  <a:cubicBezTo>
                    <a:pt x="12990" y="26756"/>
                    <a:pt x="13709" y="26812"/>
                    <a:pt x="14419" y="26812"/>
                  </a:cubicBezTo>
                  <a:cubicBezTo>
                    <a:pt x="20884" y="26812"/>
                    <a:pt x="26587" y="22136"/>
                    <a:pt x="27685" y="15549"/>
                  </a:cubicBezTo>
                  <a:cubicBezTo>
                    <a:pt x="28861" y="8239"/>
                    <a:pt x="23904" y="1350"/>
                    <a:pt x="16594" y="174"/>
                  </a:cubicBezTo>
                  <a:cubicBezTo>
                    <a:pt x="15871" y="57"/>
                    <a:pt x="15152" y="1"/>
                    <a:pt x="14443"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61"/>
            <p:cNvSpPr/>
            <p:nvPr/>
          </p:nvSpPr>
          <p:spPr>
            <a:xfrm>
              <a:off x="6479238" y="2807249"/>
              <a:ext cx="391338" cy="345114"/>
            </a:xfrm>
            <a:custGeom>
              <a:rect b="b" l="l" r="r" t="t"/>
              <a:pathLst>
                <a:path extrusionOk="0" h="19673" w="22308">
                  <a:moveTo>
                    <a:pt x="11161" y="0"/>
                  </a:moveTo>
                  <a:cubicBezTo>
                    <a:pt x="9903" y="0"/>
                    <a:pt x="8626" y="245"/>
                    <a:pt x="7394" y="763"/>
                  </a:cubicBezTo>
                  <a:cubicBezTo>
                    <a:pt x="2353" y="2821"/>
                    <a:pt x="0" y="8576"/>
                    <a:pt x="2059" y="13575"/>
                  </a:cubicBezTo>
                  <a:cubicBezTo>
                    <a:pt x="3610" y="17376"/>
                    <a:pt x="7264" y="19672"/>
                    <a:pt x="11128" y="19672"/>
                  </a:cubicBezTo>
                  <a:cubicBezTo>
                    <a:pt x="12389" y="19672"/>
                    <a:pt x="13673" y="19428"/>
                    <a:pt x="14914" y="18911"/>
                  </a:cubicBezTo>
                  <a:cubicBezTo>
                    <a:pt x="19913" y="16852"/>
                    <a:pt x="22307" y="11097"/>
                    <a:pt x="20249" y="6056"/>
                  </a:cubicBezTo>
                  <a:cubicBezTo>
                    <a:pt x="18666" y="2288"/>
                    <a:pt x="15007" y="0"/>
                    <a:pt x="11161"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61"/>
            <p:cNvSpPr/>
            <p:nvPr/>
          </p:nvSpPr>
          <p:spPr>
            <a:xfrm>
              <a:off x="6674521" y="2744710"/>
              <a:ext cx="18" cy="62662"/>
            </a:xfrm>
            <a:custGeom>
              <a:rect b="b" l="l" r="r" t="t"/>
              <a:pathLst>
                <a:path extrusionOk="0" fill="none" h="3572" w="1">
                  <a:moveTo>
                    <a:pt x="1" y="1"/>
                  </a:moveTo>
                  <a:lnTo>
                    <a:pt x="1" y="357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61"/>
            <p:cNvSpPr/>
            <p:nvPr/>
          </p:nvSpPr>
          <p:spPr>
            <a:xfrm>
              <a:off x="6823387" y="2858947"/>
              <a:ext cx="53084" cy="33173"/>
            </a:xfrm>
            <a:custGeom>
              <a:rect b="b" l="l" r="r" t="t"/>
              <a:pathLst>
                <a:path extrusionOk="0" fill="none" h="1891" w="3026">
                  <a:moveTo>
                    <a:pt x="3025" y="0"/>
                  </a:moveTo>
                  <a:lnTo>
                    <a:pt x="1" y="189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61"/>
            <p:cNvSpPr/>
            <p:nvPr/>
          </p:nvSpPr>
          <p:spPr>
            <a:xfrm>
              <a:off x="6471853" y="2860420"/>
              <a:ext cx="52347" cy="34646"/>
            </a:xfrm>
            <a:custGeom>
              <a:rect b="b" l="l" r="r" t="t"/>
              <a:pathLst>
                <a:path extrusionOk="0" fill="none" h="1975" w="2984">
                  <a:moveTo>
                    <a:pt x="2984" y="1975"/>
                  </a:moveTo>
                  <a:lnTo>
                    <a:pt x="1"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61"/>
            <p:cNvSpPr/>
            <p:nvPr/>
          </p:nvSpPr>
          <p:spPr>
            <a:xfrm>
              <a:off x="6502078" y="2819880"/>
              <a:ext cx="44225" cy="44242"/>
            </a:xfrm>
            <a:custGeom>
              <a:rect b="b" l="l" r="r" t="t"/>
              <a:pathLst>
                <a:path extrusionOk="0" fill="none" h="2522" w="2521">
                  <a:moveTo>
                    <a:pt x="0" y="1"/>
                  </a:moveTo>
                  <a:lnTo>
                    <a:pt x="2521"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161"/>
          <p:cNvGrpSpPr/>
          <p:nvPr/>
        </p:nvGrpSpPr>
        <p:grpSpPr>
          <a:xfrm>
            <a:off x="4388947" y="2625286"/>
            <a:ext cx="528603" cy="493393"/>
            <a:chOff x="4250674" y="1212583"/>
            <a:chExt cx="818779" cy="764239"/>
          </a:xfrm>
        </p:grpSpPr>
        <p:sp>
          <p:nvSpPr>
            <p:cNvPr id="2137" name="Google Shape;2137;p161"/>
            <p:cNvSpPr/>
            <p:nvPr/>
          </p:nvSpPr>
          <p:spPr>
            <a:xfrm>
              <a:off x="4346473" y="1581063"/>
              <a:ext cx="113518" cy="395759"/>
            </a:xfrm>
            <a:custGeom>
              <a:rect b="b" l="l" r="r" t="t"/>
              <a:pathLst>
                <a:path extrusionOk="0" h="22560" w="6471">
                  <a:moveTo>
                    <a:pt x="6470" y="0"/>
                  </a:moveTo>
                  <a:lnTo>
                    <a:pt x="1" y="421"/>
                  </a:lnTo>
                  <a:lnTo>
                    <a:pt x="1" y="22560"/>
                  </a:lnTo>
                  <a:lnTo>
                    <a:pt x="85" y="22560"/>
                  </a:lnTo>
                  <a:cubicBezTo>
                    <a:pt x="1891" y="22560"/>
                    <a:pt x="3446" y="21215"/>
                    <a:pt x="3698" y="19451"/>
                  </a:cubicBezTo>
                  <a:lnTo>
                    <a:pt x="6470" y="0"/>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61"/>
            <p:cNvSpPr/>
            <p:nvPr/>
          </p:nvSpPr>
          <p:spPr>
            <a:xfrm>
              <a:off x="4346473" y="1581063"/>
              <a:ext cx="113518" cy="395759"/>
            </a:xfrm>
            <a:custGeom>
              <a:rect b="b" l="l" r="r" t="t"/>
              <a:pathLst>
                <a:path extrusionOk="0" fill="none" h="22560" w="6471">
                  <a:moveTo>
                    <a:pt x="1" y="421"/>
                  </a:moveTo>
                  <a:lnTo>
                    <a:pt x="1" y="22560"/>
                  </a:lnTo>
                  <a:lnTo>
                    <a:pt x="85" y="22560"/>
                  </a:lnTo>
                  <a:cubicBezTo>
                    <a:pt x="1891" y="22560"/>
                    <a:pt x="3446" y="21215"/>
                    <a:pt x="3698" y="19451"/>
                  </a:cubicBezTo>
                  <a:lnTo>
                    <a:pt x="6470" y="0"/>
                  </a:lnTo>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61"/>
            <p:cNvSpPr/>
            <p:nvPr/>
          </p:nvSpPr>
          <p:spPr>
            <a:xfrm>
              <a:off x="4515250" y="1415585"/>
              <a:ext cx="174671" cy="159303"/>
            </a:xfrm>
            <a:custGeom>
              <a:rect b="b" l="l" r="r" t="t"/>
              <a:pathLst>
                <a:path extrusionOk="0" h="9081" w="9957">
                  <a:moveTo>
                    <a:pt x="4957" y="0"/>
                  </a:moveTo>
                  <a:cubicBezTo>
                    <a:pt x="2874" y="0"/>
                    <a:pt x="984" y="1481"/>
                    <a:pt x="546" y="3594"/>
                  </a:cubicBezTo>
                  <a:cubicBezTo>
                    <a:pt x="0" y="6031"/>
                    <a:pt x="1555" y="8467"/>
                    <a:pt x="4033" y="8971"/>
                  </a:cubicBezTo>
                  <a:cubicBezTo>
                    <a:pt x="4362" y="9045"/>
                    <a:pt x="4692" y="9081"/>
                    <a:pt x="5016" y="9081"/>
                  </a:cubicBezTo>
                  <a:cubicBezTo>
                    <a:pt x="7093" y="9081"/>
                    <a:pt x="8974" y="7628"/>
                    <a:pt x="9410" y="5485"/>
                  </a:cubicBezTo>
                  <a:cubicBezTo>
                    <a:pt x="9957" y="3048"/>
                    <a:pt x="8402" y="611"/>
                    <a:pt x="5924" y="107"/>
                  </a:cubicBezTo>
                  <a:cubicBezTo>
                    <a:pt x="5600" y="35"/>
                    <a:pt x="5276" y="0"/>
                    <a:pt x="4957" y="0"/>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61"/>
            <p:cNvSpPr/>
            <p:nvPr/>
          </p:nvSpPr>
          <p:spPr>
            <a:xfrm>
              <a:off x="4250674" y="1325346"/>
              <a:ext cx="308801" cy="339746"/>
            </a:xfrm>
            <a:custGeom>
              <a:rect b="b" l="l" r="r" t="t"/>
              <a:pathLst>
                <a:path extrusionOk="0" h="19367" w="17603">
                  <a:moveTo>
                    <a:pt x="17603" y="0"/>
                  </a:moveTo>
                  <a:cubicBezTo>
                    <a:pt x="17561" y="2479"/>
                    <a:pt x="15544" y="4495"/>
                    <a:pt x="13108" y="4495"/>
                  </a:cubicBezTo>
                  <a:lnTo>
                    <a:pt x="5000" y="4495"/>
                  </a:lnTo>
                  <a:cubicBezTo>
                    <a:pt x="2185" y="4579"/>
                    <a:pt x="1" y="6848"/>
                    <a:pt x="1" y="9662"/>
                  </a:cubicBezTo>
                  <a:cubicBezTo>
                    <a:pt x="1" y="12477"/>
                    <a:pt x="2185" y="14746"/>
                    <a:pt x="5000" y="14872"/>
                  </a:cubicBezTo>
                  <a:lnTo>
                    <a:pt x="13108" y="14872"/>
                  </a:lnTo>
                  <a:cubicBezTo>
                    <a:pt x="13133" y="14871"/>
                    <a:pt x="13158" y="14871"/>
                    <a:pt x="13184" y="14871"/>
                  </a:cubicBezTo>
                  <a:cubicBezTo>
                    <a:pt x="15627" y="14871"/>
                    <a:pt x="17603" y="16872"/>
                    <a:pt x="17603" y="19367"/>
                  </a:cubicBezTo>
                  <a:lnTo>
                    <a:pt x="17603" y="0"/>
                  </a:ln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61"/>
            <p:cNvSpPr/>
            <p:nvPr/>
          </p:nvSpPr>
          <p:spPr>
            <a:xfrm>
              <a:off x="4394382" y="1404200"/>
              <a:ext cx="18" cy="176881"/>
            </a:xfrm>
            <a:custGeom>
              <a:rect b="b" l="l" r="r" t="t"/>
              <a:pathLst>
                <a:path extrusionOk="0" fill="none" h="10083" w="1">
                  <a:moveTo>
                    <a:pt x="1" y="0"/>
                  </a:moveTo>
                  <a:lnTo>
                    <a:pt x="1" y="10082"/>
                  </a:lnTo>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61"/>
            <p:cNvSpPr/>
            <p:nvPr/>
          </p:nvSpPr>
          <p:spPr>
            <a:xfrm>
              <a:off x="4559457" y="1282595"/>
              <a:ext cx="42769" cy="419353"/>
            </a:xfrm>
            <a:custGeom>
              <a:rect b="b" l="l" r="r" t="t"/>
              <a:pathLst>
                <a:path extrusionOk="0" h="23905" w="2438">
                  <a:moveTo>
                    <a:pt x="1219" y="1"/>
                  </a:moveTo>
                  <a:cubicBezTo>
                    <a:pt x="547" y="1"/>
                    <a:pt x="1" y="547"/>
                    <a:pt x="1" y="1261"/>
                  </a:cubicBezTo>
                  <a:lnTo>
                    <a:pt x="1" y="22644"/>
                  </a:lnTo>
                  <a:cubicBezTo>
                    <a:pt x="1" y="23316"/>
                    <a:pt x="547" y="23904"/>
                    <a:pt x="1219" y="23904"/>
                  </a:cubicBezTo>
                  <a:cubicBezTo>
                    <a:pt x="1891" y="23862"/>
                    <a:pt x="2437" y="23316"/>
                    <a:pt x="2437" y="22644"/>
                  </a:cubicBezTo>
                  <a:lnTo>
                    <a:pt x="2437" y="1261"/>
                  </a:lnTo>
                  <a:cubicBezTo>
                    <a:pt x="2437" y="547"/>
                    <a:pt x="1891" y="1"/>
                    <a:pt x="1219"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61"/>
            <p:cNvSpPr/>
            <p:nvPr/>
          </p:nvSpPr>
          <p:spPr>
            <a:xfrm>
              <a:off x="4865293" y="1212583"/>
              <a:ext cx="70030" cy="53084"/>
            </a:xfrm>
            <a:custGeom>
              <a:rect b="b" l="l" r="r" t="t"/>
              <a:pathLst>
                <a:path extrusionOk="0" h="3026" w="3992">
                  <a:moveTo>
                    <a:pt x="1" y="3025"/>
                  </a:moveTo>
                  <a:lnTo>
                    <a:pt x="3992"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61"/>
            <p:cNvSpPr/>
            <p:nvPr/>
          </p:nvSpPr>
          <p:spPr>
            <a:xfrm>
              <a:off x="4865293" y="1212583"/>
              <a:ext cx="70030" cy="53084"/>
            </a:xfrm>
            <a:custGeom>
              <a:rect b="b" l="l" r="r" t="t"/>
              <a:pathLst>
                <a:path extrusionOk="0" fill="none" h="3026" w="3992">
                  <a:moveTo>
                    <a:pt x="1" y="3025"/>
                  </a:moveTo>
                  <a:lnTo>
                    <a:pt x="3992"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61"/>
            <p:cNvSpPr/>
            <p:nvPr/>
          </p:nvSpPr>
          <p:spPr>
            <a:xfrm>
              <a:off x="4702428" y="1312067"/>
              <a:ext cx="101729" cy="77398"/>
            </a:xfrm>
            <a:custGeom>
              <a:rect b="b" l="l" r="r" t="t"/>
              <a:pathLst>
                <a:path extrusionOk="0" h="4412" w="5799">
                  <a:moveTo>
                    <a:pt x="1" y="4412"/>
                  </a:moveTo>
                  <a:lnTo>
                    <a:pt x="5798"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61"/>
            <p:cNvSpPr/>
            <p:nvPr/>
          </p:nvSpPr>
          <p:spPr>
            <a:xfrm>
              <a:off x="4702428" y="1312067"/>
              <a:ext cx="101729" cy="77398"/>
            </a:xfrm>
            <a:custGeom>
              <a:rect b="b" l="l" r="r" t="t"/>
              <a:pathLst>
                <a:path extrusionOk="0" fill="none" h="4412" w="5799">
                  <a:moveTo>
                    <a:pt x="1" y="4412"/>
                  </a:moveTo>
                  <a:lnTo>
                    <a:pt x="579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61"/>
            <p:cNvSpPr/>
            <p:nvPr/>
          </p:nvSpPr>
          <p:spPr>
            <a:xfrm>
              <a:off x="4723058" y="1415988"/>
              <a:ext cx="78134" cy="39067"/>
            </a:xfrm>
            <a:custGeom>
              <a:rect b="b" l="l" r="r" t="t"/>
              <a:pathLst>
                <a:path extrusionOk="0" h="2227" w="4454">
                  <a:moveTo>
                    <a:pt x="4454" y="0"/>
                  </a:moveTo>
                  <a:lnTo>
                    <a:pt x="1" y="2227"/>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61"/>
            <p:cNvSpPr/>
            <p:nvPr/>
          </p:nvSpPr>
          <p:spPr>
            <a:xfrm>
              <a:off x="4723058" y="1415988"/>
              <a:ext cx="78134" cy="39067"/>
            </a:xfrm>
            <a:custGeom>
              <a:rect b="b" l="l" r="r" t="t"/>
              <a:pathLst>
                <a:path extrusionOk="0" fill="none" h="2227" w="4454">
                  <a:moveTo>
                    <a:pt x="4454" y="0"/>
                  </a:moveTo>
                  <a:lnTo>
                    <a:pt x="1" y="2227"/>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61"/>
            <p:cNvSpPr/>
            <p:nvPr/>
          </p:nvSpPr>
          <p:spPr>
            <a:xfrm>
              <a:off x="4870450" y="1323136"/>
              <a:ext cx="113518" cy="58224"/>
            </a:xfrm>
            <a:custGeom>
              <a:rect b="b" l="l" r="r" t="t"/>
              <a:pathLst>
                <a:path extrusionOk="0" h="3319" w="6471">
                  <a:moveTo>
                    <a:pt x="6470" y="0"/>
                  </a:moveTo>
                  <a:lnTo>
                    <a:pt x="1" y="3319"/>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61"/>
            <p:cNvSpPr/>
            <p:nvPr/>
          </p:nvSpPr>
          <p:spPr>
            <a:xfrm>
              <a:off x="4870450" y="1323136"/>
              <a:ext cx="113518" cy="58224"/>
            </a:xfrm>
            <a:custGeom>
              <a:rect b="b" l="l" r="r" t="t"/>
              <a:pathLst>
                <a:path extrusionOk="0" fill="none" h="3319" w="6471">
                  <a:moveTo>
                    <a:pt x="6470" y="0"/>
                  </a:moveTo>
                  <a:lnTo>
                    <a:pt x="1" y="3319"/>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61"/>
            <p:cNvSpPr/>
            <p:nvPr/>
          </p:nvSpPr>
          <p:spPr>
            <a:xfrm>
              <a:off x="4865293" y="1718140"/>
              <a:ext cx="70030" cy="53066"/>
            </a:xfrm>
            <a:custGeom>
              <a:rect b="b" l="l" r="r" t="t"/>
              <a:pathLst>
                <a:path extrusionOk="0" h="3025" w="3992">
                  <a:moveTo>
                    <a:pt x="1" y="0"/>
                  </a:moveTo>
                  <a:lnTo>
                    <a:pt x="3992" y="3025"/>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61"/>
            <p:cNvSpPr/>
            <p:nvPr/>
          </p:nvSpPr>
          <p:spPr>
            <a:xfrm>
              <a:off x="4865293" y="1718140"/>
              <a:ext cx="70030" cy="53066"/>
            </a:xfrm>
            <a:custGeom>
              <a:rect b="b" l="l" r="r" t="t"/>
              <a:pathLst>
                <a:path extrusionOk="0" fill="none" h="3025" w="3992">
                  <a:moveTo>
                    <a:pt x="1" y="0"/>
                  </a:moveTo>
                  <a:lnTo>
                    <a:pt x="3992" y="3025"/>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61"/>
            <p:cNvSpPr/>
            <p:nvPr/>
          </p:nvSpPr>
          <p:spPr>
            <a:xfrm>
              <a:off x="4702428" y="1594326"/>
              <a:ext cx="101729" cy="77398"/>
            </a:xfrm>
            <a:custGeom>
              <a:rect b="b" l="l" r="r" t="t"/>
              <a:pathLst>
                <a:path extrusionOk="0" h="4412" w="5799">
                  <a:moveTo>
                    <a:pt x="1" y="1"/>
                  </a:moveTo>
                  <a:lnTo>
                    <a:pt x="5798" y="4412"/>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61"/>
            <p:cNvSpPr/>
            <p:nvPr/>
          </p:nvSpPr>
          <p:spPr>
            <a:xfrm>
              <a:off x="4702428" y="1594326"/>
              <a:ext cx="101729" cy="77398"/>
            </a:xfrm>
            <a:custGeom>
              <a:rect b="b" l="l" r="r" t="t"/>
              <a:pathLst>
                <a:path extrusionOk="0" fill="none" h="4412" w="5799">
                  <a:moveTo>
                    <a:pt x="1" y="1"/>
                  </a:moveTo>
                  <a:lnTo>
                    <a:pt x="5798" y="4412"/>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61"/>
            <p:cNvSpPr/>
            <p:nvPr/>
          </p:nvSpPr>
          <p:spPr>
            <a:xfrm>
              <a:off x="4723058" y="1528734"/>
              <a:ext cx="78134" cy="39085"/>
            </a:xfrm>
            <a:custGeom>
              <a:rect b="b" l="l" r="r" t="t"/>
              <a:pathLst>
                <a:path extrusionOk="0" h="2228" w="4454">
                  <a:moveTo>
                    <a:pt x="4454" y="2227"/>
                  </a:moveTo>
                  <a:lnTo>
                    <a:pt x="1"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61"/>
            <p:cNvSpPr/>
            <p:nvPr/>
          </p:nvSpPr>
          <p:spPr>
            <a:xfrm>
              <a:off x="4723058" y="1528734"/>
              <a:ext cx="78134" cy="39085"/>
            </a:xfrm>
            <a:custGeom>
              <a:rect b="b" l="l" r="r" t="t"/>
              <a:pathLst>
                <a:path extrusionOk="0" fill="none" h="2228" w="4454">
                  <a:moveTo>
                    <a:pt x="4454" y="2227"/>
                  </a:moveTo>
                  <a:lnTo>
                    <a:pt x="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61"/>
            <p:cNvSpPr/>
            <p:nvPr/>
          </p:nvSpPr>
          <p:spPr>
            <a:xfrm>
              <a:off x="4870450" y="1602430"/>
              <a:ext cx="113518" cy="58241"/>
            </a:xfrm>
            <a:custGeom>
              <a:rect b="b" l="l" r="r" t="t"/>
              <a:pathLst>
                <a:path extrusionOk="0" h="3320" w="6471">
                  <a:moveTo>
                    <a:pt x="6470" y="3320"/>
                  </a:moveTo>
                  <a:lnTo>
                    <a:pt x="1" y="1"/>
                  </a:lnTo>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61"/>
            <p:cNvSpPr/>
            <p:nvPr/>
          </p:nvSpPr>
          <p:spPr>
            <a:xfrm>
              <a:off x="4870450" y="1602430"/>
              <a:ext cx="113518" cy="58241"/>
            </a:xfrm>
            <a:custGeom>
              <a:rect b="b" l="l" r="r" t="t"/>
              <a:pathLst>
                <a:path extrusionOk="0" fill="none" h="3320" w="6471">
                  <a:moveTo>
                    <a:pt x="6470" y="3320"/>
                  </a:moveTo>
                  <a:lnTo>
                    <a:pt x="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61"/>
            <p:cNvSpPr/>
            <p:nvPr/>
          </p:nvSpPr>
          <p:spPr>
            <a:xfrm>
              <a:off x="4773177" y="1491895"/>
              <a:ext cx="46453" cy="18"/>
            </a:xfrm>
            <a:custGeom>
              <a:rect b="b" l="l" r="r" t="t"/>
              <a:pathLst>
                <a:path extrusionOk="0" fill="none" h="1" w="2648">
                  <a:moveTo>
                    <a:pt x="1" y="0"/>
                  </a:moveTo>
                  <a:lnTo>
                    <a:pt x="2647"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61"/>
            <p:cNvSpPr/>
            <p:nvPr/>
          </p:nvSpPr>
          <p:spPr>
            <a:xfrm>
              <a:off x="4870450" y="1491895"/>
              <a:ext cx="98782" cy="18"/>
            </a:xfrm>
            <a:custGeom>
              <a:rect b="b" l="l" r="r" t="t"/>
              <a:pathLst>
                <a:path extrusionOk="0" fill="none" h="1" w="5631">
                  <a:moveTo>
                    <a:pt x="1" y="0"/>
                  </a:moveTo>
                  <a:lnTo>
                    <a:pt x="5630"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61"/>
            <p:cNvSpPr/>
            <p:nvPr/>
          </p:nvSpPr>
          <p:spPr>
            <a:xfrm>
              <a:off x="5028894" y="1492632"/>
              <a:ext cx="40558" cy="18"/>
            </a:xfrm>
            <a:custGeom>
              <a:rect b="b" l="l" r="r" t="t"/>
              <a:pathLst>
                <a:path extrusionOk="0" fill="none" h="1" w="2312">
                  <a:moveTo>
                    <a:pt x="1" y="0"/>
                  </a:moveTo>
                  <a:lnTo>
                    <a:pt x="2312"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161"/>
          <p:cNvGrpSpPr/>
          <p:nvPr/>
        </p:nvGrpSpPr>
        <p:grpSpPr>
          <a:xfrm>
            <a:off x="6025147" y="2592521"/>
            <a:ext cx="407360" cy="455247"/>
            <a:chOff x="4289004" y="3418289"/>
            <a:chExt cx="516627" cy="577359"/>
          </a:xfrm>
        </p:grpSpPr>
        <p:sp>
          <p:nvSpPr>
            <p:cNvPr id="2163" name="Google Shape;2163;p161"/>
            <p:cNvSpPr/>
            <p:nvPr/>
          </p:nvSpPr>
          <p:spPr>
            <a:xfrm>
              <a:off x="4289004" y="3642325"/>
              <a:ext cx="59715" cy="175407"/>
            </a:xfrm>
            <a:custGeom>
              <a:rect b="b" l="l" r="r" t="t"/>
              <a:pathLst>
                <a:path extrusionOk="0" h="9999" w="3404">
                  <a:moveTo>
                    <a:pt x="1681" y="0"/>
                  </a:moveTo>
                  <a:cubicBezTo>
                    <a:pt x="756" y="0"/>
                    <a:pt x="0" y="756"/>
                    <a:pt x="0" y="1723"/>
                  </a:cubicBezTo>
                  <a:lnTo>
                    <a:pt x="0" y="8276"/>
                  </a:lnTo>
                  <a:cubicBezTo>
                    <a:pt x="0" y="9200"/>
                    <a:pt x="756" y="9956"/>
                    <a:pt x="1681" y="9998"/>
                  </a:cubicBezTo>
                  <a:cubicBezTo>
                    <a:pt x="2605" y="9956"/>
                    <a:pt x="3361" y="9200"/>
                    <a:pt x="3403" y="8276"/>
                  </a:cubicBezTo>
                  <a:lnTo>
                    <a:pt x="3403"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61"/>
            <p:cNvSpPr/>
            <p:nvPr/>
          </p:nvSpPr>
          <p:spPr>
            <a:xfrm>
              <a:off x="4746653" y="3642325"/>
              <a:ext cx="58978" cy="175407"/>
            </a:xfrm>
            <a:custGeom>
              <a:rect b="b" l="l" r="r" t="t"/>
              <a:pathLst>
                <a:path extrusionOk="0" h="9999" w="3362">
                  <a:moveTo>
                    <a:pt x="1681" y="0"/>
                  </a:moveTo>
                  <a:cubicBezTo>
                    <a:pt x="756" y="0"/>
                    <a:pt x="0" y="756"/>
                    <a:pt x="0" y="1723"/>
                  </a:cubicBezTo>
                  <a:lnTo>
                    <a:pt x="0" y="8276"/>
                  </a:lnTo>
                  <a:cubicBezTo>
                    <a:pt x="0" y="9200"/>
                    <a:pt x="756" y="9998"/>
                    <a:pt x="1681" y="9998"/>
                  </a:cubicBezTo>
                  <a:cubicBezTo>
                    <a:pt x="2605" y="9956"/>
                    <a:pt x="3361" y="9200"/>
                    <a:pt x="3361" y="8276"/>
                  </a:cubicBezTo>
                  <a:lnTo>
                    <a:pt x="3361" y="1723"/>
                  </a:lnTo>
                  <a:cubicBezTo>
                    <a:pt x="3361" y="756"/>
                    <a:pt x="2605"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61"/>
            <p:cNvSpPr/>
            <p:nvPr/>
          </p:nvSpPr>
          <p:spPr>
            <a:xfrm>
              <a:off x="4318476" y="3418289"/>
              <a:ext cx="457666" cy="224053"/>
            </a:xfrm>
            <a:custGeom>
              <a:rect b="b" l="l" r="r" t="t"/>
              <a:pathLst>
                <a:path extrusionOk="0" fill="none" h="12772" w="26089">
                  <a:moveTo>
                    <a:pt x="1" y="12771"/>
                  </a:moveTo>
                  <a:cubicBezTo>
                    <a:pt x="169" y="5672"/>
                    <a:pt x="5966" y="0"/>
                    <a:pt x="13066" y="0"/>
                  </a:cubicBezTo>
                  <a:cubicBezTo>
                    <a:pt x="20165" y="0"/>
                    <a:pt x="25921" y="5672"/>
                    <a:pt x="26089" y="12771"/>
                  </a:cubicBez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61"/>
            <p:cNvSpPr/>
            <p:nvPr/>
          </p:nvSpPr>
          <p:spPr>
            <a:xfrm>
              <a:off x="4566825" y="3817715"/>
              <a:ext cx="190161" cy="175407"/>
            </a:xfrm>
            <a:custGeom>
              <a:rect b="b" l="l" r="r" t="t"/>
              <a:pathLst>
                <a:path extrusionOk="0" fill="none" h="9999" w="10840">
                  <a:moveTo>
                    <a:pt x="10839" y="0"/>
                  </a:moveTo>
                  <a:lnTo>
                    <a:pt x="9243" y="4285"/>
                  </a:lnTo>
                  <a:cubicBezTo>
                    <a:pt x="7857" y="8024"/>
                    <a:pt x="3824" y="9999"/>
                    <a:pt x="1" y="8864"/>
                  </a:cubicBezTo>
                  <a:lnTo>
                    <a:pt x="1" y="8864"/>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61"/>
            <p:cNvSpPr/>
            <p:nvPr/>
          </p:nvSpPr>
          <p:spPr>
            <a:xfrm>
              <a:off x="4500514" y="3926040"/>
              <a:ext cx="81818" cy="69609"/>
            </a:xfrm>
            <a:custGeom>
              <a:rect b="b" l="l" r="r" t="t"/>
              <a:pathLst>
                <a:path extrusionOk="0" h="3968" w="4664">
                  <a:moveTo>
                    <a:pt x="2689" y="1"/>
                  </a:moveTo>
                  <a:cubicBezTo>
                    <a:pt x="924" y="1"/>
                    <a:pt x="0" y="2143"/>
                    <a:pt x="1260" y="3404"/>
                  </a:cubicBezTo>
                  <a:cubicBezTo>
                    <a:pt x="1663" y="3793"/>
                    <a:pt x="2156" y="3968"/>
                    <a:pt x="2640" y="3968"/>
                  </a:cubicBezTo>
                  <a:cubicBezTo>
                    <a:pt x="3671" y="3968"/>
                    <a:pt x="4663" y="3176"/>
                    <a:pt x="4663" y="1975"/>
                  </a:cubicBezTo>
                  <a:cubicBezTo>
                    <a:pt x="4663" y="883"/>
                    <a:pt x="3781" y="1"/>
                    <a:pt x="2689" y="1"/>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161"/>
          <p:cNvGrpSpPr/>
          <p:nvPr/>
        </p:nvGrpSpPr>
        <p:grpSpPr>
          <a:xfrm>
            <a:off x="2937306" y="3343962"/>
            <a:ext cx="361451" cy="387608"/>
            <a:chOff x="3381811" y="2695328"/>
            <a:chExt cx="458403" cy="491576"/>
          </a:xfrm>
        </p:grpSpPr>
        <p:sp>
          <p:nvSpPr>
            <p:cNvPr id="2169" name="Google Shape;2169;p161"/>
            <p:cNvSpPr/>
            <p:nvPr/>
          </p:nvSpPr>
          <p:spPr>
            <a:xfrm>
              <a:off x="3381811" y="3099191"/>
              <a:ext cx="409758" cy="87713"/>
            </a:xfrm>
            <a:custGeom>
              <a:rect b="b" l="l" r="r" t="t"/>
              <a:pathLst>
                <a:path extrusionOk="0" fill="none" h="5000" w="23358">
                  <a:moveTo>
                    <a:pt x="0" y="0"/>
                  </a:moveTo>
                  <a:lnTo>
                    <a:pt x="0" y="1891"/>
                  </a:lnTo>
                  <a:cubicBezTo>
                    <a:pt x="0" y="3571"/>
                    <a:pt x="1387" y="4999"/>
                    <a:pt x="3067" y="4999"/>
                  </a:cubicBezTo>
                  <a:lnTo>
                    <a:pt x="23358" y="4999"/>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61"/>
            <p:cNvSpPr/>
            <p:nvPr/>
          </p:nvSpPr>
          <p:spPr>
            <a:xfrm>
              <a:off x="3484242" y="2695328"/>
              <a:ext cx="355972" cy="491576"/>
            </a:xfrm>
            <a:custGeom>
              <a:rect b="b" l="l" r="r" t="t"/>
              <a:pathLst>
                <a:path extrusionOk="0" h="28022" w="20292">
                  <a:moveTo>
                    <a:pt x="1" y="1"/>
                  </a:moveTo>
                  <a:lnTo>
                    <a:pt x="1" y="23022"/>
                  </a:lnTo>
                  <a:lnTo>
                    <a:pt x="14704" y="23022"/>
                  </a:lnTo>
                  <a:lnTo>
                    <a:pt x="14704" y="25207"/>
                  </a:lnTo>
                  <a:cubicBezTo>
                    <a:pt x="14704" y="26761"/>
                    <a:pt x="15964" y="28021"/>
                    <a:pt x="17519" y="28021"/>
                  </a:cubicBezTo>
                  <a:cubicBezTo>
                    <a:pt x="19031" y="28021"/>
                    <a:pt x="20291" y="26761"/>
                    <a:pt x="20291" y="25207"/>
                  </a:cubicBezTo>
                  <a:lnTo>
                    <a:pt x="20291" y="1"/>
                  </a:ln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61"/>
            <p:cNvSpPr/>
            <p:nvPr/>
          </p:nvSpPr>
          <p:spPr>
            <a:xfrm>
              <a:off x="3381811" y="2695328"/>
              <a:ext cx="458403" cy="491576"/>
            </a:xfrm>
            <a:custGeom>
              <a:rect b="b" l="l" r="r" t="t"/>
              <a:pathLst>
                <a:path extrusionOk="0" fill="none" h="28022" w="26131">
                  <a:moveTo>
                    <a:pt x="5840" y="23022"/>
                  </a:moveTo>
                  <a:lnTo>
                    <a:pt x="5840" y="1"/>
                  </a:lnTo>
                  <a:lnTo>
                    <a:pt x="26130" y="1"/>
                  </a:lnTo>
                  <a:lnTo>
                    <a:pt x="26130" y="25207"/>
                  </a:lnTo>
                  <a:cubicBezTo>
                    <a:pt x="26130" y="26761"/>
                    <a:pt x="24870" y="28021"/>
                    <a:pt x="23358" y="28021"/>
                  </a:cubicBezTo>
                  <a:lnTo>
                    <a:pt x="23358" y="28021"/>
                  </a:lnTo>
                  <a:cubicBezTo>
                    <a:pt x="21803" y="28021"/>
                    <a:pt x="20543" y="26761"/>
                    <a:pt x="20543" y="25207"/>
                  </a:cubicBezTo>
                  <a:lnTo>
                    <a:pt x="20543" y="23022"/>
                  </a:lnTo>
                  <a:lnTo>
                    <a:pt x="0" y="23022"/>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61"/>
            <p:cNvSpPr/>
            <p:nvPr/>
          </p:nvSpPr>
          <p:spPr>
            <a:xfrm>
              <a:off x="3549833" y="2787461"/>
              <a:ext cx="192371" cy="18"/>
            </a:xfrm>
            <a:custGeom>
              <a:rect b="b" l="l" r="r" t="t"/>
              <a:pathLst>
                <a:path extrusionOk="0" fill="none" h="1" w="10966">
                  <a:moveTo>
                    <a:pt x="1" y="0"/>
                  </a:moveTo>
                  <a:lnTo>
                    <a:pt x="10965"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61"/>
            <p:cNvSpPr/>
            <p:nvPr/>
          </p:nvSpPr>
          <p:spPr>
            <a:xfrm>
              <a:off x="3549833" y="2979797"/>
              <a:ext cx="192371" cy="18"/>
            </a:xfrm>
            <a:custGeom>
              <a:rect b="b" l="l" r="r" t="t"/>
              <a:pathLst>
                <a:path extrusionOk="0" fill="none" h="1" w="10966">
                  <a:moveTo>
                    <a:pt x="1" y="1"/>
                  </a:moveTo>
                  <a:lnTo>
                    <a:pt x="10965"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61"/>
            <p:cNvSpPr/>
            <p:nvPr/>
          </p:nvSpPr>
          <p:spPr>
            <a:xfrm>
              <a:off x="3549833" y="2915679"/>
              <a:ext cx="192371" cy="18"/>
            </a:xfrm>
            <a:custGeom>
              <a:rect b="b" l="l" r="r" t="t"/>
              <a:pathLst>
                <a:path extrusionOk="0" fill="none" h="1" w="10966">
                  <a:moveTo>
                    <a:pt x="1" y="1"/>
                  </a:moveTo>
                  <a:lnTo>
                    <a:pt x="10965"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61"/>
            <p:cNvSpPr/>
            <p:nvPr/>
          </p:nvSpPr>
          <p:spPr>
            <a:xfrm>
              <a:off x="3549833" y="2851561"/>
              <a:ext cx="131200" cy="18"/>
            </a:xfrm>
            <a:custGeom>
              <a:rect b="b" l="l" r="r" t="t"/>
              <a:pathLst>
                <a:path extrusionOk="0" fill="none" h="1" w="7479">
                  <a:moveTo>
                    <a:pt x="1" y="1"/>
                  </a:moveTo>
                  <a:lnTo>
                    <a:pt x="747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161"/>
          <p:cNvGrpSpPr/>
          <p:nvPr/>
        </p:nvGrpSpPr>
        <p:grpSpPr>
          <a:xfrm>
            <a:off x="4405699" y="3381302"/>
            <a:ext cx="495098" cy="299856"/>
            <a:chOff x="5602253" y="3148556"/>
            <a:chExt cx="627899" cy="380286"/>
          </a:xfrm>
        </p:grpSpPr>
        <p:sp>
          <p:nvSpPr>
            <p:cNvPr id="2177" name="Google Shape;2177;p161"/>
            <p:cNvSpPr/>
            <p:nvPr/>
          </p:nvSpPr>
          <p:spPr>
            <a:xfrm>
              <a:off x="5602253" y="3148556"/>
              <a:ext cx="627899" cy="380286"/>
            </a:xfrm>
            <a:custGeom>
              <a:rect b="b" l="l" r="r" t="t"/>
              <a:pathLst>
                <a:path extrusionOk="0" h="21678" w="35793">
                  <a:moveTo>
                    <a:pt x="1891" y="1"/>
                  </a:moveTo>
                  <a:cubicBezTo>
                    <a:pt x="841" y="1"/>
                    <a:pt x="1" y="883"/>
                    <a:pt x="1" y="1891"/>
                  </a:cubicBezTo>
                  <a:lnTo>
                    <a:pt x="1" y="19787"/>
                  </a:lnTo>
                  <a:cubicBezTo>
                    <a:pt x="1" y="20838"/>
                    <a:pt x="841" y="21678"/>
                    <a:pt x="1891" y="21678"/>
                  </a:cubicBezTo>
                  <a:lnTo>
                    <a:pt x="33902" y="21678"/>
                  </a:lnTo>
                  <a:cubicBezTo>
                    <a:pt x="34953" y="21678"/>
                    <a:pt x="35793" y="20838"/>
                    <a:pt x="35793" y="19787"/>
                  </a:cubicBezTo>
                  <a:lnTo>
                    <a:pt x="35793" y="1891"/>
                  </a:lnTo>
                  <a:cubicBezTo>
                    <a:pt x="35793" y="883"/>
                    <a:pt x="34953" y="1"/>
                    <a:pt x="33902" y="1"/>
                  </a:cubicBezTo>
                  <a:close/>
                </a:path>
              </a:pathLst>
            </a:custGeom>
            <a:noFill/>
            <a:ln cap="flat" cmpd="sng" w="19050">
              <a:solidFill>
                <a:schemeClr val="lt1"/>
              </a:solidFill>
              <a:prstDash val="solid"/>
              <a:miter lim="420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61"/>
            <p:cNvSpPr/>
            <p:nvPr/>
          </p:nvSpPr>
          <p:spPr>
            <a:xfrm>
              <a:off x="5669318" y="3451445"/>
              <a:ext cx="162145" cy="18"/>
            </a:xfrm>
            <a:custGeom>
              <a:rect b="b" l="l" r="r" t="t"/>
              <a:pathLst>
                <a:path extrusionOk="0" fill="none" h="1" w="9243">
                  <a:moveTo>
                    <a:pt x="0" y="1"/>
                  </a:moveTo>
                  <a:lnTo>
                    <a:pt x="924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61"/>
            <p:cNvSpPr/>
            <p:nvPr/>
          </p:nvSpPr>
          <p:spPr>
            <a:xfrm>
              <a:off x="5907353" y="3451445"/>
              <a:ext cx="120149" cy="18"/>
            </a:xfrm>
            <a:custGeom>
              <a:rect b="b" l="l" r="r" t="t"/>
              <a:pathLst>
                <a:path extrusionOk="0" fill="none" h="1" w="6849">
                  <a:moveTo>
                    <a:pt x="1" y="1"/>
                  </a:moveTo>
                  <a:lnTo>
                    <a:pt x="6848"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61"/>
            <p:cNvSpPr/>
            <p:nvPr/>
          </p:nvSpPr>
          <p:spPr>
            <a:xfrm>
              <a:off x="6104127" y="3451445"/>
              <a:ext cx="59697" cy="18"/>
            </a:xfrm>
            <a:custGeom>
              <a:rect b="b" l="l" r="r" t="t"/>
              <a:pathLst>
                <a:path extrusionOk="0" fill="none" h="1" w="3403">
                  <a:moveTo>
                    <a:pt x="0" y="1"/>
                  </a:moveTo>
                  <a:lnTo>
                    <a:pt x="3403"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61"/>
            <p:cNvSpPr/>
            <p:nvPr/>
          </p:nvSpPr>
          <p:spPr>
            <a:xfrm>
              <a:off x="5684054" y="3232567"/>
              <a:ext cx="112044" cy="112044"/>
            </a:xfrm>
            <a:custGeom>
              <a:rect b="b" l="l" r="r" t="t"/>
              <a:pathLst>
                <a:path extrusionOk="0" fill="none" h="6387" w="6387">
                  <a:moveTo>
                    <a:pt x="1" y="1"/>
                  </a:moveTo>
                  <a:lnTo>
                    <a:pt x="6386" y="1"/>
                  </a:lnTo>
                  <a:lnTo>
                    <a:pt x="6386" y="6386"/>
                  </a:lnTo>
                  <a:lnTo>
                    <a:pt x="1" y="6386"/>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61"/>
            <p:cNvSpPr/>
            <p:nvPr/>
          </p:nvSpPr>
          <p:spPr>
            <a:xfrm>
              <a:off x="5759224" y="3232567"/>
              <a:ext cx="18" cy="44242"/>
            </a:xfrm>
            <a:custGeom>
              <a:rect b="b" l="l" r="r" t="t"/>
              <a:pathLst>
                <a:path extrusionOk="0" fill="none" h="2522" w="1">
                  <a:moveTo>
                    <a:pt x="1" y="1"/>
                  </a:moveTo>
                  <a:lnTo>
                    <a:pt x="1"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61"/>
            <p:cNvSpPr/>
            <p:nvPr/>
          </p:nvSpPr>
          <p:spPr>
            <a:xfrm>
              <a:off x="5718700" y="3288580"/>
              <a:ext cx="18" cy="44242"/>
            </a:xfrm>
            <a:custGeom>
              <a:rect b="b" l="l" r="r" t="t"/>
              <a:pathLst>
                <a:path extrusionOk="0" fill="none" h="2522" w="1">
                  <a:moveTo>
                    <a:pt x="0" y="1"/>
                  </a:moveTo>
                  <a:lnTo>
                    <a:pt x="0" y="252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61"/>
            <p:cNvSpPr/>
            <p:nvPr/>
          </p:nvSpPr>
          <p:spPr>
            <a:xfrm>
              <a:off x="6163806" y="3148556"/>
              <a:ext cx="18" cy="380286"/>
            </a:xfrm>
            <a:custGeom>
              <a:rect b="b" l="l" r="r" t="t"/>
              <a:pathLst>
                <a:path extrusionOk="0" fill="none" h="21678" w="1">
                  <a:moveTo>
                    <a:pt x="1" y="1"/>
                  </a:moveTo>
                  <a:lnTo>
                    <a:pt x="1" y="21678"/>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 name="Google Shape;2185;p161"/>
          <p:cNvSpPr/>
          <p:nvPr/>
        </p:nvSpPr>
        <p:spPr>
          <a:xfrm>
            <a:off x="4505810" y="1957785"/>
            <a:ext cx="294877" cy="404927"/>
          </a:xfrm>
          <a:custGeom>
            <a:rect b="b" l="l" r="r" t="t"/>
            <a:pathLst>
              <a:path extrusionOk="0" h="20366" w="14831">
                <a:moveTo>
                  <a:pt x="5773" y="0"/>
                </a:moveTo>
                <a:cubicBezTo>
                  <a:pt x="5515" y="0"/>
                  <a:pt x="5252" y="50"/>
                  <a:pt x="5000" y="155"/>
                </a:cubicBezTo>
                <a:lnTo>
                  <a:pt x="4328" y="449"/>
                </a:lnTo>
                <a:cubicBezTo>
                  <a:pt x="1387" y="1710"/>
                  <a:pt x="1" y="5155"/>
                  <a:pt x="1261" y="8095"/>
                </a:cubicBezTo>
                <a:lnTo>
                  <a:pt x="5042" y="16833"/>
                </a:lnTo>
                <a:cubicBezTo>
                  <a:pt x="6017" y="19035"/>
                  <a:pt x="8171" y="20366"/>
                  <a:pt x="10426" y="20366"/>
                </a:cubicBezTo>
                <a:cubicBezTo>
                  <a:pt x="11182" y="20366"/>
                  <a:pt x="11949" y="20216"/>
                  <a:pt x="12688" y="19900"/>
                </a:cubicBezTo>
                <a:lnTo>
                  <a:pt x="13360" y="19606"/>
                </a:lnTo>
                <a:cubicBezTo>
                  <a:pt x="14368" y="19144"/>
                  <a:pt x="14830" y="17967"/>
                  <a:pt x="14410" y="16959"/>
                </a:cubicBezTo>
                <a:lnTo>
                  <a:pt x="13192" y="14145"/>
                </a:lnTo>
                <a:cubicBezTo>
                  <a:pt x="12940" y="13556"/>
                  <a:pt x="12394" y="13094"/>
                  <a:pt x="11763" y="12968"/>
                </a:cubicBezTo>
                <a:cubicBezTo>
                  <a:pt x="11637" y="12940"/>
                  <a:pt x="11507" y="12926"/>
                  <a:pt x="11374" y="12926"/>
                </a:cubicBezTo>
                <a:cubicBezTo>
                  <a:pt x="11110" y="12926"/>
                  <a:pt x="10839" y="12982"/>
                  <a:pt x="10587" y="13094"/>
                </a:cubicBezTo>
                <a:cubicBezTo>
                  <a:pt x="10209" y="13262"/>
                  <a:pt x="9873" y="13556"/>
                  <a:pt x="9663" y="13893"/>
                </a:cubicBezTo>
                <a:cubicBezTo>
                  <a:pt x="8697" y="13851"/>
                  <a:pt x="7815" y="13262"/>
                  <a:pt x="7436" y="12338"/>
                </a:cubicBezTo>
                <a:lnTo>
                  <a:pt x="6176" y="9440"/>
                </a:lnTo>
                <a:cubicBezTo>
                  <a:pt x="5798" y="8557"/>
                  <a:pt x="5966" y="7507"/>
                  <a:pt x="6596" y="6751"/>
                </a:cubicBezTo>
                <a:cubicBezTo>
                  <a:pt x="6745" y="6801"/>
                  <a:pt x="6901" y="6824"/>
                  <a:pt x="7058" y="6824"/>
                </a:cubicBezTo>
                <a:cubicBezTo>
                  <a:pt x="7299" y="6824"/>
                  <a:pt x="7544" y="6769"/>
                  <a:pt x="7773" y="6667"/>
                </a:cubicBezTo>
                <a:cubicBezTo>
                  <a:pt x="8151" y="6499"/>
                  <a:pt x="8487" y="6205"/>
                  <a:pt x="8697" y="5869"/>
                </a:cubicBezTo>
                <a:cubicBezTo>
                  <a:pt x="9033" y="5323"/>
                  <a:pt x="9075" y="4608"/>
                  <a:pt x="8823" y="4020"/>
                </a:cubicBezTo>
                <a:lnTo>
                  <a:pt x="7604" y="1206"/>
                </a:lnTo>
                <a:cubicBezTo>
                  <a:pt x="7289" y="449"/>
                  <a:pt x="6549" y="0"/>
                  <a:pt x="5773"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161"/>
          <p:cNvGrpSpPr/>
          <p:nvPr/>
        </p:nvGrpSpPr>
        <p:grpSpPr>
          <a:xfrm>
            <a:off x="3672154" y="2658054"/>
            <a:ext cx="403141" cy="385144"/>
            <a:chOff x="2569676" y="2351025"/>
            <a:chExt cx="511276" cy="488451"/>
          </a:xfrm>
        </p:grpSpPr>
        <p:sp>
          <p:nvSpPr>
            <p:cNvPr id="2187" name="Google Shape;2187;p161"/>
            <p:cNvSpPr/>
            <p:nvPr/>
          </p:nvSpPr>
          <p:spPr>
            <a:xfrm>
              <a:off x="2838755" y="2351025"/>
              <a:ext cx="164733" cy="173700"/>
            </a:xfrm>
            <a:custGeom>
              <a:rect b="b" l="l" r="r" t="t"/>
              <a:pathLst>
                <a:path extrusionOk="0" h="8949" w="8487">
                  <a:moveTo>
                    <a:pt x="1" y="0"/>
                  </a:moveTo>
                  <a:lnTo>
                    <a:pt x="1471" y="8948"/>
                  </a:lnTo>
                  <a:lnTo>
                    <a:pt x="8487" y="3235"/>
                  </a:lnTo>
                  <a:cubicBezTo>
                    <a:pt x="6176" y="1134"/>
                    <a:pt x="3194" y="0"/>
                    <a:pt x="8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61"/>
            <p:cNvSpPr/>
            <p:nvPr/>
          </p:nvSpPr>
          <p:spPr>
            <a:xfrm>
              <a:off x="2599858" y="2363254"/>
              <a:ext cx="195711" cy="194081"/>
            </a:xfrm>
            <a:custGeom>
              <a:rect b="b" l="l" r="r" t="t"/>
              <a:pathLst>
                <a:path extrusionOk="0" h="9999" w="10083">
                  <a:moveTo>
                    <a:pt x="8486" y="0"/>
                  </a:moveTo>
                  <a:cubicBezTo>
                    <a:pt x="3991" y="1471"/>
                    <a:pt x="714" y="5335"/>
                    <a:pt x="0" y="9998"/>
                  </a:cubicBezTo>
                  <a:lnTo>
                    <a:pt x="10082" y="9998"/>
                  </a:lnTo>
                  <a:lnTo>
                    <a:pt x="8486"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61"/>
            <p:cNvSpPr/>
            <p:nvPr/>
          </p:nvSpPr>
          <p:spPr>
            <a:xfrm>
              <a:off x="2946402" y="2472512"/>
              <a:ext cx="134550" cy="84822"/>
            </a:xfrm>
            <a:custGeom>
              <a:rect b="b" l="l" r="r" t="t"/>
              <a:pathLst>
                <a:path extrusionOk="0" h="4370" w="6932">
                  <a:moveTo>
                    <a:pt x="5378" y="0"/>
                  </a:moveTo>
                  <a:lnTo>
                    <a:pt x="0" y="4369"/>
                  </a:lnTo>
                  <a:lnTo>
                    <a:pt x="6932" y="4369"/>
                  </a:lnTo>
                  <a:cubicBezTo>
                    <a:pt x="6680" y="2857"/>
                    <a:pt x="6134" y="1345"/>
                    <a:pt x="5378"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61"/>
            <p:cNvSpPr/>
            <p:nvPr/>
          </p:nvSpPr>
          <p:spPr>
            <a:xfrm>
              <a:off x="2662629" y="2660050"/>
              <a:ext cx="179426" cy="179426"/>
            </a:xfrm>
            <a:custGeom>
              <a:rect b="b" l="l" r="r" t="t"/>
              <a:pathLst>
                <a:path extrusionOk="0" h="9244" w="9244">
                  <a:moveTo>
                    <a:pt x="7731" y="1"/>
                  </a:moveTo>
                  <a:lnTo>
                    <a:pt x="1" y="5336"/>
                  </a:lnTo>
                  <a:cubicBezTo>
                    <a:pt x="2361" y="7820"/>
                    <a:pt x="5619" y="9244"/>
                    <a:pt x="9011" y="9244"/>
                  </a:cubicBezTo>
                  <a:cubicBezTo>
                    <a:pt x="9060" y="9244"/>
                    <a:pt x="9110" y="9243"/>
                    <a:pt x="9159" y="9243"/>
                  </a:cubicBezTo>
                  <a:lnTo>
                    <a:pt x="9243" y="9243"/>
                  </a:lnTo>
                  <a:lnTo>
                    <a:pt x="7731"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61"/>
            <p:cNvSpPr/>
            <p:nvPr/>
          </p:nvSpPr>
          <p:spPr>
            <a:xfrm>
              <a:off x="2884426" y="2633148"/>
              <a:ext cx="196526" cy="194896"/>
            </a:xfrm>
            <a:custGeom>
              <a:rect b="b" l="l" r="r" t="t"/>
              <a:pathLst>
                <a:path extrusionOk="0" h="10041" w="10125">
                  <a:moveTo>
                    <a:pt x="1" y="0"/>
                  </a:moveTo>
                  <a:lnTo>
                    <a:pt x="1597" y="10041"/>
                  </a:lnTo>
                  <a:cubicBezTo>
                    <a:pt x="6092" y="8528"/>
                    <a:pt x="9369" y="4663"/>
                    <a:pt x="10125"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61"/>
            <p:cNvSpPr/>
            <p:nvPr/>
          </p:nvSpPr>
          <p:spPr>
            <a:xfrm>
              <a:off x="2569676" y="2621735"/>
              <a:ext cx="53843" cy="82376"/>
            </a:xfrm>
            <a:custGeom>
              <a:rect b="b" l="l" r="r" t="t"/>
              <a:pathLst>
                <a:path extrusionOk="0" fill="none" h="4244" w="2774">
                  <a:moveTo>
                    <a:pt x="1471" y="0"/>
                  </a:moveTo>
                  <a:lnTo>
                    <a:pt x="1" y="2773"/>
                  </a:lnTo>
                  <a:lnTo>
                    <a:pt x="2773" y="4243"/>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61"/>
            <p:cNvSpPr/>
            <p:nvPr/>
          </p:nvSpPr>
          <p:spPr>
            <a:xfrm>
              <a:off x="2595782" y="2616029"/>
              <a:ext cx="196526" cy="50563"/>
            </a:xfrm>
            <a:custGeom>
              <a:rect b="b" l="l" r="r" t="t"/>
              <a:pathLst>
                <a:path extrusionOk="0" fill="none" h="2605" w="10125">
                  <a:moveTo>
                    <a:pt x="0" y="2605"/>
                  </a:moveTo>
                  <a:lnTo>
                    <a:pt x="10124"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 name="Google Shape;2194;p161"/>
          <p:cNvGrpSpPr/>
          <p:nvPr/>
        </p:nvGrpSpPr>
        <p:grpSpPr>
          <a:xfrm>
            <a:off x="3679927" y="1964949"/>
            <a:ext cx="387594" cy="390512"/>
            <a:chOff x="5049542" y="1744665"/>
            <a:chExt cx="491558" cy="495260"/>
          </a:xfrm>
        </p:grpSpPr>
        <p:sp>
          <p:nvSpPr>
            <p:cNvPr id="2195" name="Google Shape;2195;p161"/>
            <p:cNvSpPr/>
            <p:nvPr/>
          </p:nvSpPr>
          <p:spPr>
            <a:xfrm>
              <a:off x="5049542" y="1744665"/>
              <a:ext cx="491558" cy="495260"/>
            </a:xfrm>
            <a:custGeom>
              <a:rect b="b" l="l" r="r" t="t"/>
              <a:pathLst>
                <a:path extrusionOk="0" h="28232" w="28021">
                  <a:moveTo>
                    <a:pt x="13924" y="8549"/>
                  </a:moveTo>
                  <a:cubicBezTo>
                    <a:pt x="16850" y="8549"/>
                    <a:pt x="19661" y="10812"/>
                    <a:pt x="19661" y="14242"/>
                  </a:cubicBezTo>
                  <a:cubicBezTo>
                    <a:pt x="19619" y="17393"/>
                    <a:pt x="17098" y="19913"/>
                    <a:pt x="13989" y="19955"/>
                  </a:cubicBezTo>
                  <a:cubicBezTo>
                    <a:pt x="8906" y="19955"/>
                    <a:pt x="6344" y="13822"/>
                    <a:pt x="9915" y="10251"/>
                  </a:cubicBezTo>
                  <a:cubicBezTo>
                    <a:pt x="11076" y="9076"/>
                    <a:pt x="12514" y="8549"/>
                    <a:pt x="13924" y="8549"/>
                  </a:cubicBezTo>
                  <a:close/>
                  <a:moveTo>
                    <a:pt x="11469" y="1"/>
                  </a:moveTo>
                  <a:lnTo>
                    <a:pt x="11469" y="3865"/>
                  </a:lnTo>
                  <a:cubicBezTo>
                    <a:pt x="11091" y="3992"/>
                    <a:pt x="10713" y="4076"/>
                    <a:pt x="10335" y="4202"/>
                  </a:cubicBezTo>
                  <a:lnTo>
                    <a:pt x="8612" y="1261"/>
                  </a:lnTo>
                  <a:lnTo>
                    <a:pt x="5167" y="3319"/>
                  </a:lnTo>
                  <a:lnTo>
                    <a:pt x="6890" y="6260"/>
                  </a:lnTo>
                  <a:cubicBezTo>
                    <a:pt x="6638" y="6512"/>
                    <a:pt x="6386" y="6764"/>
                    <a:pt x="6134" y="7016"/>
                  </a:cubicBezTo>
                  <a:lnTo>
                    <a:pt x="3235" y="5210"/>
                  </a:lnTo>
                  <a:lnTo>
                    <a:pt x="1135" y="8613"/>
                  </a:lnTo>
                  <a:lnTo>
                    <a:pt x="4033" y="10419"/>
                  </a:lnTo>
                  <a:cubicBezTo>
                    <a:pt x="3907" y="10755"/>
                    <a:pt x="3781" y="11091"/>
                    <a:pt x="3697" y="11427"/>
                  </a:cubicBezTo>
                  <a:lnTo>
                    <a:pt x="294" y="11175"/>
                  </a:lnTo>
                  <a:lnTo>
                    <a:pt x="0" y="15166"/>
                  </a:lnTo>
                  <a:lnTo>
                    <a:pt x="3403" y="15460"/>
                  </a:lnTo>
                  <a:cubicBezTo>
                    <a:pt x="3403" y="15796"/>
                    <a:pt x="3487" y="16132"/>
                    <a:pt x="3571" y="16510"/>
                  </a:cubicBezTo>
                  <a:lnTo>
                    <a:pt x="420" y="17813"/>
                  </a:lnTo>
                  <a:lnTo>
                    <a:pt x="1975" y="21509"/>
                  </a:lnTo>
                  <a:lnTo>
                    <a:pt x="5125" y="20165"/>
                  </a:lnTo>
                  <a:cubicBezTo>
                    <a:pt x="5335" y="20459"/>
                    <a:pt x="5546" y="20753"/>
                    <a:pt x="5798" y="21047"/>
                  </a:cubicBezTo>
                  <a:lnTo>
                    <a:pt x="3613" y="23652"/>
                  </a:lnTo>
                  <a:lnTo>
                    <a:pt x="6722" y="26215"/>
                  </a:lnTo>
                  <a:lnTo>
                    <a:pt x="8864" y="23568"/>
                  </a:lnTo>
                  <a:cubicBezTo>
                    <a:pt x="9200" y="23778"/>
                    <a:pt x="9536" y="23904"/>
                    <a:pt x="9831" y="24072"/>
                  </a:cubicBezTo>
                  <a:lnTo>
                    <a:pt x="9158" y="27391"/>
                  </a:lnTo>
                  <a:lnTo>
                    <a:pt x="13065" y="28231"/>
                  </a:lnTo>
                  <a:lnTo>
                    <a:pt x="13779" y="24870"/>
                  </a:lnTo>
                  <a:lnTo>
                    <a:pt x="14031" y="24870"/>
                  </a:lnTo>
                  <a:cubicBezTo>
                    <a:pt x="14284" y="24870"/>
                    <a:pt x="14578" y="24870"/>
                    <a:pt x="14830" y="24828"/>
                  </a:cubicBezTo>
                  <a:lnTo>
                    <a:pt x="15754" y="28147"/>
                  </a:lnTo>
                  <a:lnTo>
                    <a:pt x="19619" y="27097"/>
                  </a:lnTo>
                  <a:lnTo>
                    <a:pt x="18695" y="23820"/>
                  </a:lnTo>
                  <a:cubicBezTo>
                    <a:pt x="18989" y="23652"/>
                    <a:pt x="19325" y="23484"/>
                    <a:pt x="19619" y="23274"/>
                  </a:cubicBezTo>
                  <a:lnTo>
                    <a:pt x="21971" y="25794"/>
                  </a:lnTo>
                  <a:lnTo>
                    <a:pt x="24912" y="23064"/>
                  </a:lnTo>
                  <a:lnTo>
                    <a:pt x="22559" y="20543"/>
                  </a:lnTo>
                  <a:cubicBezTo>
                    <a:pt x="22770" y="20249"/>
                    <a:pt x="22980" y="19955"/>
                    <a:pt x="23148" y="19661"/>
                  </a:cubicBezTo>
                  <a:lnTo>
                    <a:pt x="26382" y="20837"/>
                  </a:lnTo>
                  <a:lnTo>
                    <a:pt x="27727" y="17056"/>
                  </a:lnTo>
                  <a:lnTo>
                    <a:pt x="24534" y="15922"/>
                  </a:lnTo>
                  <a:cubicBezTo>
                    <a:pt x="24576" y="15544"/>
                    <a:pt x="24618" y="15208"/>
                    <a:pt x="24618" y="14830"/>
                  </a:cubicBezTo>
                  <a:lnTo>
                    <a:pt x="28021" y="14368"/>
                  </a:lnTo>
                  <a:lnTo>
                    <a:pt x="27517" y="10419"/>
                  </a:lnTo>
                  <a:lnTo>
                    <a:pt x="24114" y="10881"/>
                  </a:lnTo>
                  <a:cubicBezTo>
                    <a:pt x="23988" y="10545"/>
                    <a:pt x="23862" y="10209"/>
                    <a:pt x="23736" y="9873"/>
                  </a:cubicBezTo>
                  <a:lnTo>
                    <a:pt x="26508" y="7898"/>
                  </a:lnTo>
                  <a:lnTo>
                    <a:pt x="24198" y="4622"/>
                  </a:lnTo>
                  <a:lnTo>
                    <a:pt x="21425" y="6596"/>
                  </a:lnTo>
                  <a:cubicBezTo>
                    <a:pt x="21173" y="6344"/>
                    <a:pt x="20879" y="6092"/>
                    <a:pt x="20585" y="5882"/>
                  </a:cubicBezTo>
                  <a:lnTo>
                    <a:pt x="22181" y="2857"/>
                  </a:lnTo>
                  <a:lnTo>
                    <a:pt x="18611" y="1009"/>
                  </a:lnTo>
                  <a:lnTo>
                    <a:pt x="17014" y="4034"/>
                  </a:lnTo>
                  <a:cubicBezTo>
                    <a:pt x="16510" y="3865"/>
                    <a:pt x="16006" y="3781"/>
                    <a:pt x="15502" y="3697"/>
                  </a:cubicBezTo>
                  <a:lnTo>
                    <a:pt x="15502"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61"/>
            <p:cNvSpPr/>
            <p:nvPr/>
          </p:nvSpPr>
          <p:spPr>
            <a:xfrm>
              <a:off x="5160814" y="1894267"/>
              <a:ext cx="233631" cy="233631"/>
            </a:xfrm>
            <a:custGeom>
              <a:rect b="b" l="l" r="r" t="t"/>
              <a:pathLst>
                <a:path extrusionOk="0" fill="none" h="13318" w="13318">
                  <a:moveTo>
                    <a:pt x="13318" y="5714"/>
                  </a:moveTo>
                  <a:cubicBezTo>
                    <a:pt x="13318" y="10797"/>
                    <a:pt x="7142" y="13318"/>
                    <a:pt x="3572" y="9747"/>
                  </a:cubicBezTo>
                  <a:cubicBezTo>
                    <a:pt x="1" y="6134"/>
                    <a:pt x="2563" y="1"/>
                    <a:pt x="7646" y="43"/>
                  </a:cubicBezTo>
                  <a:cubicBezTo>
                    <a:pt x="10755" y="43"/>
                    <a:pt x="13318" y="2605"/>
                    <a:pt x="13318" y="5714"/>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161"/>
          <p:cNvGrpSpPr/>
          <p:nvPr/>
        </p:nvGrpSpPr>
        <p:grpSpPr>
          <a:xfrm>
            <a:off x="2859483" y="2535009"/>
            <a:ext cx="517098" cy="575779"/>
            <a:chOff x="5601517" y="1171323"/>
            <a:chExt cx="487874" cy="543239"/>
          </a:xfrm>
        </p:grpSpPr>
        <p:sp>
          <p:nvSpPr>
            <p:cNvPr id="2198" name="Google Shape;2198;p161"/>
            <p:cNvSpPr/>
            <p:nvPr/>
          </p:nvSpPr>
          <p:spPr>
            <a:xfrm>
              <a:off x="5723858" y="1645181"/>
              <a:ext cx="81081" cy="69381"/>
            </a:xfrm>
            <a:custGeom>
              <a:rect b="b" l="l" r="r" t="t"/>
              <a:pathLst>
                <a:path extrusionOk="0" h="3955" w="4622">
                  <a:moveTo>
                    <a:pt x="2647" y="0"/>
                  </a:moveTo>
                  <a:cubicBezTo>
                    <a:pt x="882" y="0"/>
                    <a:pt x="0" y="2101"/>
                    <a:pt x="1260" y="3361"/>
                  </a:cubicBezTo>
                  <a:cubicBezTo>
                    <a:pt x="1657" y="3771"/>
                    <a:pt x="2151" y="3954"/>
                    <a:pt x="2637" y="3954"/>
                  </a:cubicBezTo>
                  <a:cubicBezTo>
                    <a:pt x="3646" y="3954"/>
                    <a:pt x="4621" y="3165"/>
                    <a:pt x="4621" y="1975"/>
                  </a:cubicBezTo>
                  <a:cubicBezTo>
                    <a:pt x="4621" y="883"/>
                    <a:pt x="3739" y="0"/>
                    <a:pt x="2647"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61"/>
            <p:cNvSpPr/>
            <p:nvPr/>
          </p:nvSpPr>
          <p:spPr>
            <a:xfrm>
              <a:off x="5720911" y="1299541"/>
              <a:ext cx="367743" cy="181319"/>
            </a:xfrm>
            <a:custGeom>
              <a:rect b="b" l="l" r="r" t="t"/>
              <a:pathLst>
                <a:path extrusionOk="0" h="10336" w="20963">
                  <a:moveTo>
                    <a:pt x="0" y="1"/>
                  </a:moveTo>
                  <a:lnTo>
                    <a:pt x="2437" y="10335"/>
                  </a:lnTo>
                  <a:lnTo>
                    <a:pt x="18442" y="10335"/>
                  </a:lnTo>
                  <a:lnTo>
                    <a:pt x="20963" y="1"/>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61"/>
            <p:cNvSpPr/>
            <p:nvPr/>
          </p:nvSpPr>
          <p:spPr>
            <a:xfrm>
              <a:off x="5601517" y="1171323"/>
              <a:ext cx="487874" cy="503347"/>
            </a:xfrm>
            <a:custGeom>
              <a:rect b="b" l="l" r="r" t="t"/>
              <a:pathLst>
                <a:path extrusionOk="0" fill="none" h="28693" w="27811">
                  <a:moveTo>
                    <a:pt x="9831" y="28693"/>
                  </a:moveTo>
                  <a:lnTo>
                    <a:pt x="12267" y="26256"/>
                  </a:lnTo>
                  <a:lnTo>
                    <a:pt x="25710" y="26256"/>
                  </a:lnTo>
                  <a:cubicBezTo>
                    <a:pt x="26845" y="26256"/>
                    <a:pt x="27769" y="25332"/>
                    <a:pt x="27769" y="24198"/>
                  </a:cubicBezTo>
                  <a:lnTo>
                    <a:pt x="27769" y="24198"/>
                  </a:lnTo>
                  <a:cubicBezTo>
                    <a:pt x="27811" y="23063"/>
                    <a:pt x="26845" y="22097"/>
                    <a:pt x="25710" y="22097"/>
                  </a:cubicBezTo>
                  <a:lnTo>
                    <a:pt x="10293" y="22097"/>
                  </a:lnTo>
                  <a:lnTo>
                    <a:pt x="5042" y="0"/>
                  </a:lnTo>
                  <a:lnTo>
                    <a:pt x="1"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61"/>
            <p:cNvSpPr/>
            <p:nvPr/>
          </p:nvSpPr>
          <p:spPr>
            <a:xfrm>
              <a:off x="5735647" y="1357028"/>
              <a:ext cx="235105" cy="18"/>
            </a:xfrm>
            <a:custGeom>
              <a:rect b="b" l="l" r="r" t="t"/>
              <a:pathLst>
                <a:path extrusionOk="0" fill="none" h="1" w="13402">
                  <a:moveTo>
                    <a:pt x="0" y="1"/>
                  </a:moveTo>
                  <a:lnTo>
                    <a:pt x="13401" y="1"/>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61"/>
            <p:cNvSpPr/>
            <p:nvPr/>
          </p:nvSpPr>
          <p:spPr>
            <a:xfrm>
              <a:off x="5748909" y="1418199"/>
              <a:ext cx="155514" cy="18"/>
            </a:xfrm>
            <a:custGeom>
              <a:rect b="b" l="l" r="r" t="t"/>
              <a:pathLst>
                <a:path extrusionOk="0" fill="none" h="1" w="8865">
                  <a:moveTo>
                    <a:pt x="0" y="0"/>
                  </a:moveTo>
                  <a:lnTo>
                    <a:pt x="8865" y="0"/>
                  </a:lnTo>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61"/>
            <p:cNvSpPr/>
            <p:nvPr/>
          </p:nvSpPr>
          <p:spPr>
            <a:xfrm>
              <a:off x="6006099" y="1631919"/>
              <a:ext cx="59715" cy="59697"/>
            </a:xfrm>
            <a:custGeom>
              <a:rect b="b" l="l" r="r" t="t"/>
              <a:pathLst>
                <a:path extrusionOk="0" h="3403" w="3404">
                  <a:moveTo>
                    <a:pt x="1681" y="0"/>
                  </a:moveTo>
                  <a:cubicBezTo>
                    <a:pt x="757" y="0"/>
                    <a:pt x="1" y="756"/>
                    <a:pt x="1" y="1723"/>
                  </a:cubicBezTo>
                  <a:cubicBezTo>
                    <a:pt x="1" y="2647"/>
                    <a:pt x="757" y="3403"/>
                    <a:pt x="1681" y="3403"/>
                  </a:cubicBezTo>
                  <a:cubicBezTo>
                    <a:pt x="2647" y="3403"/>
                    <a:pt x="3404" y="2647"/>
                    <a:pt x="3404" y="1723"/>
                  </a:cubicBezTo>
                  <a:cubicBezTo>
                    <a:pt x="3404" y="756"/>
                    <a:pt x="2647" y="0"/>
                    <a:pt x="1681" y="0"/>
                  </a:cubicBez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7" name="Shape 2207"/>
        <p:cNvGrpSpPr/>
        <p:nvPr/>
      </p:nvGrpSpPr>
      <p:grpSpPr>
        <a:xfrm>
          <a:off x="0" y="0"/>
          <a:ext cx="0" cy="0"/>
          <a:chOff x="0" y="0"/>
          <a:chExt cx="0" cy="0"/>
        </a:xfrm>
      </p:grpSpPr>
      <p:sp>
        <p:nvSpPr>
          <p:cNvPr id="2208" name="Google Shape;2208;p162"/>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ALTERNATIVE PREMIUM RESOURCES</a:t>
            </a:r>
            <a:endParaRPr/>
          </a:p>
        </p:txBody>
      </p:sp>
      <p:sp>
        <p:nvSpPr>
          <p:cNvPr id="2209" name="Google Shape;2209;p162"/>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Front view of businessman and technology</a:t>
            </a:r>
            <a:endParaRPr/>
          </a:p>
          <a:p>
            <a:pPr indent="-304800" lvl="0" marL="457200" rtl="0" algn="l">
              <a:spcBef>
                <a:spcPts val="0"/>
              </a:spcBef>
              <a:spcAft>
                <a:spcPts val="0"/>
              </a:spcAft>
              <a:buSzPts val="1200"/>
              <a:buChar char="●"/>
            </a:pPr>
            <a:r>
              <a:rPr lang="en">
                <a:uFill>
                  <a:noFill/>
                </a:uFill>
                <a:hlinkClick r:id="rId4"/>
              </a:rPr>
              <a:t>Smiling businessman with hi-tech hologram</a:t>
            </a:r>
            <a:endParaRPr/>
          </a:p>
          <a:p>
            <a:pPr indent="0" lvl="0" marL="457200" rtl="0" algn="l">
              <a:spcBef>
                <a:spcPts val="0"/>
              </a:spcBef>
              <a:spcAft>
                <a:spcPts val="0"/>
              </a:spcAft>
              <a:buNone/>
            </a:pPr>
            <a:r>
              <a:t/>
            </a:r>
            <a:endParaRPr/>
          </a:p>
        </p:txBody>
      </p:sp>
      <p:sp>
        <p:nvSpPr>
          <p:cNvPr id="2210" name="Google Shape;2210;p162"/>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PHOTOS</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 name="Shape 2214"/>
        <p:cNvGrpSpPr/>
        <p:nvPr/>
      </p:nvGrpSpPr>
      <p:grpSpPr>
        <a:xfrm>
          <a:off x="0" y="0"/>
          <a:ext cx="0" cy="0"/>
          <a:chOff x="0" y="0"/>
          <a:chExt cx="0" cy="0"/>
        </a:xfrm>
      </p:grpSpPr>
      <p:sp>
        <p:nvSpPr>
          <p:cNvPr id="2215" name="Google Shape;2215;p163"/>
          <p:cNvSpPr txBox="1"/>
          <p:nvPr>
            <p:ph type="ctrTitle"/>
          </p:nvPr>
        </p:nvSpPr>
        <p:spPr>
          <a:xfrm flipH="1">
            <a:off x="540000" y="45557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ALTERNATIVE PREMIUM RESOURCES</a:t>
            </a:r>
            <a:endParaRPr/>
          </a:p>
        </p:txBody>
      </p:sp>
      <p:sp>
        <p:nvSpPr>
          <p:cNvPr id="2216" name="Google Shape;2216;p163"/>
          <p:cNvSpPr txBox="1"/>
          <p:nvPr>
            <p:ph idx="1" type="subTitle"/>
          </p:nvPr>
        </p:nvSpPr>
        <p:spPr>
          <a:xfrm>
            <a:off x="2588100" y="2210650"/>
            <a:ext cx="3967800" cy="1844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uFill>
                  <a:noFill/>
                </a:uFill>
                <a:hlinkClick r:id="rId3"/>
              </a:rPr>
              <a:t>Technology background with abstract hud</a:t>
            </a:r>
            <a:endParaRPr/>
          </a:p>
          <a:p>
            <a:pPr indent="-304800" lvl="0" marL="457200" rtl="0" algn="l">
              <a:spcBef>
                <a:spcPts val="0"/>
              </a:spcBef>
              <a:spcAft>
                <a:spcPts val="0"/>
              </a:spcAft>
              <a:buSzPts val="1200"/>
              <a:buChar char="●"/>
            </a:pPr>
            <a:r>
              <a:rPr lang="en">
                <a:uFill>
                  <a:noFill/>
                </a:uFill>
                <a:hlinkClick r:id="rId4"/>
              </a:rPr>
              <a:t>Futuristic technology infographic</a:t>
            </a:r>
            <a:endParaRPr/>
          </a:p>
          <a:p>
            <a:pPr indent="-304800" lvl="0" marL="457200" rtl="0" algn="l">
              <a:spcBef>
                <a:spcPts val="0"/>
              </a:spcBef>
              <a:spcAft>
                <a:spcPts val="0"/>
              </a:spcAft>
              <a:buSzPts val="1200"/>
              <a:buChar char="●"/>
            </a:pPr>
            <a:r>
              <a:rPr lang="en">
                <a:uFill>
                  <a:noFill/>
                </a:uFill>
                <a:hlinkClick r:id="rId5"/>
              </a:rPr>
              <a:t>Futuristic hexagonal background</a:t>
            </a:r>
            <a:endParaRPr/>
          </a:p>
          <a:p>
            <a:pPr indent="-304800" lvl="0" marL="457200" rtl="0" algn="l">
              <a:spcBef>
                <a:spcPts val="0"/>
              </a:spcBef>
              <a:spcAft>
                <a:spcPts val="0"/>
              </a:spcAft>
              <a:buSzPts val="1200"/>
              <a:buChar char="●"/>
            </a:pPr>
            <a:r>
              <a:rPr lang="en">
                <a:uFill>
                  <a:noFill/>
                </a:uFill>
                <a:hlinkClick r:id="rId6"/>
              </a:rPr>
              <a:t>Abstract futuristic background concept</a:t>
            </a:r>
            <a:endParaRPr/>
          </a:p>
        </p:txBody>
      </p:sp>
      <p:sp>
        <p:nvSpPr>
          <p:cNvPr id="2217" name="Google Shape;2217;p163"/>
          <p:cNvSpPr txBox="1"/>
          <p:nvPr>
            <p:ph idx="2" type="ctrTitle"/>
          </p:nvPr>
        </p:nvSpPr>
        <p:spPr>
          <a:xfrm>
            <a:off x="3224100" y="1799442"/>
            <a:ext cx="26958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VECTORS</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1" name="Shape 2221"/>
        <p:cNvGrpSpPr/>
        <p:nvPr/>
      </p:nvGrpSpPr>
      <p:grpSpPr>
        <a:xfrm>
          <a:off x="0" y="0"/>
          <a:ext cx="0" cy="0"/>
          <a:chOff x="0" y="0"/>
          <a:chExt cx="0" cy="0"/>
        </a:xfrm>
      </p:grpSpPr>
      <p:sp>
        <p:nvSpPr>
          <p:cNvPr id="2222" name="Google Shape;2222;p164"/>
          <p:cNvSpPr txBox="1"/>
          <p:nvPr>
            <p:ph type="ctrTitle"/>
          </p:nvPr>
        </p:nvSpPr>
        <p:spPr>
          <a:xfrm flipH="1">
            <a:off x="540000" y="456180"/>
            <a:ext cx="806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PREMIUM ALTERNATIVE RESOURCES</a:t>
            </a:r>
            <a:endParaRPr/>
          </a:p>
        </p:txBody>
      </p:sp>
      <p:sp>
        <p:nvSpPr>
          <p:cNvPr id="2223" name="Google Shape;2223;p164"/>
          <p:cNvSpPr/>
          <p:nvPr/>
        </p:nvSpPr>
        <p:spPr>
          <a:xfrm>
            <a:off x="9450275" y="983200"/>
            <a:ext cx="380400" cy="67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4" name="Google Shape;2224;p164"/>
          <p:cNvGrpSpPr/>
          <p:nvPr/>
        </p:nvGrpSpPr>
        <p:grpSpPr>
          <a:xfrm>
            <a:off x="1698753" y="1884940"/>
            <a:ext cx="458568" cy="454592"/>
            <a:chOff x="1190625" y="238125"/>
            <a:chExt cx="5264850" cy="5219200"/>
          </a:xfrm>
        </p:grpSpPr>
        <p:sp>
          <p:nvSpPr>
            <p:cNvPr id="2225" name="Google Shape;2225;p164"/>
            <p:cNvSpPr/>
            <p:nvPr/>
          </p:nvSpPr>
          <p:spPr>
            <a:xfrm>
              <a:off x="1487450" y="535775"/>
              <a:ext cx="3526225" cy="3525400"/>
            </a:xfrm>
            <a:custGeom>
              <a:rect b="b" l="l" r="r" t="t"/>
              <a:pathLst>
                <a:path extrusionOk="0" h="141016" w="141049">
                  <a:moveTo>
                    <a:pt x="70525" y="0"/>
                  </a:moveTo>
                  <a:cubicBezTo>
                    <a:pt x="55781" y="0"/>
                    <a:pt x="41624" y="4502"/>
                    <a:pt x="29652" y="13048"/>
                  </a:cubicBezTo>
                  <a:cubicBezTo>
                    <a:pt x="28282" y="14027"/>
                    <a:pt x="27956" y="15919"/>
                    <a:pt x="28934" y="17321"/>
                  </a:cubicBezTo>
                  <a:cubicBezTo>
                    <a:pt x="29526" y="18150"/>
                    <a:pt x="30464" y="18597"/>
                    <a:pt x="31416" y="18597"/>
                  </a:cubicBezTo>
                  <a:cubicBezTo>
                    <a:pt x="32038" y="18597"/>
                    <a:pt x="32666" y="18406"/>
                    <a:pt x="33208" y="18006"/>
                  </a:cubicBezTo>
                  <a:cubicBezTo>
                    <a:pt x="44135" y="10210"/>
                    <a:pt x="57053" y="6100"/>
                    <a:pt x="70525" y="6100"/>
                  </a:cubicBezTo>
                  <a:cubicBezTo>
                    <a:pt x="106048" y="6100"/>
                    <a:pt x="134949" y="35001"/>
                    <a:pt x="134949" y="70492"/>
                  </a:cubicBezTo>
                  <a:cubicBezTo>
                    <a:pt x="134949" y="106015"/>
                    <a:pt x="106048" y="134916"/>
                    <a:pt x="70525" y="134916"/>
                  </a:cubicBezTo>
                  <a:cubicBezTo>
                    <a:pt x="35034" y="134916"/>
                    <a:pt x="6133" y="106015"/>
                    <a:pt x="6133" y="70492"/>
                  </a:cubicBezTo>
                  <a:cubicBezTo>
                    <a:pt x="6133" y="54965"/>
                    <a:pt x="11744" y="39960"/>
                    <a:pt x="21921" y="28249"/>
                  </a:cubicBezTo>
                  <a:cubicBezTo>
                    <a:pt x="23030" y="26977"/>
                    <a:pt x="22900" y="25052"/>
                    <a:pt x="21628" y="23943"/>
                  </a:cubicBezTo>
                  <a:cubicBezTo>
                    <a:pt x="21048" y="23438"/>
                    <a:pt x="20333" y="23190"/>
                    <a:pt x="19622" y="23190"/>
                  </a:cubicBezTo>
                  <a:cubicBezTo>
                    <a:pt x="18771" y="23190"/>
                    <a:pt x="17926" y="23544"/>
                    <a:pt x="17322" y="24237"/>
                  </a:cubicBezTo>
                  <a:cubicBezTo>
                    <a:pt x="6166" y="37056"/>
                    <a:pt x="1" y="53497"/>
                    <a:pt x="1" y="70492"/>
                  </a:cubicBezTo>
                  <a:cubicBezTo>
                    <a:pt x="1" y="109375"/>
                    <a:pt x="31642" y="141016"/>
                    <a:pt x="70525" y="141016"/>
                  </a:cubicBezTo>
                  <a:cubicBezTo>
                    <a:pt x="109408" y="141016"/>
                    <a:pt x="141049" y="109375"/>
                    <a:pt x="141049" y="70492"/>
                  </a:cubicBezTo>
                  <a:cubicBezTo>
                    <a:pt x="141049" y="31609"/>
                    <a:pt x="109408" y="0"/>
                    <a:pt x="70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64"/>
            <p:cNvSpPr/>
            <p:nvPr/>
          </p:nvSpPr>
          <p:spPr>
            <a:xfrm>
              <a:off x="2002025" y="1331700"/>
              <a:ext cx="2497900" cy="1668325"/>
            </a:xfrm>
            <a:custGeom>
              <a:rect b="b" l="l" r="r" t="t"/>
              <a:pathLst>
                <a:path extrusionOk="0" h="66733" w="99916">
                  <a:moveTo>
                    <a:pt x="49954" y="6125"/>
                  </a:moveTo>
                  <a:cubicBezTo>
                    <a:pt x="50839" y="6125"/>
                    <a:pt x="51720" y="6247"/>
                    <a:pt x="52584" y="6492"/>
                  </a:cubicBezTo>
                  <a:cubicBezTo>
                    <a:pt x="55683" y="7340"/>
                    <a:pt x="58651" y="9590"/>
                    <a:pt x="61261" y="12722"/>
                  </a:cubicBezTo>
                  <a:cubicBezTo>
                    <a:pt x="57722" y="14565"/>
                    <a:pt x="53832" y="15487"/>
                    <a:pt x="49942" y="15487"/>
                  </a:cubicBezTo>
                  <a:cubicBezTo>
                    <a:pt x="46052" y="15487"/>
                    <a:pt x="42162" y="14565"/>
                    <a:pt x="38623" y="12722"/>
                  </a:cubicBezTo>
                  <a:cubicBezTo>
                    <a:pt x="41265" y="9590"/>
                    <a:pt x="44201" y="7340"/>
                    <a:pt x="47300" y="6492"/>
                  </a:cubicBezTo>
                  <a:cubicBezTo>
                    <a:pt x="48180" y="6247"/>
                    <a:pt x="49069" y="6125"/>
                    <a:pt x="49954" y="6125"/>
                  </a:cubicBezTo>
                  <a:close/>
                  <a:moveTo>
                    <a:pt x="20474" y="24832"/>
                  </a:moveTo>
                  <a:cubicBezTo>
                    <a:pt x="20551" y="24832"/>
                    <a:pt x="20633" y="24873"/>
                    <a:pt x="20714" y="24954"/>
                  </a:cubicBezTo>
                  <a:lnTo>
                    <a:pt x="24074" y="29130"/>
                  </a:lnTo>
                  <a:cubicBezTo>
                    <a:pt x="23259" y="32490"/>
                    <a:pt x="22802" y="35882"/>
                    <a:pt x="22737" y="39111"/>
                  </a:cubicBezTo>
                  <a:cubicBezTo>
                    <a:pt x="21144" y="36650"/>
                    <a:pt x="18392" y="34707"/>
                    <a:pt x="15522" y="34707"/>
                  </a:cubicBezTo>
                  <a:cubicBezTo>
                    <a:pt x="14512" y="34707"/>
                    <a:pt x="13488" y="34947"/>
                    <a:pt x="12494" y="35491"/>
                  </a:cubicBezTo>
                  <a:cubicBezTo>
                    <a:pt x="12494" y="35425"/>
                    <a:pt x="12527" y="35360"/>
                    <a:pt x="12559" y="35295"/>
                  </a:cubicBezTo>
                  <a:lnTo>
                    <a:pt x="20258" y="24954"/>
                  </a:lnTo>
                  <a:cubicBezTo>
                    <a:pt x="20323" y="24873"/>
                    <a:pt x="20396" y="24832"/>
                    <a:pt x="20474" y="24832"/>
                  </a:cubicBezTo>
                  <a:close/>
                  <a:moveTo>
                    <a:pt x="79414" y="24832"/>
                  </a:moveTo>
                  <a:cubicBezTo>
                    <a:pt x="79495" y="24832"/>
                    <a:pt x="79577" y="24873"/>
                    <a:pt x="79658" y="24954"/>
                  </a:cubicBezTo>
                  <a:lnTo>
                    <a:pt x="87324" y="35295"/>
                  </a:lnTo>
                  <a:cubicBezTo>
                    <a:pt x="87389" y="35360"/>
                    <a:pt x="87389" y="35425"/>
                    <a:pt x="87389" y="35491"/>
                  </a:cubicBezTo>
                  <a:cubicBezTo>
                    <a:pt x="86478" y="35235"/>
                    <a:pt x="85575" y="35109"/>
                    <a:pt x="84695" y="35109"/>
                  </a:cubicBezTo>
                  <a:cubicBezTo>
                    <a:pt x="81763" y="35109"/>
                    <a:pt x="79078" y="36502"/>
                    <a:pt x="77147" y="39111"/>
                  </a:cubicBezTo>
                  <a:cubicBezTo>
                    <a:pt x="77082" y="35882"/>
                    <a:pt x="76625" y="32490"/>
                    <a:pt x="75842" y="29130"/>
                  </a:cubicBezTo>
                  <a:lnTo>
                    <a:pt x="79169" y="24954"/>
                  </a:lnTo>
                  <a:cubicBezTo>
                    <a:pt x="79251" y="24873"/>
                    <a:pt x="79332" y="24832"/>
                    <a:pt x="79414" y="24832"/>
                  </a:cubicBezTo>
                  <a:close/>
                  <a:moveTo>
                    <a:pt x="64784" y="17778"/>
                  </a:moveTo>
                  <a:cubicBezTo>
                    <a:pt x="66676" y="21073"/>
                    <a:pt x="68274" y="24759"/>
                    <a:pt x="69351" y="28575"/>
                  </a:cubicBezTo>
                  <a:cubicBezTo>
                    <a:pt x="69351" y="29065"/>
                    <a:pt x="69481" y="29521"/>
                    <a:pt x="69742" y="29978"/>
                  </a:cubicBezTo>
                  <a:cubicBezTo>
                    <a:pt x="70590" y="33273"/>
                    <a:pt x="71047" y="36600"/>
                    <a:pt x="71047" y="39731"/>
                  </a:cubicBezTo>
                  <a:cubicBezTo>
                    <a:pt x="71047" y="51474"/>
                    <a:pt x="64523" y="56726"/>
                    <a:pt x="49942" y="56726"/>
                  </a:cubicBezTo>
                  <a:cubicBezTo>
                    <a:pt x="35361" y="56726"/>
                    <a:pt x="28869" y="51474"/>
                    <a:pt x="28869" y="39731"/>
                  </a:cubicBezTo>
                  <a:cubicBezTo>
                    <a:pt x="28869" y="32522"/>
                    <a:pt x="31316" y="24302"/>
                    <a:pt x="35132" y="17778"/>
                  </a:cubicBezTo>
                  <a:cubicBezTo>
                    <a:pt x="39732" y="20322"/>
                    <a:pt x="44820" y="21627"/>
                    <a:pt x="49942" y="21627"/>
                  </a:cubicBezTo>
                  <a:cubicBezTo>
                    <a:pt x="55063" y="21627"/>
                    <a:pt x="60184" y="20322"/>
                    <a:pt x="64784" y="17778"/>
                  </a:cubicBezTo>
                  <a:close/>
                  <a:moveTo>
                    <a:pt x="49954" y="0"/>
                  </a:moveTo>
                  <a:cubicBezTo>
                    <a:pt x="49330" y="0"/>
                    <a:pt x="48702" y="33"/>
                    <a:pt x="48082" y="98"/>
                  </a:cubicBezTo>
                  <a:cubicBezTo>
                    <a:pt x="42080" y="816"/>
                    <a:pt x="36372" y="4893"/>
                    <a:pt x="31642" y="11809"/>
                  </a:cubicBezTo>
                  <a:cubicBezTo>
                    <a:pt x="29457" y="14973"/>
                    <a:pt x="27662" y="18528"/>
                    <a:pt x="26260" y="22084"/>
                  </a:cubicBezTo>
                  <a:lnTo>
                    <a:pt x="25510" y="21105"/>
                  </a:lnTo>
                  <a:cubicBezTo>
                    <a:pt x="23815" y="19506"/>
                    <a:pt x="22135" y="18707"/>
                    <a:pt x="20472" y="18707"/>
                  </a:cubicBezTo>
                  <a:cubicBezTo>
                    <a:pt x="18742" y="18707"/>
                    <a:pt x="17028" y="19572"/>
                    <a:pt x="15332" y="21301"/>
                  </a:cubicBezTo>
                  <a:lnTo>
                    <a:pt x="7634" y="31674"/>
                  </a:lnTo>
                  <a:cubicBezTo>
                    <a:pt x="6818" y="32751"/>
                    <a:pt x="6394" y="34121"/>
                    <a:pt x="6394" y="35491"/>
                  </a:cubicBezTo>
                  <a:lnTo>
                    <a:pt x="6394" y="42667"/>
                  </a:lnTo>
                  <a:lnTo>
                    <a:pt x="1371" y="49419"/>
                  </a:lnTo>
                  <a:cubicBezTo>
                    <a:pt x="490" y="50626"/>
                    <a:pt x="1" y="52094"/>
                    <a:pt x="1" y="53562"/>
                  </a:cubicBezTo>
                  <a:lnTo>
                    <a:pt x="1" y="63772"/>
                  </a:lnTo>
                  <a:cubicBezTo>
                    <a:pt x="1" y="65746"/>
                    <a:pt x="1526" y="66732"/>
                    <a:pt x="3051" y="66732"/>
                  </a:cubicBezTo>
                  <a:cubicBezTo>
                    <a:pt x="4576" y="66732"/>
                    <a:pt x="6101" y="65746"/>
                    <a:pt x="6101" y="63772"/>
                  </a:cubicBezTo>
                  <a:lnTo>
                    <a:pt x="6101" y="53562"/>
                  </a:lnTo>
                  <a:cubicBezTo>
                    <a:pt x="6101" y="53399"/>
                    <a:pt x="6166" y="53236"/>
                    <a:pt x="6264" y="53073"/>
                  </a:cubicBezTo>
                  <a:lnTo>
                    <a:pt x="15169" y="41101"/>
                  </a:lnTo>
                  <a:cubicBezTo>
                    <a:pt x="15385" y="40869"/>
                    <a:pt x="15609" y="40755"/>
                    <a:pt x="15834" y="40755"/>
                  </a:cubicBezTo>
                  <a:cubicBezTo>
                    <a:pt x="16050" y="40755"/>
                    <a:pt x="16266" y="40861"/>
                    <a:pt x="16474" y="41069"/>
                  </a:cubicBezTo>
                  <a:lnTo>
                    <a:pt x="25575" y="52388"/>
                  </a:lnTo>
                  <a:cubicBezTo>
                    <a:pt x="31936" y="60347"/>
                    <a:pt x="39927" y="62826"/>
                    <a:pt x="49942" y="62826"/>
                  </a:cubicBezTo>
                  <a:cubicBezTo>
                    <a:pt x="59858" y="62826"/>
                    <a:pt x="68078" y="60184"/>
                    <a:pt x="74341" y="52388"/>
                  </a:cubicBezTo>
                  <a:lnTo>
                    <a:pt x="83410" y="41069"/>
                  </a:lnTo>
                  <a:cubicBezTo>
                    <a:pt x="83634" y="40861"/>
                    <a:pt x="83850" y="40755"/>
                    <a:pt x="84066" y="40755"/>
                  </a:cubicBezTo>
                  <a:cubicBezTo>
                    <a:pt x="84290" y="40755"/>
                    <a:pt x="84515" y="40869"/>
                    <a:pt x="84747" y="41101"/>
                  </a:cubicBezTo>
                  <a:lnTo>
                    <a:pt x="93620" y="53073"/>
                  </a:lnTo>
                  <a:cubicBezTo>
                    <a:pt x="93750" y="53236"/>
                    <a:pt x="93783" y="53399"/>
                    <a:pt x="93783" y="53562"/>
                  </a:cubicBezTo>
                  <a:lnTo>
                    <a:pt x="93783" y="63772"/>
                  </a:lnTo>
                  <a:cubicBezTo>
                    <a:pt x="93783" y="65746"/>
                    <a:pt x="95316" y="66732"/>
                    <a:pt x="96849" y="66732"/>
                  </a:cubicBezTo>
                  <a:cubicBezTo>
                    <a:pt x="98382" y="66732"/>
                    <a:pt x="99915" y="65746"/>
                    <a:pt x="99915" y="63772"/>
                  </a:cubicBezTo>
                  <a:lnTo>
                    <a:pt x="99915" y="53562"/>
                  </a:lnTo>
                  <a:cubicBezTo>
                    <a:pt x="99915" y="52094"/>
                    <a:pt x="99426" y="50626"/>
                    <a:pt x="98545" y="49419"/>
                  </a:cubicBezTo>
                  <a:lnTo>
                    <a:pt x="93522" y="42667"/>
                  </a:lnTo>
                  <a:lnTo>
                    <a:pt x="93522" y="35491"/>
                  </a:lnTo>
                  <a:cubicBezTo>
                    <a:pt x="93522" y="34121"/>
                    <a:pt x="93065" y="32751"/>
                    <a:pt x="92250" y="31674"/>
                  </a:cubicBezTo>
                  <a:lnTo>
                    <a:pt x="84584" y="21301"/>
                  </a:lnTo>
                  <a:cubicBezTo>
                    <a:pt x="82888" y="19572"/>
                    <a:pt x="81175" y="18707"/>
                    <a:pt x="79445" y="18707"/>
                  </a:cubicBezTo>
                  <a:cubicBezTo>
                    <a:pt x="77781" y="18707"/>
                    <a:pt x="76102" y="19506"/>
                    <a:pt x="74407" y="21105"/>
                  </a:cubicBezTo>
                  <a:lnTo>
                    <a:pt x="73624" y="22084"/>
                  </a:lnTo>
                  <a:cubicBezTo>
                    <a:pt x="72254" y="18528"/>
                    <a:pt x="70460" y="14973"/>
                    <a:pt x="68274" y="11809"/>
                  </a:cubicBezTo>
                  <a:cubicBezTo>
                    <a:pt x="63544" y="4893"/>
                    <a:pt x="57803" y="816"/>
                    <a:pt x="51801" y="98"/>
                  </a:cubicBezTo>
                  <a:cubicBezTo>
                    <a:pt x="51198" y="33"/>
                    <a:pt x="50578" y="0"/>
                    <a:pt x="49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64"/>
            <p:cNvSpPr/>
            <p:nvPr/>
          </p:nvSpPr>
          <p:spPr>
            <a:xfrm>
              <a:off x="2890925" y="1946575"/>
              <a:ext cx="719300" cy="719300"/>
            </a:xfrm>
            <a:custGeom>
              <a:rect b="b" l="l" r="r" t="t"/>
              <a:pathLst>
                <a:path extrusionOk="0" h="28772" w="28772">
                  <a:moveTo>
                    <a:pt x="14386" y="6133"/>
                  </a:moveTo>
                  <a:cubicBezTo>
                    <a:pt x="18953" y="6133"/>
                    <a:pt x="22671" y="9852"/>
                    <a:pt x="22671" y="14386"/>
                  </a:cubicBezTo>
                  <a:cubicBezTo>
                    <a:pt x="22671" y="18953"/>
                    <a:pt x="18953" y="22671"/>
                    <a:pt x="14386" y="22671"/>
                  </a:cubicBezTo>
                  <a:cubicBezTo>
                    <a:pt x="9852" y="22671"/>
                    <a:pt x="6133" y="18953"/>
                    <a:pt x="6133" y="14386"/>
                  </a:cubicBezTo>
                  <a:cubicBezTo>
                    <a:pt x="6133" y="9852"/>
                    <a:pt x="9852" y="6133"/>
                    <a:pt x="14386" y="6133"/>
                  </a:cubicBezTo>
                  <a:close/>
                  <a:moveTo>
                    <a:pt x="14386" y="1"/>
                  </a:moveTo>
                  <a:cubicBezTo>
                    <a:pt x="6459" y="1"/>
                    <a:pt x="0" y="6459"/>
                    <a:pt x="0" y="14386"/>
                  </a:cubicBezTo>
                  <a:cubicBezTo>
                    <a:pt x="0" y="22345"/>
                    <a:pt x="6459" y="28771"/>
                    <a:pt x="14386" y="28771"/>
                  </a:cubicBezTo>
                  <a:cubicBezTo>
                    <a:pt x="22312" y="28771"/>
                    <a:pt x="28771" y="22345"/>
                    <a:pt x="28771" y="14386"/>
                  </a:cubicBezTo>
                  <a:cubicBezTo>
                    <a:pt x="28771" y="6459"/>
                    <a:pt x="22312" y="1"/>
                    <a:pt x="14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64"/>
            <p:cNvSpPr/>
            <p:nvPr/>
          </p:nvSpPr>
          <p:spPr>
            <a:xfrm>
              <a:off x="3151875" y="2230375"/>
              <a:ext cx="197375" cy="152525"/>
            </a:xfrm>
            <a:custGeom>
              <a:rect b="b" l="l" r="r" t="t"/>
              <a:pathLst>
                <a:path extrusionOk="0" h="6101" w="7895">
                  <a:moveTo>
                    <a:pt x="3948" y="0"/>
                  </a:moveTo>
                  <a:cubicBezTo>
                    <a:pt x="33" y="0"/>
                    <a:pt x="1" y="6100"/>
                    <a:pt x="3948" y="6100"/>
                  </a:cubicBezTo>
                  <a:cubicBezTo>
                    <a:pt x="7895" y="6100"/>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64"/>
            <p:cNvSpPr/>
            <p:nvPr/>
          </p:nvSpPr>
          <p:spPr>
            <a:xfrm>
              <a:off x="1190625" y="238125"/>
              <a:ext cx="5264850" cy="5219200"/>
            </a:xfrm>
            <a:custGeom>
              <a:rect b="b" l="l" r="r" t="t"/>
              <a:pathLst>
                <a:path extrusionOk="0" h="208768" w="210594">
                  <a:moveTo>
                    <a:pt x="143886" y="137297"/>
                  </a:moveTo>
                  <a:lnTo>
                    <a:pt x="158663" y="152074"/>
                  </a:lnTo>
                  <a:lnTo>
                    <a:pt x="152074" y="158663"/>
                  </a:lnTo>
                  <a:lnTo>
                    <a:pt x="137297" y="143886"/>
                  </a:lnTo>
                  <a:cubicBezTo>
                    <a:pt x="138439" y="142842"/>
                    <a:pt x="139580" y="141766"/>
                    <a:pt x="140689" y="140689"/>
                  </a:cubicBezTo>
                  <a:cubicBezTo>
                    <a:pt x="141766" y="139580"/>
                    <a:pt x="142842" y="138439"/>
                    <a:pt x="143886" y="137297"/>
                  </a:cubicBezTo>
                  <a:close/>
                  <a:moveTo>
                    <a:pt x="82398" y="6133"/>
                  </a:moveTo>
                  <a:cubicBezTo>
                    <a:pt x="102785" y="6133"/>
                    <a:pt x="121933" y="14059"/>
                    <a:pt x="136351" y="28477"/>
                  </a:cubicBezTo>
                  <a:cubicBezTo>
                    <a:pt x="150769" y="42863"/>
                    <a:pt x="158696" y="62043"/>
                    <a:pt x="158696" y="82398"/>
                  </a:cubicBezTo>
                  <a:cubicBezTo>
                    <a:pt x="158696" y="102785"/>
                    <a:pt x="150769" y="121933"/>
                    <a:pt x="136351" y="136351"/>
                  </a:cubicBezTo>
                  <a:cubicBezTo>
                    <a:pt x="121933" y="150769"/>
                    <a:pt x="102785" y="158696"/>
                    <a:pt x="82398" y="158696"/>
                  </a:cubicBezTo>
                  <a:cubicBezTo>
                    <a:pt x="62043" y="158696"/>
                    <a:pt x="42863" y="150769"/>
                    <a:pt x="28477" y="136351"/>
                  </a:cubicBezTo>
                  <a:cubicBezTo>
                    <a:pt x="14059" y="121933"/>
                    <a:pt x="6133" y="102785"/>
                    <a:pt x="6133" y="82398"/>
                  </a:cubicBezTo>
                  <a:cubicBezTo>
                    <a:pt x="6133" y="62043"/>
                    <a:pt x="14059" y="42863"/>
                    <a:pt x="28477" y="28477"/>
                  </a:cubicBezTo>
                  <a:cubicBezTo>
                    <a:pt x="42863" y="14059"/>
                    <a:pt x="62043" y="6133"/>
                    <a:pt x="82398" y="6133"/>
                  </a:cubicBezTo>
                  <a:close/>
                  <a:moveTo>
                    <a:pt x="82398" y="0"/>
                  </a:moveTo>
                  <a:cubicBezTo>
                    <a:pt x="60379" y="0"/>
                    <a:pt x="39698" y="8579"/>
                    <a:pt x="24139" y="24139"/>
                  </a:cubicBezTo>
                  <a:cubicBezTo>
                    <a:pt x="8579" y="39698"/>
                    <a:pt x="0" y="60412"/>
                    <a:pt x="0" y="82398"/>
                  </a:cubicBezTo>
                  <a:cubicBezTo>
                    <a:pt x="0" y="104416"/>
                    <a:pt x="8579" y="125130"/>
                    <a:pt x="24139" y="140689"/>
                  </a:cubicBezTo>
                  <a:cubicBezTo>
                    <a:pt x="39698" y="156249"/>
                    <a:pt x="60379" y="164828"/>
                    <a:pt x="82398" y="164828"/>
                  </a:cubicBezTo>
                  <a:cubicBezTo>
                    <a:pt x="100795" y="164828"/>
                    <a:pt x="118247" y="158826"/>
                    <a:pt x="132567" y="147801"/>
                  </a:cubicBezTo>
                  <a:lnTo>
                    <a:pt x="147735" y="162969"/>
                  </a:lnTo>
                  <a:lnTo>
                    <a:pt x="147018" y="163719"/>
                  </a:lnTo>
                  <a:cubicBezTo>
                    <a:pt x="144245" y="166492"/>
                    <a:pt x="144245" y="171026"/>
                    <a:pt x="147018" y="173799"/>
                  </a:cubicBezTo>
                  <a:lnTo>
                    <a:pt x="176506" y="203287"/>
                  </a:lnTo>
                  <a:cubicBezTo>
                    <a:pt x="180160" y="206940"/>
                    <a:pt x="185028" y="208767"/>
                    <a:pt x="189897" y="208767"/>
                  </a:cubicBezTo>
                  <a:cubicBezTo>
                    <a:pt x="194765" y="208767"/>
                    <a:pt x="199634" y="206940"/>
                    <a:pt x="203287" y="203287"/>
                  </a:cubicBezTo>
                  <a:cubicBezTo>
                    <a:pt x="210594" y="195980"/>
                    <a:pt x="210594" y="183813"/>
                    <a:pt x="203287" y="176506"/>
                  </a:cubicBezTo>
                  <a:lnTo>
                    <a:pt x="190239" y="163458"/>
                  </a:lnTo>
                  <a:cubicBezTo>
                    <a:pt x="189636" y="162855"/>
                    <a:pt x="188853" y="162553"/>
                    <a:pt x="188070" y="162553"/>
                  </a:cubicBezTo>
                  <a:cubicBezTo>
                    <a:pt x="187287" y="162553"/>
                    <a:pt x="186504" y="162855"/>
                    <a:pt x="185901" y="163458"/>
                  </a:cubicBezTo>
                  <a:cubicBezTo>
                    <a:pt x="184726" y="164665"/>
                    <a:pt x="184726" y="166590"/>
                    <a:pt x="185901" y="167797"/>
                  </a:cubicBezTo>
                  <a:lnTo>
                    <a:pt x="198949" y="180845"/>
                  </a:lnTo>
                  <a:cubicBezTo>
                    <a:pt x="203907" y="185770"/>
                    <a:pt x="203907" y="194023"/>
                    <a:pt x="198949" y="198949"/>
                  </a:cubicBezTo>
                  <a:cubicBezTo>
                    <a:pt x="196486" y="201428"/>
                    <a:pt x="193191" y="202667"/>
                    <a:pt x="189892" y="202667"/>
                  </a:cubicBezTo>
                  <a:cubicBezTo>
                    <a:pt x="186594" y="202667"/>
                    <a:pt x="183291" y="201428"/>
                    <a:pt x="180812" y="198949"/>
                  </a:cubicBezTo>
                  <a:lnTo>
                    <a:pt x="151356" y="169493"/>
                  </a:lnTo>
                  <a:cubicBezTo>
                    <a:pt x="150932" y="169069"/>
                    <a:pt x="150932" y="168449"/>
                    <a:pt x="151356" y="168025"/>
                  </a:cubicBezTo>
                  <a:lnTo>
                    <a:pt x="168025" y="151356"/>
                  </a:lnTo>
                  <a:cubicBezTo>
                    <a:pt x="168237" y="151160"/>
                    <a:pt x="168498" y="151063"/>
                    <a:pt x="168759" y="151063"/>
                  </a:cubicBezTo>
                  <a:cubicBezTo>
                    <a:pt x="169020" y="151063"/>
                    <a:pt x="169281" y="151160"/>
                    <a:pt x="169493" y="151356"/>
                  </a:cubicBezTo>
                  <a:lnTo>
                    <a:pt x="174418" y="156314"/>
                  </a:lnTo>
                  <a:cubicBezTo>
                    <a:pt x="175022" y="156902"/>
                    <a:pt x="175805" y="157195"/>
                    <a:pt x="176588" y="157195"/>
                  </a:cubicBezTo>
                  <a:cubicBezTo>
                    <a:pt x="177371" y="157195"/>
                    <a:pt x="178153" y="156902"/>
                    <a:pt x="178757" y="156314"/>
                  </a:cubicBezTo>
                  <a:cubicBezTo>
                    <a:pt x="179964" y="155107"/>
                    <a:pt x="179964" y="153183"/>
                    <a:pt x="178757" y="151976"/>
                  </a:cubicBezTo>
                  <a:lnTo>
                    <a:pt x="173799" y="147018"/>
                  </a:lnTo>
                  <a:cubicBezTo>
                    <a:pt x="172412" y="145631"/>
                    <a:pt x="170586" y="144938"/>
                    <a:pt x="168759" y="144938"/>
                  </a:cubicBezTo>
                  <a:cubicBezTo>
                    <a:pt x="166932" y="144938"/>
                    <a:pt x="165105" y="145631"/>
                    <a:pt x="163719" y="147018"/>
                  </a:cubicBezTo>
                  <a:lnTo>
                    <a:pt x="162969" y="147735"/>
                  </a:lnTo>
                  <a:lnTo>
                    <a:pt x="147801" y="132567"/>
                  </a:lnTo>
                  <a:cubicBezTo>
                    <a:pt x="158826" y="118247"/>
                    <a:pt x="164828" y="100795"/>
                    <a:pt x="164828" y="82398"/>
                  </a:cubicBezTo>
                  <a:cubicBezTo>
                    <a:pt x="164828" y="60412"/>
                    <a:pt x="156249" y="39698"/>
                    <a:pt x="140689" y="24139"/>
                  </a:cubicBezTo>
                  <a:cubicBezTo>
                    <a:pt x="125097" y="8579"/>
                    <a:pt x="104416" y="0"/>
                    <a:pt x="82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164"/>
          <p:cNvGrpSpPr/>
          <p:nvPr/>
        </p:nvGrpSpPr>
        <p:grpSpPr>
          <a:xfrm>
            <a:off x="2594776" y="1882003"/>
            <a:ext cx="567355" cy="481074"/>
            <a:chOff x="1186525" y="628750"/>
            <a:chExt cx="5233900" cy="4437950"/>
          </a:xfrm>
        </p:grpSpPr>
        <p:sp>
          <p:nvSpPr>
            <p:cNvPr id="2231" name="Google Shape;2231;p164"/>
            <p:cNvSpPr/>
            <p:nvPr/>
          </p:nvSpPr>
          <p:spPr>
            <a:xfrm>
              <a:off x="1186525" y="628750"/>
              <a:ext cx="5233900" cy="3040175"/>
            </a:xfrm>
            <a:custGeom>
              <a:rect b="b" l="l" r="r" t="t"/>
              <a:pathLst>
                <a:path extrusionOk="0" h="121607" w="209356">
                  <a:moveTo>
                    <a:pt x="60172" y="6133"/>
                  </a:moveTo>
                  <a:cubicBezTo>
                    <a:pt x="62262" y="6133"/>
                    <a:pt x="64369" y="6754"/>
                    <a:pt x="66219" y="8024"/>
                  </a:cubicBezTo>
                  <a:cubicBezTo>
                    <a:pt x="66252" y="8024"/>
                    <a:pt x="66252" y="8024"/>
                    <a:pt x="66252" y="8057"/>
                  </a:cubicBezTo>
                  <a:lnTo>
                    <a:pt x="86117" y="21203"/>
                  </a:lnTo>
                  <a:cubicBezTo>
                    <a:pt x="88408" y="22712"/>
                    <a:pt x="87293" y="27069"/>
                    <a:pt x="84593" y="27069"/>
                  </a:cubicBezTo>
                  <a:cubicBezTo>
                    <a:pt x="84024" y="27069"/>
                    <a:pt x="83385" y="26876"/>
                    <a:pt x="82692" y="26422"/>
                  </a:cubicBezTo>
                  <a:lnTo>
                    <a:pt x="66872" y="16016"/>
                  </a:lnTo>
                  <a:cubicBezTo>
                    <a:pt x="65082" y="14791"/>
                    <a:pt x="63043" y="14194"/>
                    <a:pt x="61022" y="14194"/>
                  </a:cubicBezTo>
                  <a:cubicBezTo>
                    <a:pt x="58252" y="14194"/>
                    <a:pt x="55515" y="15316"/>
                    <a:pt x="53497" y="17484"/>
                  </a:cubicBezTo>
                  <a:lnTo>
                    <a:pt x="27630" y="45244"/>
                  </a:lnTo>
                  <a:cubicBezTo>
                    <a:pt x="24042" y="45766"/>
                    <a:pt x="20617" y="46385"/>
                    <a:pt x="17387" y="47103"/>
                  </a:cubicBezTo>
                  <a:lnTo>
                    <a:pt x="52421" y="9525"/>
                  </a:lnTo>
                  <a:cubicBezTo>
                    <a:pt x="54509" y="7286"/>
                    <a:pt x="57324" y="6133"/>
                    <a:pt x="60172" y="6133"/>
                  </a:cubicBezTo>
                  <a:close/>
                  <a:moveTo>
                    <a:pt x="54549" y="49407"/>
                  </a:moveTo>
                  <a:cubicBezTo>
                    <a:pt x="67131" y="49407"/>
                    <a:pt x="80124" y="50785"/>
                    <a:pt x="91271" y="54345"/>
                  </a:cubicBezTo>
                  <a:cubicBezTo>
                    <a:pt x="95803" y="56077"/>
                    <a:pt x="99857" y="56826"/>
                    <a:pt x="103884" y="56826"/>
                  </a:cubicBezTo>
                  <a:cubicBezTo>
                    <a:pt x="108350" y="56826"/>
                    <a:pt x="112782" y="55904"/>
                    <a:pt x="117791" y="54377"/>
                  </a:cubicBezTo>
                  <a:cubicBezTo>
                    <a:pt x="129136" y="50905"/>
                    <a:pt x="142418" y="49450"/>
                    <a:pt x="155408" y="49450"/>
                  </a:cubicBezTo>
                  <a:cubicBezTo>
                    <a:pt x="171216" y="49450"/>
                    <a:pt x="186592" y="51604"/>
                    <a:pt x="197514" y="54899"/>
                  </a:cubicBezTo>
                  <a:cubicBezTo>
                    <a:pt x="198460" y="55160"/>
                    <a:pt x="203255" y="56824"/>
                    <a:pt x="202766" y="60542"/>
                  </a:cubicBezTo>
                  <a:cubicBezTo>
                    <a:pt x="202766" y="60542"/>
                    <a:pt x="202766" y="60575"/>
                    <a:pt x="202766" y="60575"/>
                  </a:cubicBezTo>
                  <a:lnTo>
                    <a:pt x="202048" y="67327"/>
                  </a:lnTo>
                  <a:cubicBezTo>
                    <a:pt x="201927" y="68422"/>
                    <a:pt x="200984" y="69233"/>
                    <a:pt x="199906" y="69233"/>
                  </a:cubicBezTo>
                  <a:cubicBezTo>
                    <a:pt x="199827" y="69233"/>
                    <a:pt x="199747" y="69228"/>
                    <a:pt x="199667" y="69219"/>
                  </a:cubicBezTo>
                  <a:cubicBezTo>
                    <a:pt x="199178" y="69154"/>
                    <a:pt x="198623" y="69121"/>
                    <a:pt x="198036" y="69056"/>
                  </a:cubicBezTo>
                  <a:cubicBezTo>
                    <a:pt x="198623" y="63576"/>
                    <a:pt x="194905" y="59205"/>
                    <a:pt x="188218" y="57639"/>
                  </a:cubicBezTo>
                  <a:cubicBezTo>
                    <a:pt x="177618" y="55119"/>
                    <a:pt x="166037" y="53855"/>
                    <a:pt x="154490" y="53855"/>
                  </a:cubicBezTo>
                  <a:cubicBezTo>
                    <a:pt x="142868" y="53855"/>
                    <a:pt x="131281" y="55136"/>
                    <a:pt x="120760" y="57704"/>
                  </a:cubicBezTo>
                  <a:cubicBezTo>
                    <a:pt x="114138" y="59303"/>
                    <a:pt x="110484" y="63739"/>
                    <a:pt x="111202" y="69285"/>
                  </a:cubicBezTo>
                  <a:cubicBezTo>
                    <a:pt x="111463" y="70100"/>
                    <a:pt x="111463" y="71209"/>
                    <a:pt x="111561" y="72090"/>
                  </a:cubicBezTo>
                  <a:cubicBezTo>
                    <a:pt x="109400" y="70928"/>
                    <a:pt x="106969" y="70349"/>
                    <a:pt x="104538" y="70349"/>
                  </a:cubicBezTo>
                  <a:cubicBezTo>
                    <a:pt x="102125" y="70349"/>
                    <a:pt x="99712" y="70920"/>
                    <a:pt x="97567" y="72057"/>
                  </a:cubicBezTo>
                  <a:lnTo>
                    <a:pt x="97926" y="69285"/>
                  </a:lnTo>
                  <a:cubicBezTo>
                    <a:pt x="98643" y="63707"/>
                    <a:pt x="94892" y="59238"/>
                    <a:pt x="88140" y="57639"/>
                  </a:cubicBezTo>
                  <a:cubicBezTo>
                    <a:pt x="77626" y="55145"/>
                    <a:pt x="65962" y="53850"/>
                    <a:pt x="54280" y="53850"/>
                  </a:cubicBezTo>
                  <a:cubicBezTo>
                    <a:pt x="49616" y="53850"/>
                    <a:pt x="44949" y="54056"/>
                    <a:pt x="40352" y="54475"/>
                  </a:cubicBezTo>
                  <a:cubicBezTo>
                    <a:pt x="40352" y="54475"/>
                    <a:pt x="21824" y="54573"/>
                    <a:pt x="12723" y="54573"/>
                  </a:cubicBezTo>
                  <a:cubicBezTo>
                    <a:pt x="22741" y="51705"/>
                    <a:pt x="38303" y="49407"/>
                    <a:pt x="54549" y="49407"/>
                  </a:cubicBezTo>
                  <a:close/>
                  <a:moveTo>
                    <a:pt x="39014" y="60673"/>
                  </a:moveTo>
                  <a:cubicBezTo>
                    <a:pt x="39080" y="60673"/>
                    <a:pt x="39112" y="60705"/>
                    <a:pt x="39112" y="60738"/>
                  </a:cubicBezTo>
                  <a:lnTo>
                    <a:pt x="39112" y="74634"/>
                  </a:lnTo>
                  <a:cubicBezTo>
                    <a:pt x="39112" y="74667"/>
                    <a:pt x="39080" y="74699"/>
                    <a:pt x="39014" y="74699"/>
                  </a:cubicBezTo>
                  <a:lnTo>
                    <a:pt x="6362" y="74699"/>
                  </a:lnTo>
                  <a:cubicBezTo>
                    <a:pt x="6297" y="74699"/>
                    <a:pt x="6297" y="74667"/>
                    <a:pt x="6297" y="74634"/>
                  </a:cubicBezTo>
                  <a:lnTo>
                    <a:pt x="6297" y="61521"/>
                  </a:lnTo>
                  <a:cubicBezTo>
                    <a:pt x="6329" y="61260"/>
                    <a:pt x="6362" y="60966"/>
                    <a:pt x="6329" y="60673"/>
                  </a:cubicBezTo>
                  <a:close/>
                  <a:moveTo>
                    <a:pt x="154554" y="59955"/>
                  </a:moveTo>
                  <a:cubicBezTo>
                    <a:pt x="165579" y="59955"/>
                    <a:pt x="176670" y="61162"/>
                    <a:pt x="186815" y="63576"/>
                  </a:cubicBezTo>
                  <a:cubicBezTo>
                    <a:pt x="189359" y="64196"/>
                    <a:pt x="192328" y="65533"/>
                    <a:pt x="191969" y="68502"/>
                  </a:cubicBezTo>
                  <a:lnTo>
                    <a:pt x="187696" y="101709"/>
                  </a:lnTo>
                  <a:cubicBezTo>
                    <a:pt x="186684" y="109537"/>
                    <a:pt x="179475" y="113289"/>
                    <a:pt x="173082" y="114169"/>
                  </a:cubicBezTo>
                  <a:cubicBezTo>
                    <a:pt x="166868" y="115050"/>
                    <a:pt x="160743" y="115491"/>
                    <a:pt x="154619" y="115491"/>
                  </a:cubicBezTo>
                  <a:cubicBezTo>
                    <a:pt x="148495" y="115491"/>
                    <a:pt x="142370" y="115050"/>
                    <a:pt x="136156" y="114169"/>
                  </a:cubicBezTo>
                  <a:cubicBezTo>
                    <a:pt x="129730" y="113289"/>
                    <a:pt x="122554" y="109537"/>
                    <a:pt x="121543" y="101709"/>
                  </a:cubicBezTo>
                  <a:cubicBezTo>
                    <a:pt x="120107" y="90651"/>
                    <a:pt x="118705" y="79592"/>
                    <a:pt x="117269" y="68502"/>
                  </a:cubicBezTo>
                  <a:cubicBezTo>
                    <a:pt x="116878" y="65566"/>
                    <a:pt x="119748" y="64261"/>
                    <a:pt x="122195" y="63641"/>
                  </a:cubicBezTo>
                  <a:cubicBezTo>
                    <a:pt x="132274" y="61195"/>
                    <a:pt x="143398" y="59955"/>
                    <a:pt x="154554" y="59955"/>
                  </a:cubicBezTo>
                  <a:close/>
                  <a:moveTo>
                    <a:pt x="60175" y="1"/>
                  </a:moveTo>
                  <a:cubicBezTo>
                    <a:pt x="55676" y="1"/>
                    <a:pt x="51235" y="1835"/>
                    <a:pt x="47952" y="5382"/>
                  </a:cubicBezTo>
                  <a:cubicBezTo>
                    <a:pt x="47952" y="5382"/>
                    <a:pt x="5514" y="50887"/>
                    <a:pt x="5416" y="51050"/>
                  </a:cubicBezTo>
                  <a:cubicBezTo>
                    <a:pt x="1925" y="53333"/>
                    <a:pt x="1" y="56693"/>
                    <a:pt x="164" y="60445"/>
                  </a:cubicBezTo>
                  <a:cubicBezTo>
                    <a:pt x="164" y="60542"/>
                    <a:pt x="164" y="60640"/>
                    <a:pt x="164" y="60738"/>
                  </a:cubicBezTo>
                  <a:lnTo>
                    <a:pt x="164" y="74634"/>
                  </a:lnTo>
                  <a:cubicBezTo>
                    <a:pt x="164" y="78027"/>
                    <a:pt x="2937" y="80799"/>
                    <a:pt x="6362" y="80799"/>
                  </a:cubicBezTo>
                  <a:lnTo>
                    <a:pt x="12592" y="80799"/>
                  </a:lnTo>
                  <a:lnTo>
                    <a:pt x="13995" y="91727"/>
                  </a:lnTo>
                  <a:cubicBezTo>
                    <a:pt x="14217" y="93476"/>
                    <a:pt x="15598" y="94296"/>
                    <a:pt x="16990" y="94296"/>
                  </a:cubicBezTo>
                  <a:cubicBezTo>
                    <a:pt x="18661" y="94296"/>
                    <a:pt x="20347" y="93115"/>
                    <a:pt x="20062" y="90944"/>
                  </a:cubicBezTo>
                  <a:lnTo>
                    <a:pt x="18757" y="80799"/>
                  </a:lnTo>
                  <a:lnTo>
                    <a:pt x="39014" y="80799"/>
                  </a:lnTo>
                  <a:cubicBezTo>
                    <a:pt x="42439" y="80799"/>
                    <a:pt x="45212" y="78027"/>
                    <a:pt x="45212" y="74634"/>
                  </a:cubicBezTo>
                  <a:lnTo>
                    <a:pt x="45212" y="60738"/>
                  </a:lnTo>
                  <a:cubicBezTo>
                    <a:pt x="45212" y="60575"/>
                    <a:pt x="45212" y="60412"/>
                    <a:pt x="45179" y="60249"/>
                  </a:cubicBezTo>
                  <a:cubicBezTo>
                    <a:pt x="48212" y="60067"/>
                    <a:pt x="51265" y="59977"/>
                    <a:pt x="54315" y="59977"/>
                  </a:cubicBezTo>
                  <a:cubicBezTo>
                    <a:pt x="65503" y="59977"/>
                    <a:pt x="76664" y="61192"/>
                    <a:pt x="86737" y="63576"/>
                  </a:cubicBezTo>
                  <a:cubicBezTo>
                    <a:pt x="89281" y="64196"/>
                    <a:pt x="92250" y="65533"/>
                    <a:pt x="91858" y="68502"/>
                  </a:cubicBezTo>
                  <a:cubicBezTo>
                    <a:pt x="90456" y="79592"/>
                    <a:pt x="89021" y="90618"/>
                    <a:pt x="87585" y="101709"/>
                  </a:cubicBezTo>
                  <a:cubicBezTo>
                    <a:pt x="86607" y="109537"/>
                    <a:pt x="79398" y="113289"/>
                    <a:pt x="72972" y="114169"/>
                  </a:cubicBezTo>
                  <a:cubicBezTo>
                    <a:pt x="66774" y="115050"/>
                    <a:pt x="60649" y="115491"/>
                    <a:pt x="54521" y="115491"/>
                  </a:cubicBezTo>
                  <a:cubicBezTo>
                    <a:pt x="48392" y="115491"/>
                    <a:pt x="42260" y="115050"/>
                    <a:pt x="36046" y="114169"/>
                  </a:cubicBezTo>
                  <a:cubicBezTo>
                    <a:pt x="29750" y="113289"/>
                    <a:pt x="24694" y="110092"/>
                    <a:pt x="22574" y="105558"/>
                  </a:cubicBezTo>
                  <a:cubicBezTo>
                    <a:pt x="22004" y="104364"/>
                    <a:pt x="21001" y="103865"/>
                    <a:pt x="19983" y="103865"/>
                  </a:cubicBezTo>
                  <a:cubicBezTo>
                    <a:pt x="17970" y="103865"/>
                    <a:pt x="15902" y="105817"/>
                    <a:pt x="17028" y="108200"/>
                  </a:cubicBezTo>
                  <a:cubicBezTo>
                    <a:pt x="20062" y="114561"/>
                    <a:pt x="26847" y="119062"/>
                    <a:pt x="35198" y="120237"/>
                  </a:cubicBezTo>
                  <a:cubicBezTo>
                    <a:pt x="41722" y="121150"/>
                    <a:pt x="48115" y="121607"/>
                    <a:pt x="54509" y="121607"/>
                  </a:cubicBezTo>
                  <a:cubicBezTo>
                    <a:pt x="60935" y="121607"/>
                    <a:pt x="67328" y="121150"/>
                    <a:pt x="73852" y="120237"/>
                  </a:cubicBezTo>
                  <a:cubicBezTo>
                    <a:pt x="84682" y="118704"/>
                    <a:pt x="92478" y="111756"/>
                    <a:pt x="93653" y="102492"/>
                  </a:cubicBezTo>
                  <a:lnTo>
                    <a:pt x="96197" y="82822"/>
                  </a:lnTo>
                  <a:cubicBezTo>
                    <a:pt x="97438" y="78695"/>
                    <a:pt x="100981" y="76648"/>
                    <a:pt x="104528" y="76648"/>
                  </a:cubicBezTo>
                  <a:cubicBezTo>
                    <a:pt x="108158" y="76648"/>
                    <a:pt x="111792" y="78793"/>
                    <a:pt x="112963" y="83050"/>
                  </a:cubicBezTo>
                  <a:cubicBezTo>
                    <a:pt x="113812" y="89509"/>
                    <a:pt x="114627" y="96000"/>
                    <a:pt x="115475" y="102492"/>
                  </a:cubicBezTo>
                  <a:cubicBezTo>
                    <a:pt x="116650" y="111756"/>
                    <a:pt x="124446" y="118704"/>
                    <a:pt x="135308" y="120237"/>
                  </a:cubicBezTo>
                  <a:cubicBezTo>
                    <a:pt x="141799" y="121150"/>
                    <a:pt x="148193" y="121607"/>
                    <a:pt x="154619" y="121607"/>
                  </a:cubicBezTo>
                  <a:cubicBezTo>
                    <a:pt x="161013" y="121607"/>
                    <a:pt x="167439" y="121150"/>
                    <a:pt x="173930" y="120237"/>
                  </a:cubicBezTo>
                  <a:cubicBezTo>
                    <a:pt x="184792" y="118704"/>
                    <a:pt x="192556" y="111756"/>
                    <a:pt x="193763" y="102492"/>
                  </a:cubicBezTo>
                  <a:lnTo>
                    <a:pt x="197286" y="75123"/>
                  </a:lnTo>
                  <a:cubicBezTo>
                    <a:pt x="198134" y="75254"/>
                    <a:pt x="199015" y="75319"/>
                    <a:pt x="199928" y="75352"/>
                  </a:cubicBezTo>
                  <a:cubicBezTo>
                    <a:pt x="204071" y="75352"/>
                    <a:pt x="207659" y="72220"/>
                    <a:pt x="208116" y="68012"/>
                  </a:cubicBezTo>
                  <a:lnTo>
                    <a:pt x="208866" y="61293"/>
                  </a:lnTo>
                  <a:cubicBezTo>
                    <a:pt x="209355" y="57215"/>
                    <a:pt x="207431" y="53496"/>
                    <a:pt x="203712" y="51083"/>
                  </a:cubicBezTo>
                  <a:cubicBezTo>
                    <a:pt x="203712" y="51083"/>
                    <a:pt x="191545" y="37969"/>
                    <a:pt x="185836" y="31837"/>
                  </a:cubicBezTo>
                  <a:cubicBezTo>
                    <a:pt x="185190" y="31143"/>
                    <a:pt x="184442" y="30854"/>
                    <a:pt x="183717" y="30854"/>
                  </a:cubicBezTo>
                  <a:cubicBezTo>
                    <a:pt x="181403" y="30854"/>
                    <a:pt x="179307" y="33795"/>
                    <a:pt x="181367" y="35980"/>
                  </a:cubicBezTo>
                  <a:lnTo>
                    <a:pt x="191708" y="47103"/>
                  </a:lnTo>
                  <a:cubicBezTo>
                    <a:pt x="188576" y="46418"/>
                    <a:pt x="185151" y="45766"/>
                    <a:pt x="181465" y="45211"/>
                  </a:cubicBezTo>
                  <a:cubicBezTo>
                    <a:pt x="181465" y="45211"/>
                    <a:pt x="181433" y="45211"/>
                    <a:pt x="181433" y="45178"/>
                  </a:cubicBezTo>
                  <a:lnTo>
                    <a:pt x="155598" y="17484"/>
                  </a:lnTo>
                  <a:cubicBezTo>
                    <a:pt x="153580" y="15316"/>
                    <a:pt x="150843" y="14194"/>
                    <a:pt x="148073" y="14194"/>
                  </a:cubicBezTo>
                  <a:cubicBezTo>
                    <a:pt x="146052" y="14194"/>
                    <a:pt x="144013" y="14791"/>
                    <a:pt x="142224" y="16016"/>
                  </a:cubicBezTo>
                  <a:lnTo>
                    <a:pt x="126403" y="26422"/>
                  </a:lnTo>
                  <a:cubicBezTo>
                    <a:pt x="125710" y="26876"/>
                    <a:pt x="125071" y="27069"/>
                    <a:pt x="124503" y="27069"/>
                  </a:cubicBezTo>
                  <a:cubicBezTo>
                    <a:pt x="121802" y="27069"/>
                    <a:pt x="120688" y="22712"/>
                    <a:pt x="122978" y="21203"/>
                  </a:cubicBezTo>
                  <a:lnTo>
                    <a:pt x="142843" y="8057"/>
                  </a:lnTo>
                  <a:cubicBezTo>
                    <a:pt x="142843" y="8024"/>
                    <a:pt x="142843" y="8024"/>
                    <a:pt x="142876" y="8024"/>
                  </a:cubicBezTo>
                  <a:cubicBezTo>
                    <a:pt x="144726" y="6754"/>
                    <a:pt x="146834" y="6133"/>
                    <a:pt x="148924" y="6133"/>
                  </a:cubicBezTo>
                  <a:cubicBezTo>
                    <a:pt x="151771" y="6133"/>
                    <a:pt x="154586" y="7286"/>
                    <a:pt x="156674" y="9525"/>
                  </a:cubicBezTo>
                  <a:lnTo>
                    <a:pt x="170342" y="24171"/>
                  </a:lnTo>
                  <a:cubicBezTo>
                    <a:pt x="170980" y="24864"/>
                    <a:pt x="171723" y="25154"/>
                    <a:pt x="172446" y="25154"/>
                  </a:cubicBezTo>
                  <a:cubicBezTo>
                    <a:pt x="174755" y="25154"/>
                    <a:pt x="176872" y="22206"/>
                    <a:pt x="174811" y="19996"/>
                  </a:cubicBezTo>
                  <a:lnTo>
                    <a:pt x="161143" y="5382"/>
                  </a:lnTo>
                  <a:cubicBezTo>
                    <a:pt x="157860" y="1835"/>
                    <a:pt x="153419" y="1"/>
                    <a:pt x="148920" y="1"/>
                  </a:cubicBezTo>
                  <a:cubicBezTo>
                    <a:pt x="145642" y="1"/>
                    <a:pt x="142333" y="975"/>
                    <a:pt x="139418" y="2968"/>
                  </a:cubicBezTo>
                  <a:lnTo>
                    <a:pt x="119585" y="16114"/>
                  </a:lnTo>
                  <a:cubicBezTo>
                    <a:pt x="111325" y="21585"/>
                    <a:pt x="116961" y="33105"/>
                    <a:pt x="124788" y="33105"/>
                  </a:cubicBezTo>
                  <a:cubicBezTo>
                    <a:pt x="126388" y="33105"/>
                    <a:pt x="128080" y="32623"/>
                    <a:pt x="129763" y="31511"/>
                  </a:cubicBezTo>
                  <a:lnTo>
                    <a:pt x="145616" y="21105"/>
                  </a:lnTo>
                  <a:cubicBezTo>
                    <a:pt x="145616" y="21072"/>
                    <a:pt x="145649" y="21072"/>
                    <a:pt x="145649" y="21072"/>
                  </a:cubicBezTo>
                  <a:cubicBezTo>
                    <a:pt x="146380" y="20562"/>
                    <a:pt x="147216" y="20314"/>
                    <a:pt x="148047" y="20314"/>
                  </a:cubicBezTo>
                  <a:cubicBezTo>
                    <a:pt x="149179" y="20314"/>
                    <a:pt x="150301" y="20775"/>
                    <a:pt x="151129" y="21660"/>
                  </a:cubicBezTo>
                  <a:lnTo>
                    <a:pt x="172038" y="44069"/>
                  </a:lnTo>
                  <a:cubicBezTo>
                    <a:pt x="166645" y="43569"/>
                    <a:pt x="160917" y="43273"/>
                    <a:pt x="155033" y="43273"/>
                  </a:cubicBezTo>
                  <a:cubicBezTo>
                    <a:pt x="142127" y="43273"/>
                    <a:pt x="128477" y="44697"/>
                    <a:pt x="115997" y="48506"/>
                  </a:cubicBezTo>
                  <a:cubicBezTo>
                    <a:pt x="111728" y="49807"/>
                    <a:pt x="107727" y="50610"/>
                    <a:pt x="103748" y="50610"/>
                  </a:cubicBezTo>
                  <a:cubicBezTo>
                    <a:pt x="100248" y="50610"/>
                    <a:pt x="96764" y="49989"/>
                    <a:pt x="93131" y="48538"/>
                  </a:cubicBezTo>
                  <a:cubicBezTo>
                    <a:pt x="80127" y="44359"/>
                    <a:pt x="65732" y="43285"/>
                    <a:pt x="54459" y="43285"/>
                  </a:cubicBezTo>
                  <a:cubicBezTo>
                    <a:pt x="52356" y="43285"/>
                    <a:pt x="50363" y="43323"/>
                    <a:pt x="48507" y="43384"/>
                  </a:cubicBezTo>
                  <a:cubicBezTo>
                    <a:pt x="44657" y="43515"/>
                    <a:pt x="40808" y="43776"/>
                    <a:pt x="37024" y="44102"/>
                  </a:cubicBezTo>
                  <a:lnTo>
                    <a:pt x="57966" y="21660"/>
                  </a:lnTo>
                  <a:cubicBezTo>
                    <a:pt x="58794" y="20775"/>
                    <a:pt x="59916" y="20314"/>
                    <a:pt x="61048" y="20314"/>
                  </a:cubicBezTo>
                  <a:cubicBezTo>
                    <a:pt x="61879" y="20314"/>
                    <a:pt x="62715" y="20562"/>
                    <a:pt x="63447" y="21072"/>
                  </a:cubicBezTo>
                  <a:cubicBezTo>
                    <a:pt x="63447" y="21072"/>
                    <a:pt x="63479" y="21072"/>
                    <a:pt x="63479" y="21105"/>
                  </a:cubicBezTo>
                  <a:lnTo>
                    <a:pt x="79332" y="31511"/>
                  </a:lnTo>
                  <a:cubicBezTo>
                    <a:pt x="81015" y="32623"/>
                    <a:pt x="82707" y="33105"/>
                    <a:pt x="84307" y="33105"/>
                  </a:cubicBezTo>
                  <a:cubicBezTo>
                    <a:pt x="92134" y="33105"/>
                    <a:pt x="97770" y="21585"/>
                    <a:pt x="89510" y="16114"/>
                  </a:cubicBezTo>
                  <a:lnTo>
                    <a:pt x="69677" y="2968"/>
                  </a:lnTo>
                  <a:cubicBezTo>
                    <a:pt x="66762" y="975"/>
                    <a:pt x="63453" y="1"/>
                    <a:pt x="601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64"/>
            <p:cNvSpPr/>
            <p:nvPr/>
          </p:nvSpPr>
          <p:spPr>
            <a:xfrm>
              <a:off x="1884600" y="2245875"/>
              <a:ext cx="196550" cy="153325"/>
            </a:xfrm>
            <a:custGeom>
              <a:rect b="b" l="l" r="r" t="t"/>
              <a:pathLst>
                <a:path extrusionOk="0" h="6133" w="7862">
                  <a:moveTo>
                    <a:pt x="3915" y="0"/>
                  </a:moveTo>
                  <a:cubicBezTo>
                    <a:pt x="1" y="0"/>
                    <a:pt x="1" y="6133"/>
                    <a:pt x="3915" y="6133"/>
                  </a:cubicBezTo>
                  <a:cubicBezTo>
                    <a:pt x="7862" y="6133"/>
                    <a:pt x="7862" y="0"/>
                    <a:pt x="39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64"/>
            <p:cNvSpPr/>
            <p:nvPr/>
          </p:nvSpPr>
          <p:spPr>
            <a:xfrm>
              <a:off x="1450750" y="2242600"/>
              <a:ext cx="360475" cy="155800"/>
            </a:xfrm>
            <a:custGeom>
              <a:rect b="b" l="l" r="r" t="t"/>
              <a:pathLst>
                <a:path extrusionOk="0" h="6232" w="14419">
                  <a:moveTo>
                    <a:pt x="11287" y="1"/>
                  </a:moveTo>
                  <a:lnTo>
                    <a:pt x="3034" y="98"/>
                  </a:lnTo>
                  <a:cubicBezTo>
                    <a:pt x="1338" y="131"/>
                    <a:pt x="1" y="1534"/>
                    <a:pt x="1" y="3197"/>
                  </a:cubicBezTo>
                  <a:cubicBezTo>
                    <a:pt x="33" y="4894"/>
                    <a:pt x="1403" y="6231"/>
                    <a:pt x="3067" y="6231"/>
                  </a:cubicBezTo>
                  <a:lnTo>
                    <a:pt x="3100" y="6231"/>
                  </a:lnTo>
                  <a:lnTo>
                    <a:pt x="11352" y="6133"/>
                  </a:lnTo>
                  <a:cubicBezTo>
                    <a:pt x="13049" y="6101"/>
                    <a:pt x="14419" y="4731"/>
                    <a:pt x="14386" y="3034"/>
                  </a:cubicBezTo>
                  <a:cubicBezTo>
                    <a:pt x="14353" y="1338"/>
                    <a:pt x="12983" y="1"/>
                    <a:pt x="11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64"/>
            <p:cNvSpPr/>
            <p:nvPr/>
          </p:nvSpPr>
          <p:spPr>
            <a:xfrm>
              <a:off x="4890200" y="2499625"/>
              <a:ext cx="949100" cy="887000"/>
            </a:xfrm>
            <a:custGeom>
              <a:rect b="b" l="l" r="r" t="t"/>
              <a:pathLst>
                <a:path extrusionOk="0" h="35480" w="37964">
                  <a:moveTo>
                    <a:pt x="33541" y="1"/>
                  </a:moveTo>
                  <a:cubicBezTo>
                    <a:pt x="32848" y="1"/>
                    <a:pt x="32131" y="269"/>
                    <a:pt x="31491" y="908"/>
                  </a:cubicBezTo>
                  <a:lnTo>
                    <a:pt x="2166" y="30266"/>
                  </a:lnTo>
                  <a:cubicBezTo>
                    <a:pt x="1" y="32406"/>
                    <a:pt x="2073" y="35480"/>
                    <a:pt x="4421" y="35480"/>
                  </a:cubicBezTo>
                  <a:cubicBezTo>
                    <a:pt x="5115" y="35480"/>
                    <a:pt x="5832" y="35212"/>
                    <a:pt x="6472" y="34572"/>
                  </a:cubicBezTo>
                  <a:lnTo>
                    <a:pt x="35797" y="5247"/>
                  </a:lnTo>
                  <a:cubicBezTo>
                    <a:pt x="37963" y="3081"/>
                    <a:pt x="35890" y="1"/>
                    <a:pt x="33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64"/>
            <p:cNvSpPr/>
            <p:nvPr/>
          </p:nvSpPr>
          <p:spPr>
            <a:xfrm>
              <a:off x="5319150" y="2944075"/>
              <a:ext cx="485250" cy="422975"/>
            </a:xfrm>
            <a:custGeom>
              <a:rect b="b" l="l" r="r" t="t"/>
              <a:pathLst>
                <a:path extrusionOk="0" h="16919" w="19410">
                  <a:moveTo>
                    <a:pt x="14982" y="0"/>
                  </a:moveTo>
                  <a:cubicBezTo>
                    <a:pt x="14288" y="0"/>
                    <a:pt x="13571" y="268"/>
                    <a:pt x="12931" y="908"/>
                  </a:cubicBezTo>
                  <a:lnTo>
                    <a:pt x="2166" y="11673"/>
                  </a:lnTo>
                  <a:cubicBezTo>
                    <a:pt x="0" y="13839"/>
                    <a:pt x="2093" y="16919"/>
                    <a:pt x="4436" y="16919"/>
                  </a:cubicBezTo>
                  <a:cubicBezTo>
                    <a:pt x="5127" y="16919"/>
                    <a:pt x="5840" y="16650"/>
                    <a:pt x="6472" y="16011"/>
                  </a:cubicBezTo>
                  <a:lnTo>
                    <a:pt x="17269" y="5214"/>
                  </a:lnTo>
                  <a:cubicBezTo>
                    <a:pt x="19410" y="3074"/>
                    <a:pt x="17332" y="0"/>
                    <a:pt x="149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64"/>
            <p:cNvSpPr/>
            <p:nvPr/>
          </p:nvSpPr>
          <p:spPr>
            <a:xfrm>
              <a:off x="1237100" y="4116625"/>
              <a:ext cx="792675" cy="792675"/>
            </a:xfrm>
            <a:custGeom>
              <a:rect b="b" l="l" r="r" t="t"/>
              <a:pathLst>
                <a:path extrusionOk="0" h="31707" w="31707">
                  <a:moveTo>
                    <a:pt x="15854" y="6133"/>
                  </a:moveTo>
                  <a:cubicBezTo>
                    <a:pt x="21203" y="6133"/>
                    <a:pt x="25574" y="10504"/>
                    <a:pt x="25574" y="15853"/>
                  </a:cubicBezTo>
                  <a:cubicBezTo>
                    <a:pt x="25574" y="21236"/>
                    <a:pt x="21203" y="25607"/>
                    <a:pt x="15854" y="25607"/>
                  </a:cubicBezTo>
                  <a:cubicBezTo>
                    <a:pt x="10471" y="25607"/>
                    <a:pt x="6100" y="21236"/>
                    <a:pt x="6100" y="15853"/>
                  </a:cubicBezTo>
                  <a:cubicBezTo>
                    <a:pt x="6100" y="10504"/>
                    <a:pt x="10471" y="6133"/>
                    <a:pt x="15854" y="6133"/>
                  </a:cubicBezTo>
                  <a:close/>
                  <a:moveTo>
                    <a:pt x="15854" y="0"/>
                  </a:moveTo>
                  <a:cubicBezTo>
                    <a:pt x="7111" y="0"/>
                    <a:pt x="0" y="7111"/>
                    <a:pt x="0" y="15853"/>
                  </a:cubicBezTo>
                  <a:cubicBezTo>
                    <a:pt x="0" y="24595"/>
                    <a:pt x="7111" y="31707"/>
                    <a:pt x="15854" y="31707"/>
                  </a:cubicBezTo>
                  <a:cubicBezTo>
                    <a:pt x="24596" y="31707"/>
                    <a:pt x="31707" y="24595"/>
                    <a:pt x="31707" y="15853"/>
                  </a:cubicBezTo>
                  <a:cubicBezTo>
                    <a:pt x="31707" y="7111"/>
                    <a:pt x="24596" y="0"/>
                    <a:pt x="15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64"/>
            <p:cNvSpPr/>
            <p:nvPr/>
          </p:nvSpPr>
          <p:spPr>
            <a:xfrm>
              <a:off x="3069525" y="4116625"/>
              <a:ext cx="792675" cy="792675"/>
            </a:xfrm>
            <a:custGeom>
              <a:rect b="b" l="l" r="r" t="t"/>
              <a:pathLst>
                <a:path extrusionOk="0" h="31707" w="31707">
                  <a:moveTo>
                    <a:pt x="15853" y="6133"/>
                  </a:moveTo>
                  <a:cubicBezTo>
                    <a:pt x="21236" y="6133"/>
                    <a:pt x="25574" y="10504"/>
                    <a:pt x="25574" y="15853"/>
                  </a:cubicBezTo>
                  <a:cubicBezTo>
                    <a:pt x="25574" y="21236"/>
                    <a:pt x="21236" y="25607"/>
                    <a:pt x="15853" y="25607"/>
                  </a:cubicBezTo>
                  <a:cubicBezTo>
                    <a:pt x="10504" y="25607"/>
                    <a:pt x="6133" y="21236"/>
                    <a:pt x="6133" y="15853"/>
                  </a:cubicBezTo>
                  <a:cubicBezTo>
                    <a:pt x="6133" y="10504"/>
                    <a:pt x="10504" y="6133"/>
                    <a:pt x="15853" y="6133"/>
                  </a:cubicBezTo>
                  <a:close/>
                  <a:moveTo>
                    <a:pt x="15853" y="0"/>
                  </a:moveTo>
                  <a:cubicBezTo>
                    <a:pt x="7111" y="0"/>
                    <a:pt x="0" y="7111"/>
                    <a:pt x="0" y="15853"/>
                  </a:cubicBezTo>
                  <a:cubicBezTo>
                    <a:pt x="0" y="24595"/>
                    <a:pt x="7111" y="31707"/>
                    <a:pt x="15853" y="31707"/>
                  </a:cubicBezTo>
                  <a:cubicBezTo>
                    <a:pt x="24596" y="31707"/>
                    <a:pt x="31707" y="24595"/>
                    <a:pt x="31707" y="15853"/>
                  </a:cubicBezTo>
                  <a:cubicBezTo>
                    <a:pt x="31707" y="7111"/>
                    <a:pt x="24596" y="0"/>
                    <a:pt x="158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64"/>
            <p:cNvSpPr/>
            <p:nvPr/>
          </p:nvSpPr>
          <p:spPr>
            <a:xfrm>
              <a:off x="2153725" y="4274000"/>
              <a:ext cx="791850" cy="792700"/>
            </a:xfrm>
            <a:custGeom>
              <a:rect b="b" l="l" r="r" t="t"/>
              <a:pathLst>
                <a:path extrusionOk="0" h="31708" w="31674">
                  <a:moveTo>
                    <a:pt x="15821" y="6101"/>
                  </a:moveTo>
                  <a:cubicBezTo>
                    <a:pt x="21203" y="6101"/>
                    <a:pt x="25574" y="10472"/>
                    <a:pt x="25574" y="15854"/>
                  </a:cubicBezTo>
                  <a:cubicBezTo>
                    <a:pt x="25574" y="21204"/>
                    <a:pt x="21203" y="25575"/>
                    <a:pt x="15821" y="25575"/>
                  </a:cubicBezTo>
                  <a:cubicBezTo>
                    <a:pt x="10471" y="25575"/>
                    <a:pt x="6100" y="21204"/>
                    <a:pt x="6100" y="15854"/>
                  </a:cubicBezTo>
                  <a:cubicBezTo>
                    <a:pt x="6100" y="10472"/>
                    <a:pt x="10471" y="6101"/>
                    <a:pt x="15821" y="6101"/>
                  </a:cubicBezTo>
                  <a:close/>
                  <a:moveTo>
                    <a:pt x="15821" y="1"/>
                  </a:moveTo>
                  <a:cubicBezTo>
                    <a:pt x="7111" y="1"/>
                    <a:pt x="0" y="7112"/>
                    <a:pt x="0" y="15854"/>
                  </a:cubicBezTo>
                  <a:cubicBezTo>
                    <a:pt x="0" y="24596"/>
                    <a:pt x="7111" y="31707"/>
                    <a:pt x="15821" y="31707"/>
                  </a:cubicBezTo>
                  <a:cubicBezTo>
                    <a:pt x="24563" y="31707"/>
                    <a:pt x="31674" y="24596"/>
                    <a:pt x="31674" y="15854"/>
                  </a:cubicBezTo>
                  <a:cubicBezTo>
                    <a:pt x="31674" y="7112"/>
                    <a:pt x="24563" y="1"/>
                    <a:pt x="15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64"/>
            <p:cNvSpPr/>
            <p:nvPr/>
          </p:nvSpPr>
          <p:spPr>
            <a:xfrm>
              <a:off x="2473400" y="3776550"/>
              <a:ext cx="152500" cy="413475"/>
            </a:xfrm>
            <a:custGeom>
              <a:rect b="b" l="l" r="r" t="t"/>
              <a:pathLst>
                <a:path extrusionOk="0" h="16539" w="6100">
                  <a:moveTo>
                    <a:pt x="3034" y="1"/>
                  </a:moveTo>
                  <a:cubicBezTo>
                    <a:pt x="1370" y="1"/>
                    <a:pt x="0" y="1371"/>
                    <a:pt x="0" y="3067"/>
                  </a:cubicBezTo>
                  <a:lnTo>
                    <a:pt x="0" y="13473"/>
                  </a:lnTo>
                  <a:cubicBezTo>
                    <a:pt x="0" y="15169"/>
                    <a:pt x="1370" y="16539"/>
                    <a:pt x="3034" y="16539"/>
                  </a:cubicBezTo>
                  <a:cubicBezTo>
                    <a:pt x="4730" y="16539"/>
                    <a:pt x="6100" y="15169"/>
                    <a:pt x="6100" y="13473"/>
                  </a:cubicBezTo>
                  <a:lnTo>
                    <a:pt x="6100" y="3067"/>
                  </a:lnTo>
                  <a:cubicBezTo>
                    <a:pt x="6100" y="1371"/>
                    <a:pt x="4730" y="1"/>
                    <a:pt x="3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64"/>
            <p:cNvSpPr/>
            <p:nvPr/>
          </p:nvSpPr>
          <p:spPr>
            <a:xfrm>
              <a:off x="1765550" y="3694400"/>
              <a:ext cx="283800" cy="392875"/>
            </a:xfrm>
            <a:custGeom>
              <a:rect b="b" l="l" r="r" t="t"/>
              <a:pathLst>
                <a:path extrusionOk="0" h="15715" w="11352">
                  <a:moveTo>
                    <a:pt x="7855" y="0"/>
                  </a:moveTo>
                  <a:cubicBezTo>
                    <a:pt x="6696" y="0"/>
                    <a:pt x="5589" y="667"/>
                    <a:pt x="5089" y="1786"/>
                  </a:cubicBezTo>
                  <a:lnTo>
                    <a:pt x="685" y="11376"/>
                  </a:lnTo>
                  <a:cubicBezTo>
                    <a:pt x="0" y="12909"/>
                    <a:pt x="685" y="14736"/>
                    <a:pt x="2218" y="15454"/>
                  </a:cubicBezTo>
                  <a:cubicBezTo>
                    <a:pt x="2610" y="15617"/>
                    <a:pt x="3066" y="15715"/>
                    <a:pt x="3490" y="15715"/>
                  </a:cubicBezTo>
                  <a:cubicBezTo>
                    <a:pt x="4632" y="15715"/>
                    <a:pt x="5741" y="15062"/>
                    <a:pt x="6263" y="13921"/>
                  </a:cubicBezTo>
                  <a:lnTo>
                    <a:pt x="10634" y="4330"/>
                  </a:lnTo>
                  <a:cubicBezTo>
                    <a:pt x="11352" y="2797"/>
                    <a:pt x="10667" y="971"/>
                    <a:pt x="9134" y="286"/>
                  </a:cubicBezTo>
                  <a:cubicBezTo>
                    <a:pt x="8719" y="92"/>
                    <a:pt x="8283" y="0"/>
                    <a:pt x="78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64"/>
            <p:cNvSpPr/>
            <p:nvPr/>
          </p:nvSpPr>
          <p:spPr>
            <a:xfrm>
              <a:off x="3049950" y="3694400"/>
              <a:ext cx="283800" cy="392875"/>
            </a:xfrm>
            <a:custGeom>
              <a:rect b="b" l="l" r="r" t="t"/>
              <a:pathLst>
                <a:path extrusionOk="0" h="15715" w="11352">
                  <a:moveTo>
                    <a:pt x="3497" y="0"/>
                  </a:moveTo>
                  <a:cubicBezTo>
                    <a:pt x="3069" y="0"/>
                    <a:pt x="2633" y="92"/>
                    <a:pt x="2218" y="286"/>
                  </a:cubicBezTo>
                  <a:cubicBezTo>
                    <a:pt x="685" y="971"/>
                    <a:pt x="0" y="2797"/>
                    <a:pt x="718" y="4330"/>
                  </a:cubicBezTo>
                  <a:lnTo>
                    <a:pt x="5089" y="13921"/>
                  </a:lnTo>
                  <a:cubicBezTo>
                    <a:pt x="5611" y="15062"/>
                    <a:pt x="6720" y="15715"/>
                    <a:pt x="7862" y="15715"/>
                  </a:cubicBezTo>
                  <a:cubicBezTo>
                    <a:pt x="8286" y="15715"/>
                    <a:pt x="8742" y="15617"/>
                    <a:pt x="9134" y="15454"/>
                  </a:cubicBezTo>
                  <a:cubicBezTo>
                    <a:pt x="10667" y="14736"/>
                    <a:pt x="11352" y="12909"/>
                    <a:pt x="10634" y="11376"/>
                  </a:cubicBezTo>
                  <a:lnTo>
                    <a:pt x="6263" y="1786"/>
                  </a:lnTo>
                  <a:cubicBezTo>
                    <a:pt x="5763" y="667"/>
                    <a:pt x="4656" y="0"/>
                    <a:pt x="34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 name="Google Shape;2242;p164"/>
          <p:cNvGrpSpPr/>
          <p:nvPr/>
        </p:nvGrpSpPr>
        <p:grpSpPr>
          <a:xfrm>
            <a:off x="3578804" y="1860423"/>
            <a:ext cx="507588" cy="503641"/>
            <a:chOff x="1175925" y="238125"/>
            <a:chExt cx="5259975" cy="5219075"/>
          </a:xfrm>
        </p:grpSpPr>
        <p:sp>
          <p:nvSpPr>
            <p:cNvPr id="2243" name="Google Shape;2243;p164"/>
            <p:cNvSpPr/>
            <p:nvPr/>
          </p:nvSpPr>
          <p:spPr>
            <a:xfrm>
              <a:off x="1546975" y="556550"/>
              <a:ext cx="4508100" cy="4583550"/>
            </a:xfrm>
            <a:custGeom>
              <a:rect b="b" l="l" r="r" t="t"/>
              <a:pathLst>
                <a:path extrusionOk="0" h="183342" w="180324">
                  <a:moveTo>
                    <a:pt x="135145" y="6117"/>
                  </a:moveTo>
                  <a:cubicBezTo>
                    <a:pt x="144768" y="6117"/>
                    <a:pt x="154391" y="9640"/>
                    <a:pt x="161893" y="16751"/>
                  </a:cubicBezTo>
                  <a:cubicBezTo>
                    <a:pt x="169396" y="23862"/>
                    <a:pt x="173669" y="33485"/>
                    <a:pt x="173897" y="43793"/>
                  </a:cubicBezTo>
                  <a:cubicBezTo>
                    <a:pt x="174158" y="54101"/>
                    <a:pt x="170342" y="63920"/>
                    <a:pt x="163198" y="71390"/>
                  </a:cubicBezTo>
                  <a:lnTo>
                    <a:pt x="120368" y="116111"/>
                  </a:lnTo>
                  <a:lnTo>
                    <a:pt x="113975" y="110044"/>
                  </a:lnTo>
                  <a:cubicBezTo>
                    <a:pt x="113345" y="109450"/>
                    <a:pt x="112651" y="109200"/>
                    <a:pt x="111981" y="109200"/>
                  </a:cubicBezTo>
                  <a:cubicBezTo>
                    <a:pt x="109598" y="109200"/>
                    <a:pt x="107526" y="112367"/>
                    <a:pt x="109767" y="114480"/>
                  </a:cubicBezTo>
                  <a:lnTo>
                    <a:pt x="116128" y="120515"/>
                  </a:lnTo>
                  <a:lnTo>
                    <a:pt x="73298" y="165270"/>
                  </a:lnTo>
                  <a:cubicBezTo>
                    <a:pt x="65677" y="173210"/>
                    <a:pt x="55436" y="177211"/>
                    <a:pt x="45184" y="177211"/>
                  </a:cubicBezTo>
                  <a:cubicBezTo>
                    <a:pt x="35556" y="177211"/>
                    <a:pt x="25919" y="173683"/>
                    <a:pt x="18431" y="166574"/>
                  </a:cubicBezTo>
                  <a:cubicBezTo>
                    <a:pt x="10929" y="159463"/>
                    <a:pt x="6655" y="149840"/>
                    <a:pt x="6427" y="139533"/>
                  </a:cubicBezTo>
                  <a:cubicBezTo>
                    <a:pt x="6166" y="129225"/>
                    <a:pt x="9983" y="119439"/>
                    <a:pt x="17126" y="111969"/>
                  </a:cubicBezTo>
                  <a:lnTo>
                    <a:pt x="30892" y="97616"/>
                  </a:lnTo>
                  <a:lnTo>
                    <a:pt x="59956" y="67247"/>
                  </a:lnTo>
                  <a:lnTo>
                    <a:pt x="97991" y="103324"/>
                  </a:lnTo>
                  <a:cubicBezTo>
                    <a:pt x="98623" y="103928"/>
                    <a:pt x="99320" y="104182"/>
                    <a:pt x="99992" y="104182"/>
                  </a:cubicBezTo>
                  <a:cubicBezTo>
                    <a:pt x="102373" y="104182"/>
                    <a:pt x="104445" y="100999"/>
                    <a:pt x="102232" y="98888"/>
                  </a:cubicBezTo>
                  <a:lnTo>
                    <a:pt x="64197" y="62811"/>
                  </a:lnTo>
                  <a:lnTo>
                    <a:pt x="107059" y="18056"/>
                  </a:lnTo>
                  <a:cubicBezTo>
                    <a:pt x="114660" y="10097"/>
                    <a:pt x="124902" y="6117"/>
                    <a:pt x="135145" y="6117"/>
                  </a:cubicBezTo>
                  <a:close/>
                  <a:moveTo>
                    <a:pt x="135139" y="0"/>
                  </a:moveTo>
                  <a:cubicBezTo>
                    <a:pt x="123280" y="0"/>
                    <a:pt x="111438" y="4631"/>
                    <a:pt x="102623" y="13816"/>
                  </a:cubicBezTo>
                  <a:lnTo>
                    <a:pt x="27565" y="92234"/>
                  </a:lnTo>
                  <a:lnTo>
                    <a:pt x="12690" y="107761"/>
                  </a:lnTo>
                  <a:cubicBezTo>
                    <a:pt x="4405" y="116405"/>
                    <a:pt x="1" y="127757"/>
                    <a:pt x="294" y="139696"/>
                  </a:cubicBezTo>
                  <a:cubicBezTo>
                    <a:pt x="555" y="151634"/>
                    <a:pt x="5514" y="162758"/>
                    <a:pt x="14191" y="171011"/>
                  </a:cubicBezTo>
                  <a:lnTo>
                    <a:pt x="14223" y="171011"/>
                  </a:lnTo>
                  <a:cubicBezTo>
                    <a:pt x="22900" y="179264"/>
                    <a:pt x="34056" y="183341"/>
                    <a:pt x="45179" y="183341"/>
                  </a:cubicBezTo>
                  <a:cubicBezTo>
                    <a:pt x="57053" y="183341"/>
                    <a:pt x="68861" y="178709"/>
                    <a:pt x="77669" y="169510"/>
                  </a:cubicBezTo>
                  <a:lnTo>
                    <a:pt x="167602" y="75598"/>
                  </a:lnTo>
                  <a:cubicBezTo>
                    <a:pt x="175887" y="66953"/>
                    <a:pt x="180323" y="55602"/>
                    <a:pt x="180030" y="43663"/>
                  </a:cubicBezTo>
                  <a:cubicBezTo>
                    <a:pt x="179736" y="31691"/>
                    <a:pt x="174778" y="20568"/>
                    <a:pt x="166101" y="12315"/>
                  </a:cubicBezTo>
                  <a:cubicBezTo>
                    <a:pt x="157428" y="4084"/>
                    <a:pt x="146276" y="0"/>
                    <a:pt x="1351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64"/>
            <p:cNvSpPr/>
            <p:nvPr/>
          </p:nvSpPr>
          <p:spPr>
            <a:xfrm>
              <a:off x="4707850" y="3464300"/>
              <a:ext cx="1728050" cy="1992900"/>
            </a:xfrm>
            <a:custGeom>
              <a:rect b="b" l="l" r="r" t="t"/>
              <a:pathLst>
                <a:path extrusionOk="0" h="79716" w="69122">
                  <a:moveTo>
                    <a:pt x="48082" y="15263"/>
                  </a:moveTo>
                  <a:cubicBezTo>
                    <a:pt x="49485" y="15263"/>
                    <a:pt x="50855" y="15753"/>
                    <a:pt x="51931" y="16796"/>
                  </a:cubicBezTo>
                  <a:cubicBezTo>
                    <a:pt x="52975" y="17808"/>
                    <a:pt x="53595" y="19145"/>
                    <a:pt x="53628" y="20613"/>
                  </a:cubicBezTo>
                  <a:cubicBezTo>
                    <a:pt x="53660" y="22081"/>
                    <a:pt x="53106" y="23483"/>
                    <a:pt x="52094" y="24527"/>
                  </a:cubicBezTo>
                  <a:cubicBezTo>
                    <a:pt x="51019" y="25670"/>
                    <a:pt x="49563" y="26241"/>
                    <a:pt x="48100" y="26241"/>
                  </a:cubicBezTo>
                  <a:cubicBezTo>
                    <a:pt x="46723" y="26241"/>
                    <a:pt x="45341" y="25735"/>
                    <a:pt x="44266" y="24723"/>
                  </a:cubicBezTo>
                  <a:cubicBezTo>
                    <a:pt x="43222" y="23712"/>
                    <a:pt x="42602" y="22342"/>
                    <a:pt x="42569" y="20874"/>
                  </a:cubicBezTo>
                  <a:cubicBezTo>
                    <a:pt x="42537" y="19406"/>
                    <a:pt x="43059" y="18036"/>
                    <a:pt x="44103" y="16960"/>
                  </a:cubicBezTo>
                  <a:cubicBezTo>
                    <a:pt x="45179" y="15850"/>
                    <a:pt x="46647" y="15263"/>
                    <a:pt x="48082" y="15263"/>
                  </a:cubicBezTo>
                  <a:close/>
                  <a:moveTo>
                    <a:pt x="56364" y="57774"/>
                  </a:moveTo>
                  <a:cubicBezTo>
                    <a:pt x="57744" y="57774"/>
                    <a:pt x="59125" y="58272"/>
                    <a:pt x="60184" y="59267"/>
                  </a:cubicBezTo>
                  <a:cubicBezTo>
                    <a:pt x="62337" y="61323"/>
                    <a:pt x="62435" y="64845"/>
                    <a:pt x="60347" y="66998"/>
                  </a:cubicBezTo>
                  <a:cubicBezTo>
                    <a:pt x="59272" y="68141"/>
                    <a:pt x="57815" y="68712"/>
                    <a:pt x="56353" y="68712"/>
                  </a:cubicBezTo>
                  <a:cubicBezTo>
                    <a:pt x="54976" y="68712"/>
                    <a:pt x="53594" y="68206"/>
                    <a:pt x="52518" y="67194"/>
                  </a:cubicBezTo>
                  <a:cubicBezTo>
                    <a:pt x="50366" y="65139"/>
                    <a:pt x="50268" y="61616"/>
                    <a:pt x="52355" y="59463"/>
                  </a:cubicBezTo>
                  <a:cubicBezTo>
                    <a:pt x="53431" y="58337"/>
                    <a:pt x="54897" y="57774"/>
                    <a:pt x="56364" y="57774"/>
                  </a:cubicBezTo>
                  <a:close/>
                  <a:moveTo>
                    <a:pt x="24886" y="62699"/>
                  </a:moveTo>
                  <a:cubicBezTo>
                    <a:pt x="26266" y="62699"/>
                    <a:pt x="27647" y="63197"/>
                    <a:pt x="28706" y="64193"/>
                  </a:cubicBezTo>
                  <a:cubicBezTo>
                    <a:pt x="30891" y="66248"/>
                    <a:pt x="30989" y="69771"/>
                    <a:pt x="28902" y="71957"/>
                  </a:cubicBezTo>
                  <a:cubicBezTo>
                    <a:pt x="27809" y="73082"/>
                    <a:pt x="26354" y="73654"/>
                    <a:pt x="24895" y="73654"/>
                  </a:cubicBezTo>
                  <a:cubicBezTo>
                    <a:pt x="23523" y="73654"/>
                    <a:pt x="22148" y="73148"/>
                    <a:pt x="21073" y="72120"/>
                  </a:cubicBezTo>
                  <a:cubicBezTo>
                    <a:pt x="18887" y="70065"/>
                    <a:pt x="18822" y="66542"/>
                    <a:pt x="20877" y="64389"/>
                  </a:cubicBezTo>
                  <a:cubicBezTo>
                    <a:pt x="21953" y="63262"/>
                    <a:pt x="23419" y="62699"/>
                    <a:pt x="24886" y="62699"/>
                  </a:cubicBezTo>
                  <a:close/>
                  <a:moveTo>
                    <a:pt x="29459" y="0"/>
                  </a:moveTo>
                  <a:cubicBezTo>
                    <a:pt x="28653" y="0"/>
                    <a:pt x="27845" y="319"/>
                    <a:pt x="27238" y="943"/>
                  </a:cubicBezTo>
                  <a:lnTo>
                    <a:pt x="11939" y="16894"/>
                  </a:lnTo>
                  <a:lnTo>
                    <a:pt x="5481" y="10794"/>
                  </a:lnTo>
                  <a:cubicBezTo>
                    <a:pt x="4882" y="10227"/>
                    <a:pt x="4124" y="9949"/>
                    <a:pt x="3367" y="9949"/>
                  </a:cubicBezTo>
                  <a:cubicBezTo>
                    <a:pt x="2557" y="9949"/>
                    <a:pt x="1749" y="10268"/>
                    <a:pt x="1142" y="10892"/>
                  </a:cubicBezTo>
                  <a:cubicBezTo>
                    <a:pt x="0" y="12132"/>
                    <a:pt x="33" y="14056"/>
                    <a:pt x="1273" y="15231"/>
                  </a:cubicBezTo>
                  <a:lnTo>
                    <a:pt x="19344" y="32389"/>
                  </a:lnTo>
                  <a:lnTo>
                    <a:pt x="4045" y="48340"/>
                  </a:lnTo>
                  <a:cubicBezTo>
                    <a:pt x="2871" y="49840"/>
                    <a:pt x="2904" y="51276"/>
                    <a:pt x="4143" y="52678"/>
                  </a:cubicBezTo>
                  <a:lnTo>
                    <a:pt x="14647" y="62660"/>
                  </a:lnTo>
                  <a:cubicBezTo>
                    <a:pt x="12200" y="67161"/>
                    <a:pt x="13146" y="73066"/>
                    <a:pt x="16865" y="76556"/>
                  </a:cubicBezTo>
                  <a:cubicBezTo>
                    <a:pt x="19089" y="78670"/>
                    <a:pt x="21992" y="79716"/>
                    <a:pt x="24888" y="79716"/>
                  </a:cubicBezTo>
                  <a:cubicBezTo>
                    <a:pt x="27981" y="79716"/>
                    <a:pt x="31065" y="78523"/>
                    <a:pt x="33305" y="76165"/>
                  </a:cubicBezTo>
                  <a:cubicBezTo>
                    <a:pt x="37676" y="71630"/>
                    <a:pt x="37513" y="64095"/>
                    <a:pt x="32914" y="59757"/>
                  </a:cubicBezTo>
                  <a:cubicBezTo>
                    <a:pt x="30663" y="57619"/>
                    <a:pt x="27775" y="56556"/>
                    <a:pt x="24887" y="56556"/>
                  </a:cubicBezTo>
                  <a:cubicBezTo>
                    <a:pt x="22796" y="56556"/>
                    <a:pt x="20704" y="57114"/>
                    <a:pt x="18855" y="58224"/>
                  </a:cubicBezTo>
                  <a:lnTo>
                    <a:pt x="10569" y="50362"/>
                  </a:lnTo>
                  <a:lnTo>
                    <a:pt x="23780" y="36597"/>
                  </a:lnTo>
                  <a:lnTo>
                    <a:pt x="46092" y="57734"/>
                  </a:lnTo>
                  <a:cubicBezTo>
                    <a:pt x="43646" y="62236"/>
                    <a:pt x="44624" y="68107"/>
                    <a:pt x="48310" y="71630"/>
                  </a:cubicBezTo>
                  <a:cubicBezTo>
                    <a:pt x="50535" y="73744"/>
                    <a:pt x="53438" y="74790"/>
                    <a:pt x="56337" y="74790"/>
                  </a:cubicBezTo>
                  <a:cubicBezTo>
                    <a:pt x="59434" y="74790"/>
                    <a:pt x="62526" y="73597"/>
                    <a:pt x="64784" y="71239"/>
                  </a:cubicBezTo>
                  <a:cubicBezTo>
                    <a:pt x="69122" y="66705"/>
                    <a:pt x="68959" y="59170"/>
                    <a:pt x="64392" y="54831"/>
                  </a:cubicBezTo>
                  <a:cubicBezTo>
                    <a:pt x="62141" y="52693"/>
                    <a:pt x="59242" y="51631"/>
                    <a:pt x="56352" y="51631"/>
                  </a:cubicBezTo>
                  <a:cubicBezTo>
                    <a:pt x="54258" y="51631"/>
                    <a:pt x="52169" y="52188"/>
                    <a:pt x="50333" y="53298"/>
                  </a:cubicBezTo>
                  <a:lnTo>
                    <a:pt x="16376" y="21135"/>
                  </a:lnTo>
                  <a:lnTo>
                    <a:pt x="29554" y="7369"/>
                  </a:lnTo>
                  <a:lnTo>
                    <a:pt x="37840" y="15231"/>
                  </a:lnTo>
                  <a:cubicBezTo>
                    <a:pt x="36894" y="16992"/>
                    <a:pt x="36404" y="18982"/>
                    <a:pt x="36437" y="21037"/>
                  </a:cubicBezTo>
                  <a:cubicBezTo>
                    <a:pt x="36535" y="24136"/>
                    <a:pt x="37807" y="27006"/>
                    <a:pt x="40058" y="29159"/>
                  </a:cubicBezTo>
                  <a:cubicBezTo>
                    <a:pt x="42308" y="31280"/>
                    <a:pt x="45212" y="32356"/>
                    <a:pt x="48082" y="32356"/>
                  </a:cubicBezTo>
                  <a:cubicBezTo>
                    <a:pt x="51148" y="32356"/>
                    <a:pt x="54247" y="31149"/>
                    <a:pt x="56531" y="28768"/>
                  </a:cubicBezTo>
                  <a:cubicBezTo>
                    <a:pt x="58684" y="26517"/>
                    <a:pt x="59825" y="23581"/>
                    <a:pt x="59727" y="20482"/>
                  </a:cubicBezTo>
                  <a:cubicBezTo>
                    <a:pt x="59662" y="17384"/>
                    <a:pt x="58390" y="14480"/>
                    <a:pt x="56139" y="12360"/>
                  </a:cubicBezTo>
                  <a:cubicBezTo>
                    <a:pt x="53888" y="10222"/>
                    <a:pt x="50989" y="9160"/>
                    <a:pt x="48099" y="9160"/>
                  </a:cubicBezTo>
                  <a:cubicBezTo>
                    <a:pt x="46005" y="9160"/>
                    <a:pt x="43916" y="9717"/>
                    <a:pt x="42080" y="10827"/>
                  </a:cubicBezTo>
                  <a:lnTo>
                    <a:pt x="31544" y="845"/>
                  </a:lnTo>
                  <a:cubicBezTo>
                    <a:pt x="30961" y="278"/>
                    <a:pt x="30211" y="0"/>
                    <a:pt x="29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64"/>
            <p:cNvSpPr/>
            <p:nvPr/>
          </p:nvSpPr>
          <p:spPr>
            <a:xfrm>
              <a:off x="1175925" y="238125"/>
              <a:ext cx="1742425" cy="1986475"/>
            </a:xfrm>
            <a:custGeom>
              <a:rect b="b" l="l" r="r" t="t"/>
              <a:pathLst>
                <a:path extrusionOk="0" h="79459" w="69697">
                  <a:moveTo>
                    <a:pt x="43839" y="6139"/>
                  </a:moveTo>
                  <a:cubicBezTo>
                    <a:pt x="45218" y="6139"/>
                    <a:pt x="46599" y="6637"/>
                    <a:pt x="47658" y="7633"/>
                  </a:cubicBezTo>
                  <a:cubicBezTo>
                    <a:pt x="49909" y="9753"/>
                    <a:pt x="49714" y="13146"/>
                    <a:pt x="47854" y="15364"/>
                  </a:cubicBezTo>
                  <a:cubicBezTo>
                    <a:pt x="46762" y="16507"/>
                    <a:pt x="45297" y="17078"/>
                    <a:pt x="43835" y="17078"/>
                  </a:cubicBezTo>
                  <a:cubicBezTo>
                    <a:pt x="42459" y="17078"/>
                    <a:pt x="41085" y="16572"/>
                    <a:pt x="40025" y="15560"/>
                  </a:cubicBezTo>
                  <a:cubicBezTo>
                    <a:pt x="37840" y="13505"/>
                    <a:pt x="37742" y="9982"/>
                    <a:pt x="39830" y="7829"/>
                  </a:cubicBezTo>
                  <a:cubicBezTo>
                    <a:pt x="40906" y="6702"/>
                    <a:pt x="42372" y="6139"/>
                    <a:pt x="43839" y="6139"/>
                  </a:cubicBezTo>
                  <a:close/>
                  <a:moveTo>
                    <a:pt x="20323" y="53236"/>
                  </a:moveTo>
                  <a:cubicBezTo>
                    <a:pt x="21693" y="53236"/>
                    <a:pt x="23096" y="53725"/>
                    <a:pt x="24140" y="54736"/>
                  </a:cubicBezTo>
                  <a:cubicBezTo>
                    <a:pt x="26325" y="56791"/>
                    <a:pt x="26423" y="60314"/>
                    <a:pt x="24335" y="62500"/>
                  </a:cubicBezTo>
                  <a:cubicBezTo>
                    <a:pt x="23243" y="63626"/>
                    <a:pt x="21787" y="64197"/>
                    <a:pt x="20329" y="64197"/>
                  </a:cubicBezTo>
                  <a:cubicBezTo>
                    <a:pt x="18957" y="64197"/>
                    <a:pt x="17582" y="63691"/>
                    <a:pt x="16506" y="62663"/>
                  </a:cubicBezTo>
                  <a:cubicBezTo>
                    <a:pt x="15430" y="61652"/>
                    <a:pt x="14843" y="60314"/>
                    <a:pt x="14810" y="58846"/>
                  </a:cubicBezTo>
                  <a:cubicBezTo>
                    <a:pt x="14778" y="57378"/>
                    <a:pt x="15300" y="55976"/>
                    <a:pt x="16311" y="54932"/>
                  </a:cubicBezTo>
                  <a:cubicBezTo>
                    <a:pt x="17420" y="53790"/>
                    <a:pt x="18855" y="53236"/>
                    <a:pt x="20323" y="53236"/>
                  </a:cubicBezTo>
                  <a:close/>
                  <a:moveTo>
                    <a:pt x="43835" y="1"/>
                  </a:moveTo>
                  <a:cubicBezTo>
                    <a:pt x="40762" y="1"/>
                    <a:pt x="37695" y="1201"/>
                    <a:pt x="35426" y="3588"/>
                  </a:cubicBezTo>
                  <a:cubicBezTo>
                    <a:pt x="31055" y="8122"/>
                    <a:pt x="31218" y="15658"/>
                    <a:pt x="35817" y="19996"/>
                  </a:cubicBezTo>
                  <a:cubicBezTo>
                    <a:pt x="37985" y="22068"/>
                    <a:pt x="40943" y="23147"/>
                    <a:pt x="43907" y="23147"/>
                  </a:cubicBezTo>
                  <a:cubicBezTo>
                    <a:pt x="45983" y="23147"/>
                    <a:pt x="48063" y="22617"/>
                    <a:pt x="49877" y="21529"/>
                  </a:cubicBezTo>
                  <a:lnTo>
                    <a:pt x="58162" y="29390"/>
                  </a:lnTo>
                  <a:lnTo>
                    <a:pt x="44951" y="43189"/>
                  </a:lnTo>
                  <a:lnTo>
                    <a:pt x="22639" y="22051"/>
                  </a:lnTo>
                  <a:cubicBezTo>
                    <a:pt x="25086" y="17549"/>
                    <a:pt x="24107" y="11645"/>
                    <a:pt x="20421" y="8122"/>
                  </a:cubicBezTo>
                  <a:cubicBezTo>
                    <a:pt x="18160" y="5988"/>
                    <a:pt x="15263" y="4926"/>
                    <a:pt x="12373" y="4926"/>
                  </a:cubicBezTo>
                  <a:cubicBezTo>
                    <a:pt x="9300" y="4926"/>
                    <a:pt x="6234" y="6127"/>
                    <a:pt x="3948" y="8514"/>
                  </a:cubicBezTo>
                  <a:cubicBezTo>
                    <a:pt x="1045" y="11547"/>
                    <a:pt x="1" y="15918"/>
                    <a:pt x="1240" y="19963"/>
                  </a:cubicBezTo>
                  <a:cubicBezTo>
                    <a:pt x="1667" y="21269"/>
                    <a:pt x="2877" y="22118"/>
                    <a:pt x="4195" y="22118"/>
                  </a:cubicBezTo>
                  <a:cubicBezTo>
                    <a:pt x="4490" y="22118"/>
                    <a:pt x="4791" y="22075"/>
                    <a:pt x="5090" y="21986"/>
                  </a:cubicBezTo>
                  <a:cubicBezTo>
                    <a:pt x="6688" y="21464"/>
                    <a:pt x="7601" y="19768"/>
                    <a:pt x="7112" y="18137"/>
                  </a:cubicBezTo>
                  <a:cubicBezTo>
                    <a:pt x="6525" y="16245"/>
                    <a:pt x="7014" y="14190"/>
                    <a:pt x="8384" y="12754"/>
                  </a:cubicBezTo>
                  <a:cubicBezTo>
                    <a:pt x="9460" y="11612"/>
                    <a:pt x="10916" y="11040"/>
                    <a:pt x="12379" y="11040"/>
                  </a:cubicBezTo>
                  <a:cubicBezTo>
                    <a:pt x="13755" y="11040"/>
                    <a:pt x="15137" y="11546"/>
                    <a:pt x="16213" y="12559"/>
                  </a:cubicBezTo>
                  <a:cubicBezTo>
                    <a:pt x="18366" y="14614"/>
                    <a:pt x="18464" y="18137"/>
                    <a:pt x="16376" y="20322"/>
                  </a:cubicBezTo>
                  <a:cubicBezTo>
                    <a:pt x="15724" y="21007"/>
                    <a:pt x="14941" y="21496"/>
                    <a:pt x="13995" y="21757"/>
                  </a:cubicBezTo>
                  <a:cubicBezTo>
                    <a:pt x="10596" y="22801"/>
                    <a:pt x="11884" y="27768"/>
                    <a:pt x="14895" y="27768"/>
                  </a:cubicBezTo>
                  <a:cubicBezTo>
                    <a:pt x="15179" y="27768"/>
                    <a:pt x="15477" y="27724"/>
                    <a:pt x="15789" y="27629"/>
                  </a:cubicBezTo>
                  <a:cubicBezTo>
                    <a:pt x="16702" y="27335"/>
                    <a:pt x="17583" y="26944"/>
                    <a:pt x="18398" y="26455"/>
                  </a:cubicBezTo>
                  <a:lnTo>
                    <a:pt x="52030" y="58357"/>
                  </a:lnTo>
                  <a:lnTo>
                    <a:pt x="38884" y="72090"/>
                  </a:lnTo>
                  <a:lnTo>
                    <a:pt x="30598" y="64229"/>
                  </a:lnTo>
                  <a:cubicBezTo>
                    <a:pt x="33012" y="59727"/>
                    <a:pt x="32066" y="53823"/>
                    <a:pt x="28380" y="50300"/>
                  </a:cubicBezTo>
                  <a:cubicBezTo>
                    <a:pt x="26119" y="48166"/>
                    <a:pt x="23223" y="47104"/>
                    <a:pt x="20332" y="47104"/>
                  </a:cubicBezTo>
                  <a:cubicBezTo>
                    <a:pt x="17259" y="47104"/>
                    <a:pt x="14193" y="48304"/>
                    <a:pt x="11907" y="50691"/>
                  </a:cubicBezTo>
                  <a:cubicBezTo>
                    <a:pt x="7569" y="55225"/>
                    <a:pt x="7732" y="62761"/>
                    <a:pt x="12299" y="67099"/>
                  </a:cubicBezTo>
                  <a:cubicBezTo>
                    <a:pt x="14485" y="69171"/>
                    <a:pt x="17440" y="70250"/>
                    <a:pt x="20398" y="70250"/>
                  </a:cubicBezTo>
                  <a:cubicBezTo>
                    <a:pt x="22470" y="70250"/>
                    <a:pt x="24544" y="69721"/>
                    <a:pt x="26358" y="68632"/>
                  </a:cubicBezTo>
                  <a:lnTo>
                    <a:pt x="36861" y="78614"/>
                  </a:lnTo>
                  <a:cubicBezTo>
                    <a:pt x="37570" y="79181"/>
                    <a:pt x="38271" y="79459"/>
                    <a:pt x="38969" y="79459"/>
                  </a:cubicBezTo>
                  <a:cubicBezTo>
                    <a:pt x="39715" y="79459"/>
                    <a:pt x="40458" y="79140"/>
                    <a:pt x="41200" y="78516"/>
                  </a:cubicBezTo>
                  <a:lnTo>
                    <a:pt x="56498" y="62565"/>
                  </a:lnTo>
                  <a:lnTo>
                    <a:pt x="63251" y="68958"/>
                  </a:lnTo>
                  <a:cubicBezTo>
                    <a:pt x="63883" y="69555"/>
                    <a:pt x="64581" y="69806"/>
                    <a:pt x="65253" y="69806"/>
                  </a:cubicBezTo>
                  <a:cubicBezTo>
                    <a:pt x="67632" y="69806"/>
                    <a:pt x="69697" y="66658"/>
                    <a:pt x="67459" y="64522"/>
                  </a:cubicBezTo>
                  <a:lnTo>
                    <a:pt x="49387" y="47397"/>
                  </a:lnTo>
                  <a:lnTo>
                    <a:pt x="64686" y="31413"/>
                  </a:lnTo>
                  <a:cubicBezTo>
                    <a:pt x="65860" y="29945"/>
                    <a:pt x="65828" y="28477"/>
                    <a:pt x="64588" y="27074"/>
                  </a:cubicBezTo>
                  <a:lnTo>
                    <a:pt x="54085" y="17125"/>
                  </a:lnTo>
                  <a:cubicBezTo>
                    <a:pt x="56531" y="12624"/>
                    <a:pt x="55585" y="6720"/>
                    <a:pt x="51866" y="3197"/>
                  </a:cubicBezTo>
                  <a:cubicBezTo>
                    <a:pt x="49621" y="1062"/>
                    <a:pt x="46725" y="1"/>
                    <a:pt x="438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64"/>
            <p:cNvSpPr/>
            <p:nvPr/>
          </p:nvSpPr>
          <p:spPr>
            <a:xfrm>
              <a:off x="5329575" y="1129650"/>
              <a:ext cx="442525" cy="1061475"/>
            </a:xfrm>
            <a:custGeom>
              <a:rect b="b" l="l" r="r" t="t"/>
              <a:pathLst>
                <a:path extrusionOk="0" h="42459" w="17701">
                  <a:moveTo>
                    <a:pt x="4310" y="1"/>
                  </a:moveTo>
                  <a:cubicBezTo>
                    <a:pt x="3527" y="1"/>
                    <a:pt x="2744" y="302"/>
                    <a:pt x="2141" y="906"/>
                  </a:cubicBezTo>
                  <a:cubicBezTo>
                    <a:pt x="966" y="2080"/>
                    <a:pt x="966" y="4037"/>
                    <a:pt x="2141" y="5212"/>
                  </a:cubicBezTo>
                  <a:cubicBezTo>
                    <a:pt x="10981" y="14052"/>
                    <a:pt x="10981" y="28404"/>
                    <a:pt x="2141" y="37244"/>
                  </a:cubicBezTo>
                  <a:cubicBezTo>
                    <a:pt x="0" y="39385"/>
                    <a:pt x="2078" y="42458"/>
                    <a:pt x="4428" y="42458"/>
                  </a:cubicBezTo>
                  <a:cubicBezTo>
                    <a:pt x="5122" y="42458"/>
                    <a:pt x="5839" y="42190"/>
                    <a:pt x="6479" y="41550"/>
                  </a:cubicBezTo>
                  <a:cubicBezTo>
                    <a:pt x="17700" y="30362"/>
                    <a:pt x="17700" y="12094"/>
                    <a:pt x="6479" y="906"/>
                  </a:cubicBezTo>
                  <a:cubicBezTo>
                    <a:pt x="5876" y="302"/>
                    <a:pt x="5093" y="1"/>
                    <a:pt x="4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164"/>
          <p:cNvGrpSpPr/>
          <p:nvPr/>
        </p:nvGrpSpPr>
        <p:grpSpPr>
          <a:xfrm>
            <a:off x="4556050" y="1885029"/>
            <a:ext cx="454592" cy="454427"/>
            <a:chOff x="1190625" y="238925"/>
            <a:chExt cx="5219200" cy="5217300"/>
          </a:xfrm>
        </p:grpSpPr>
        <p:sp>
          <p:nvSpPr>
            <p:cNvPr id="2248" name="Google Shape;2248;p164"/>
            <p:cNvSpPr/>
            <p:nvPr/>
          </p:nvSpPr>
          <p:spPr>
            <a:xfrm>
              <a:off x="1190625" y="238925"/>
              <a:ext cx="5219200" cy="5217300"/>
            </a:xfrm>
            <a:custGeom>
              <a:rect b="b" l="l" r="r" t="t"/>
              <a:pathLst>
                <a:path extrusionOk="0" h="208692" w="208768">
                  <a:moveTo>
                    <a:pt x="61097" y="16376"/>
                  </a:moveTo>
                  <a:cubicBezTo>
                    <a:pt x="91401" y="16376"/>
                    <a:pt x="116061" y="41036"/>
                    <a:pt x="116061" y="71340"/>
                  </a:cubicBezTo>
                  <a:lnTo>
                    <a:pt x="116061" y="109310"/>
                  </a:lnTo>
                  <a:cubicBezTo>
                    <a:pt x="116061" y="119552"/>
                    <a:pt x="108135" y="128001"/>
                    <a:pt x="98055" y="128784"/>
                  </a:cubicBezTo>
                  <a:cubicBezTo>
                    <a:pt x="104775" y="120401"/>
                    <a:pt x="108428" y="110191"/>
                    <a:pt x="108428" y="99491"/>
                  </a:cubicBezTo>
                  <a:lnTo>
                    <a:pt x="108428" y="72319"/>
                  </a:lnTo>
                  <a:cubicBezTo>
                    <a:pt x="108428" y="70688"/>
                    <a:pt x="107189" y="69350"/>
                    <a:pt x="105591" y="69253"/>
                  </a:cubicBezTo>
                  <a:cubicBezTo>
                    <a:pt x="91205" y="68339"/>
                    <a:pt x="88661" y="53399"/>
                    <a:pt x="88563" y="52747"/>
                  </a:cubicBezTo>
                  <a:cubicBezTo>
                    <a:pt x="88324" y="51133"/>
                    <a:pt x="86916" y="50188"/>
                    <a:pt x="85500" y="50188"/>
                  </a:cubicBezTo>
                  <a:cubicBezTo>
                    <a:pt x="84598" y="50188"/>
                    <a:pt x="83692" y="50572"/>
                    <a:pt x="83083" y="51410"/>
                  </a:cubicBezTo>
                  <a:cubicBezTo>
                    <a:pt x="71372" y="67654"/>
                    <a:pt x="53203" y="70166"/>
                    <a:pt x="46190" y="70525"/>
                  </a:cubicBezTo>
                  <a:lnTo>
                    <a:pt x="46190" y="60543"/>
                  </a:lnTo>
                  <a:cubicBezTo>
                    <a:pt x="46190" y="58720"/>
                    <a:pt x="44646" y="57530"/>
                    <a:pt x="43082" y="57530"/>
                  </a:cubicBezTo>
                  <a:cubicBezTo>
                    <a:pt x="42239" y="57530"/>
                    <a:pt x="41391" y="57875"/>
                    <a:pt x="40775" y="58651"/>
                  </a:cubicBezTo>
                  <a:cubicBezTo>
                    <a:pt x="33468" y="67687"/>
                    <a:pt x="21399" y="69611"/>
                    <a:pt x="16538" y="70035"/>
                  </a:cubicBezTo>
                  <a:cubicBezTo>
                    <a:pt x="14940" y="70166"/>
                    <a:pt x="13733" y="71503"/>
                    <a:pt x="13733" y="73069"/>
                  </a:cubicBezTo>
                  <a:lnTo>
                    <a:pt x="13733" y="99491"/>
                  </a:lnTo>
                  <a:cubicBezTo>
                    <a:pt x="13733" y="110517"/>
                    <a:pt x="17549" y="120694"/>
                    <a:pt x="23910" y="128784"/>
                  </a:cubicBezTo>
                  <a:cubicBezTo>
                    <a:pt x="13961" y="127870"/>
                    <a:pt x="6133" y="119487"/>
                    <a:pt x="6133" y="109310"/>
                  </a:cubicBezTo>
                  <a:lnTo>
                    <a:pt x="6133" y="71340"/>
                  </a:lnTo>
                  <a:cubicBezTo>
                    <a:pt x="6133" y="41036"/>
                    <a:pt x="30761" y="16376"/>
                    <a:pt x="61097" y="16376"/>
                  </a:cubicBezTo>
                  <a:close/>
                  <a:moveTo>
                    <a:pt x="84257" y="59630"/>
                  </a:moveTo>
                  <a:cubicBezTo>
                    <a:pt x="84812" y="60967"/>
                    <a:pt x="85529" y="62435"/>
                    <a:pt x="86443" y="63936"/>
                  </a:cubicBezTo>
                  <a:cubicBezTo>
                    <a:pt x="90161" y="70068"/>
                    <a:pt x="95609" y="73852"/>
                    <a:pt x="102329" y="75026"/>
                  </a:cubicBezTo>
                  <a:lnTo>
                    <a:pt x="102329" y="99491"/>
                  </a:lnTo>
                  <a:cubicBezTo>
                    <a:pt x="102329" y="110354"/>
                    <a:pt x="97990" y="120661"/>
                    <a:pt x="90129" y="128523"/>
                  </a:cubicBezTo>
                  <a:cubicBezTo>
                    <a:pt x="82267" y="136352"/>
                    <a:pt x="71959" y="140690"/>
                    <a:pt x="61097" y="140690"/>
                  </a:cubicBezTo>
                  <a:lnTo>
                    <a:pt x="61064" y="140690"/>
                  </a:lnTo>
                  <a:cubicBezTo>
                    <a:pt x="38328" y="140690"/>
                    <a:pt x="19866" y="122195"/>
                    <a:pt x="19866" y="99491"/>
                  </a:cubicBezTo>
                  <a:lnTo>
                    <a:pt x="19866" y="75809"/>
                  </a:lnTo>
                  <a:cubicBezTo>
                    <a:pt x="25052" y="75059"/>
                    <a:pt x="33174" y="73069"/>
                    <a:pt x="40090" y="67752"/>
                  </a:cubicBezTo>
                  <a:lnTo>
                    <a:pt x="40090" y="73591"/>
                  </a:lnTo>
                  <a:cubicBezTo>
                    <a:pt x="40090" y="75222"/>
                    <a:pt x="41362" y="76559"/>
                    <a:pt x="42960" y="76657"/>
                  </a:cubicBezTo>
                  <a:cubicBezTo>
                    <a:pt x="43037" y="76666"/>
                    <a:pt x="43567" y="76699"/>
                    <a:pt x="44468" y="76699"/>
                  </a:cubicBezTo>
                  <a:cubicBezTo>
                    <a:pt x="47020" y="76699"/>
                    <a:pt x="52551" y="76434"/>
                    <a:pt x="59205" y="74602"/>
                  </a:cubicBezTo>
                  <a:cubicBezTo>
                    <a:pt x="69121" y="71927"/>
                    <a:pt x="77701" y="66773"/>
                    <a:pt x="84257" y="59630"/>
                  </a:cubicBezTo>
                  <a:close/>
                  <a:moveTo>
                    <a:pt x="75841" y="144409"/>
                  </a:moveTo>
                  <a:lnTo>
                    <a:pt x="75841" y="153738"/>
                  </a:lnTo>
                  <a:cubicBezTo>
                    <a:pt x="71225" y="156119"/>
                    <a:pt x="66178" y="157310"/>
                    <a:pt x="61138" y="157310"/>
                  </a:cubicBezTo>
                  <a:cubicBezTo>
                    <a:pt x="56098" y="157310"/>
                    <a:pt x="51066" y="156119"/>
                    <a:pt x="46483" y="153738"/>
                  </a:cubicBezTo>
                  <a:lnTo>
                    <a:pt x="46483" y="144507"/>
                  </a:lnTo>
                  <a:cubicBezTo>
                    <a:pt x="51083" y="146007"/>
                    <a:pt x="55976" y="146790"/>
                    <a:pt x="61064" y="146790"/>
                  </a:cubicBezTo>
                  <a:lnTo>
                    <a:pt x="61097" y="146790"/>
                  </a:lnTo>
                  <a:cubicBezTo>
                    <a:pt x="66186" y="146790"/>
                    <a:pt x="71144" y="145975"/>
                    <a:pt x="75841" y="144409"/>
                  </a:cubicBezTo>
                  <a:close/>
                  <a:moveTo>
                    <a:pt x="124804" y="1"/>
                  </a:moveTo>
                  <a:cubicBezTo>
                    <a:pt x="116061" y="1"/>
                    <a:pt x="108950" y="7112"/>
                    <a:pt x="108950" y="15854"/>
                  </a:cubicBezTo>
                  <a:lnTo>
                    <a:pt x="108950" y="33436"/>
                  </a:lnTo>
                  <a:cubicBezTo>
                    <a:pt x="97762" y="19312"/>
                    <a:pt x="80473" y="10243"/>
                    <a:pt x="61097" y="10243"/>
                  </a:cubicBezTo>
                  <a:cubicBezTo>
                    <a:pt x="27401" y="10243"/>
                    <a:pt x="0" y="37644"/>
                    <a:pt x="0" y="71340"/>
                  </a:cubicBezTo>
                  <a:lnTo>
                    <a:pt x="0" y="109310"/>
                  </a:lnTo>
                  <a:cubicBezTo>
                    <a:pt x="0" y="123467"/>
                    <a:pt x="11515" y="134982"/>
                    <a:pt x="25672" y="134982"/>
                  </a:cubicBezTo>
                  <a:lnTo>
                    <a:pt x="29782" y="134982"/>
                  </a:lnTo>
                  <a:cubicBezTo>
                    <a:pt x="31478" y="136450"/>
                    <a:pt x="33272" y="137820"/>
                    <a:pt x="35132" y="139059"/>
                  </a:cubicBezTo>
                  <a:cubicBezTo>
                    <a:pt x="27335" y="142941"/>
                    <a:pt x="20877" y="148030"/>
                    <a:pt x="15886" y="154195"/>
                  </a:cubicBezTo>
                  <a:cubicBezTo>
                    <a:pt x="14071" y="156421"/>
                    <a:pt x="16152" y="159187"/>
                    <a:pt x="18386" y="159187"/>
                  </a:cubicBezTo>
                  <a:cubicBezTo>
                    <a:pt x="19164" y="159187"/>
                    <a:pt x="19959" y="158852"/>
                    <a:pt x="20616" y="158044"/>
                  </a:cubicBezTo>
                  <a:cubicBezTo>
                    <a:pt x="21529" y="156935"/>
                    <a:pt x="22475" y="155891"/>
                    <a:pt x="23454" y="154847"/>
                  </a:cubicBezTo>
                  <a:lnTo>
                    <a:pt x="27531" y="174125"/>
                  </a:lnTo>
                  <a:lnTo>
                    <a:pt x="20714" y="174125"/>
                  </a:lnTo>
                  <a:cubicBezTo>
                    <a:pt x="18659" y="174125"/>
                    <a:pt x="16995" y="176376"/>
                    <a:pt x="17941" y="178431"/>
                  </a:cubicBezTo>
                  <a:lnTo>
                    <a:pt x="30989" y="206974"/>
                  </a:lnTo>
                  <a:cubicBezTo>
                    <a:pt x="31534" y="208174"/>
                    <a:pt x="32544" y="208678"/>
                    <a:pt x="33575" y="208678"/>
                  </a:cubicBezTo>
                  <a:cubicBezTo>
                    <a:pt x="35567" y="208678"/>
                    <a:pt x="37631" y="206795"/>
                    <a:pt x="36534" y="204429"/>
                  </a:cubicBezTo>
                  <a:lnTo>
                    <a:pt x="25476" y="180225"/>
                  </a:lnTo>
                  <a:lnTo>
                    <a:pt x="31315" y="180225"/>
                  </a:lnTo>
                  <a:cubicBezTo>
                    <a:pt x="33501" y="179964"/>
                    <a:pt x="34479" y="178725"/>
                    <a:pt x="34316" y="176539"/>
                  </a:cubicBezTo>
                  <a:lnTo>
                    <a:pt x="28705" y="150182"/>
                  </a:lnTo>
                  <a:cubicBezTo>
                    <a:pt x="32163" y="147573"/>
                    <a:pt x="36045" y="145289"/>
                    <a:pt x="40351" y="143332"/>
                  </a:cubicBezTo>
                  <a:lnTo>
                    <a:pt x="40351" y="155532"/>
                  </a:lnTo>
                  <a:lnTo>
                    <a:pt x="40351" y="205701"/>
                  </a:lnTo>
                  <a:cubicBezTo>
                    <a:pt x="40351" y="207691"/>
                    <a:pt x="41884" y="208686"/>
                    <a:pt x="43417" y="208686"/>
                  </a:cubicBezTo>
                  <a:cubicBezTo>
                    <a:pt x="44950" y="208686"/>
                    <a:pt x="46483" y="207691"/>
                    <a:pt x="46483" y="205701"/>
                  </a:cubicBezTo>
                  <a:lnTo>
                    <a:pt x="46483" y="160490"/>
                  </a:lnTo>
                  <a:cubicBezTo>
                    <a:pt x="51148" y="162448"/>
                    <a:pt x="56139" y="163426"/>
                    <a:pt x="61130" y="163426"/>
                  </a:cubicBezTo>
                  <a:cubicBezTo>
                    <a:pt x="66153" y="163426"/>
                    <a:pt x="71177" y="162415"/>
                    <a:pt x="75906" y="160458"/>
                  </a:cubicBezTo>
                  <a:lnTo>
                    <a:pt x="75906" y="205701"/>
                  </a:lnTo>
                  <a:cubicBezTo>
                    <a:pt x="75906" y="207691"/>
                    <a:pt x="77431" y="208686"/>
                    <a:pt x="78956" y="208686"/>
                  </a:cubicBezTo>
                  <a:cubicBezTo>
                    <a:pt x="80481" y="208686"/>
                    <a:pt x="82006" y="207691"/>
                    <a:pt x="82006" y="205701"/>
                  </a:cubicBezTo>
                  <a:lnTo>
                    <a:pt x="82006" y="143398"/>
                  </a:lnTo>
                  <a:cubicBezTo>
                    <a:pt x="86182" y="145192"/>
                    <a:pt x="90096" y="147508"/>
                    <a:pt x="93619" y="150313"/>
                  </a:cubicBezTo>
                  <a:lnTo>
                    <a:pt x="88074" y="176539"/>
                  </a:lnTo>
                  <a:cubicBezTo>
                    <a:pt x="87878" y="178725"/>
                    <a:pt x="88889" y="179964"/>
                    <a:pt x="91042" y="180225"/>
                  </a:cubicBezTo>
                  <a:lnTo>
                    <a:pt x="96881" y="180225"/>
                  </a:lnTo>
                  <a:lnTo>
                    <a:pt x="85823" y="204429"/>
                  </a:lnTo>
                  <a:cubicBezTo>
                    <a:pt x="84765" y="206761"/>
                    <a:pt x="86821" y="208692"/>
                    <a:pt x="88816" y="208692"/>
                  </a:cubicBezTo>
                  <a:cubicBezTo>
                    <a:pt x="89835" y="208692"/>
                    <a:pt x="90838" y="208187"/>
                    <a:pt x="91401" y="206974"/>
                  </a:cubicBezTo>
                  <a:lnTo>
                    <a:pt x="104449" y="178431"/>
                  </a:lnTo>
                  <a:cubicBezTo>
                    <a:pt x="105395" y="176376"/>
                    <a:pt x="103699" y="174125"/>
                    <a:pt x="101644" y="174125"/>
                  </a:cubicBezTo>
                  <a:lnTo>
                    <a:pt x="94826" y="174125"/>
                  </a:lnTo>
                  <a:lnTo>
                    <a:pt x="98871" y="155043"/>
                  </a:lnTo>
                  <a:cubicBezTo>
                    <a:pt x="100763" y="157000"/>
                    <a:pt x="102524" y="159120"/>
                    <a:pt x="104090" y="161371"/>
                  </a:cubicBezTo>
                  <a:cubicBezTo>
                    <a:pt x="110386" y="170244"/>
                    <a:pt x="113680" y="180715"/>
                    <a:pt x="113680" y="191642"/>
                  </a:cubicBezTo>
                  <a:lnTo>
                    <a:pt x="113680" y="205701"/>
                  </a:lnTo>
                  <a:cubicBezTo>
                    <a:pt x="113680" y="207691"/>
                    <a:pt x="115213" y="208686"/>
                    <a:pt x="116746" y="208686"/>
                  </a:cubicBezTo>
                  <a:cubicBezTo>
                    <a:pt x="118280" y="208686"/>
                    <a:pt x="119813" y="207691"/>
                    <a:pt x="119813" y="205701"/>
                  </a:cubicBezTo>
                  <a:lnTo>
                    <a:pt x="119813" y="191642"/>
                  </a:lnTo>
                  <a:cubicBezTo>
                    <a:pt x="119813" y="179442"/>
                    <a:pt x="116094" y="167765"/>
                    <a:pt x="109113" y="157848"/>
                  </a:cubicBezTo>
                  <a:cubicBezTo>
                    <a:pt x="103372" y="149726"/>
                    <a:pt x="95805" y="143267"/>
                    <a:pt x="86997" y="138961"/>
                  </a:cubicBezTo>
                  <a:cubicBezTo>
                    <a:pt x="88791" y="137754"/>
                    <a:pt x="90520" y="136417"/>
                    <a:pt x="92151" y="134982"/>
                  </a:cubicBezTo>
                  <a:lnTo>
                    <a:pt x="96522" y="134982"/>
                  </a:lnTo>
                  <a:cubicBezTo>
                    <a:pt x="110125" y="134982"/>
                    <a:pt x="121281" y="124315"/>
                    <a:pt x="122129" y="110908"/>
                  </a:cubicBezTo>
                  <a:cubicBezTo>
                    <a:pt x="123010" y="111071"/>
                    <a:pt x="123890" y="111136"/>
                    <a:pt x="124804" y="111136"/>
                  </a:cubicBezTo>
                  <a:lnTo>
                    <a:pt x="142940" y="111136"/>
                  </a:lnTo>
                  <a:lnTo>
                    <a:pt x="142940" y="128653"/>
                  </a:lnTo>
                  <a:cubicBezTo>
                    <a:pt x="142940" y="130436"/>
                    <a:pt x="144462" y="131686"/>
                    <a:pt x="146050" y="131686"/>
                  </a:cubicBezTo>
                  <a:cubicBezTo>
                    <a:pt x="146788" y="131686"/>
                    <a:pt x="147539" y="131416"/>
                    <a:pt x="148159" y="130806"/>
                  </a:cubicBezTo>
                  <a:lnTo>
                    <a:pt x="167829" y="111136"/>
                  </a:lnTo>
                  <a:lnTo>
                    <a:pt x="192914" y="111136"/>
                  </a:lnTo>
                  <a:cubicBezTo>
                    <a:pt x="201656" y="111136"/>
                    <a:pt x="208767" y="104025"/>
                    <a:pt x="208767" y="95283"/>
                  </a:cubicBezTo>
                  <a:lnTo>
                    <a:pt x="208767" y="86117"/>
                  </a:lnTo>
                  <a:cubicBezTo>
                    <a:pt x="208767" y="84144"/>
                    <a:pt x="207242" y="83157"/>
                    <a:pt x="205717" y="83157"/>
                  </a:cubicBezTo>
                  <a:cubicBezTo>
                    <a:pt x="204192" y="83157"/>
                    <a:pt x="202667" y="84144"/>
                    <a:pt x="202667" y="86117"/>
                  </a:cubicBezTo>
                  <a:lnTo>
                    <a:pt x="202667" y="95283"/>
                  </a:lnTo>
                  <a:cubicBezTo>
                    <a:pt x="202667" y="100666"/>
                    <a:pt x="198296" y="105037"/>
                    <a:pt x="192914" y="105037"/>
                  </a:cubicBezTo>
                  <a:lnTo>
                    <a:pt x="166557" y="105037"/>
                  </a:lnTo>
                  <a:cubicBezTo>
                    <a:pt x="165742" y="105037"/>
                    <a:pt x="164959" y="105363"/>
                    <a:pt x="164371" y="105917"/>
                  </a:cubicBezTo>
                  <a:lnTo>
                    <a:pt x="149040" y="121249"/>
                  </a:lnTo>
                  <a:lnTo>
                    <a:pt x="149040" y="108070"/>
                  </a:lnTo>
                  <a:cubicBezTo>
                    <a:pt x="149040" y="106407"/>
                    <a:pt x="147670" y="105037"/>
                    <a:pt x="145974" y="105037"/>
                  </a:cubicBezTo>
                  <a:lnTo>
                    <a:pt x="124804" y="105037"/>
                  </a:lnTo>
                  <a:cubicBezTo>
                    <a:pt x="123923" y="105037"/>
                    <a:pt x="123042" y="104906"/>
                    <a:pt x="122161" y="104678"/>
                  </a:cubicBezTo>
                  <a:lnTo>
                    <a:pt x="122161" y="71340"/>
                  </a:lnTo>
                  <a:cubicBezTo>
                    <a:pt x="122161" y="61032"/>
                    <a:pt x="119617" y="51312"/>
                    <a:pt x="115083" y="42765"/>
                  </a:cubicBezTo>
                  <a:lnTo>
                    <a:pt x="115083" y="15854"/>
                  </a:lnTo>
                  <a:cubicBezTo>
                    <a:pt x="115083" y="10504"/>
                    <a:pt x="119454" y="6133"/>
                    <a:pt x="124804" y="6133"/>
                  </a:cubicBezTo>
                  <a:lnTo>
                    <a:pt x="192914" y="6133"/>
                  </a:lnTo>
                  <a:cubicBezTo>
                    <a:pt x="198296" y="6133"/>
                    <a:pt x="202667" y="10504"/>
                    <a:pt x="202667" y="15854"/>
                  </a:cubicBezTo>
                  <a:lnTo>
                    <a:pt x="202667" y="70231"/>
                  </a:lnTo>
                  <a:cubicBezTo>
                    <a:pt x="202667" y="71927"/>
                    <a:pt x="204005" y="73297"/>
                    <a:pt x="205701" y="73297"/>
                  </a:cubicBezTo>
                  <a:cubicBezTo>
                    <a:pt x="207397" y="73297"/>
                    <a:pt x="208767" y="71927"/>
                    <a:pt x="208767" y="70231"/>
                  </a:cubicBezTo>
                  <a:lnTo>
                    <a:pt x="208767" y="15854"/>
                  </a:lnTo>
                  <a:cubicBezTo>
                    <a:pt x="208767" y="7112"/>
                    <a:pt x="201656" y="1"/>
                    <a:pt x="1929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64"/>
            <p:cNvSpPr/>
            <p:nvPr/>
          </p:nvSpPr>
          <p:spPr>
            <a:xfrm>
              <a:off x="4406125" y="676850"/>
              <a:ext cx="1511950" cy="1905850"/>
            </a:xfrm>
            <a:custGeom>
              <a:rect b="b" l="l" r="r" t="t"/>
              <a:pathLst>
                <a:path extrusionOk="0" h="76234" w="60478">
                  <a:moveTo>
                    <a:pt x="30239" y="6068"/>
                  </a:moveTo>
                  <a:cubicBezTo>
                    <a:pt x="32392" y="6068"/>
                    <a:pt x="34121" y="7797"/>
                    <a:pt x="34121" y="9950"/>
                  </a:cubicBezTo>
                  <a:cubicBezTo>
                    <a:pt x="34121" y="12070"/>
                    <a:pt x="32392" y="13799"/>
                    <a:pt x="30239" y="13799"/>
                  </a:cubicBezTo>
                  <a:cubicBezTo>
                    <a:pt x="28118" y="13799"/>
                    <a:pt x="26390" y="12070"/>
                    <a:pt x="26390" y="9950"/>
                  </a:cubicBezTo>
                  <a:cubicBezTo>
                    <a:pt x="26390" y="7797"/>
                    <a:pt x="28118" y="6068"/>
                    <a:pt x="30239" y="6068"/>
                  </a:cubicBezTo>
                  <a:close/>
                  <a:moveTo>
                    <a:pt x="50496" y="24628"/>
                  </a:moveTo>
                  <a:cubicBezTo>
                    <a:pt x="52616" y="24628"/>
                    <a:pt x="54345" y="26357"/>
                    <a:pt x="54345" y="28478"/>
                  </a:cubicBezTo>
                  <a:cubicBezTo>
                    <a:pt x="54345" y="30631"/>
                    <a:pt x="52616" y="32327"/>
                    <a:pt x="50496" y="32327"/>
                  </a:cubicBezTo>
                  <a:cubicBezTo>
                    <a:pt x="48375" y="32327"/>
                    <a:pt x="46647" y="30631"/>
                    <a:pt x="46647" y="28478"/>
                  </a:cubicBezTo>
                  <a:cubicBezTo>
                    <a:pt x="46647" y="26357"/>
                    <a:pt x="48375" y="24628"/>
                    <a:pt x="50496" y="24628"/>
                  </a:cubicBezTo>
                  <a:close/>
                  <a:moveTo>
                    <a:pt x="9949" y="32327"/>
                  </a:moveTo>
                  <a:cubicBezTo>
                    <a:pt x="12069" y="32327"/>
                    <a:pt x="13798" y="34056"/>
                    <a:pt x="13798" y="36209"/>
                  </a:cubicBezTo>
                  <a:cubicBezTo>
                    <a:pt x="13798" y="38329"/>
                    <a:pt x="12069" y="40058"/>
                    <a:pt x="9949" y="40058"/>
                  </a:cubicBezTo>
                  <a:cubicBezTo>
                    <a:pt x="7796" y="40058"/>
                    <a:pt x="6100" y="38329"/>
                    <a:pt x="6100" y="36209"/>
                  </a:cubicBezTo>
                  <a:cubicBezTo>
                    <a:pt x="6100" y="34056"/>
                    <a:pt x="7796" y="32327"/>
                    <a:pt x="9949" y="32327"/>
                  </a:cubicBezTo>
                  <a:close/>
                  <a:moveTo>
                    <a:pt x="30271" y="0"/>
                  </a:moveTo>
                  <a:cubicBezTo>
                    <a:pt x="24856" y="0"/>
                    <a:pt x="20290" y="4437"/>
                    <a:pt x="20290" y="9884"/>
                  </a:cubicBezTo>
                  <a:cubicBezTo>
                    <a:pt x="20257" y="14321"/>
                    <a:pt x="23160" y="18072"/>
                    <a:pt x="27172" y="19409"/>
                  </a:cubicBezTo>
                  <a:lnTo>
                    <a:pt x="27140" y="57999"/>
                  </a:lnTo>
                  <a:lnTo>
                    <a:pt x="13015" y="57999"/>
                  </a:lnTo>
                  <a:lnTo>
                    <a:pt x="13015" y="45636"/>
                  </a:lnTo>
                  <a:cubicBezTo>
                    <a:pt x="17028" y="44364"/>
                    <a:pt x="19931" y="40417"/>
                    <a:pt x="19931" y="36209"/>
                  </a:cubicBezTo>
                  <a:cubicBezTo>
                    <a:pt x="19931" y="30728"/>
                    <a:pt x="15462" y="26227"/>
                    <a:pt x="9982" y="26194"/>
                  </a:cubicBezTo>
                  <a:cubicBezTo>
                    <a:pt x="4600" y="26194"/>
                    <a:pt x="33" y="30663"/>
                    <a:pt x="0" y="36111"/>
                  </a:cubicBezTo>
                  <a:cubicBezTo>
                    <a:pt x="0" y="40514"/>
                    <a:pt x="2903" y="44298"/>
                    <a:pt x="6916" y="45603"/>
                  </a:cubicBezTo>
                  <a:lnTo>
                    <a:pt x="6916" y="61032"/>
                  </a:lnTo>
                  <a:cubicBezTo>
                    <a:pt x="6916" y="62728"/>
                    <a:pt x="8253" y="64099"/>
                    <a:pt x="9949" y="64099"/>
                  </a:cubicBezTo>
                  <a:lnTo>
                    <a:pt x="27107" y="64099"/>
                  </a:lnTo>
                  <a:lnTo>
                    <a:pt x="27107" y="73167"/>
                  </a:lnTo>
                  <a:cubicBezTo>
                    <a:pt x="27107" y="74863"/>
                    <a:pt x="28477" y="76233"/>
                    <a:pt x="30174" y="76233"/>
                  </a:cubicBezTo>
                  <a:cubicBezTo>
                    <a:pt x="31707" y="76233"/>
                    <a:pt x="33240" y="74700"/>
                    <a:pt x="33240" y="73167"/>
                  </a:cubicBezTo>
                  <a:lnTo>
                    <a:pt x="33240" y="48963"/>
                  </a:lnTo>
                  <a:lnTo>
                    <a:pt x="50496" y="48963"/>
                  </a:lnTo>
                  <a:cubicBezTo>
                    <a:pt x="52192" y="48963"/>
                    <a:pt x="53562" y="47593"/>
                    <a:pt x="53562" y="45897"/>
                  </a:cubicBezTo>
                  <a:lnTo>
                    <a:pt x="53562" y="37970"/>
                  </a:lnTo>
                  <a:cubicBezTo>
                    <a:pt x="57574" y="36698"/>
                    <a:pt x="60477" y="32718"/>
                    <a:pt x="60477" y="28510"/>
                  </a:cubicBezTo>
                  <a:cubicBezTo>
                    <a:pt x="60477" y="23030"/>
                    <a:pt x="56008" y="18561"/>
                    <a:pt x="50528" y="18529"/>
                  </a:cubicBezTo>
                  <a:cubicBezTo>
                    <a:pt x="45146" y="18529"/>
                    <a:pt x="40579" y="22965"/>
                    <a:pt x="40547" y="28412"/>
                  </a:cubicBezTo>
                  <a:cubicBezTo>
                    <a:pt x="40547" y="32849"/>
                    <a:pt x="43450" y="36600"/>
                    <a:pt x="47429" y="37937"/>
                  </a:cubicBezTo>
                  <a:lnTo>
                    <a:pt x="47429" y="42830"/>
                  </a:lnTo>
                  <a:lnTo>
                    <a:pt x="33272" y="42830"/>
                  </a:lnTo>
                  <a:lnTo>
                    <a:pt x="33272" y="19442"/>
                  </a:lnTo>
                  <a:cubicBezTo>
                    <a:pt x="37285" y="18170"/>
                    <a:pt x="40188" y="14190"/>
                    <a:pt x="40188" y="9982"/>
                  </a:cubicBezTo>
                  <a:cubicBezTo>
                    <a:pt x="40188" y="4502"/>
                    <a:pt x="35751" y="33"/>
                    <a:pt x="30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64"/>
            <p:cNvSpPr/>
            <p:nvPr/>
          </p:nvSpPr>
          <p:spPr>
            <a:xfrm>
              <a:off x="1237150" y="4511225"/>
              <a:ext cx="247075" cy="936925"/>
            </a:xfrm>
            <a:custGeom>
              <a:rect b="b" l="l" r="r" t="t"/>
              <a:pathLst>
                <a:path extrusionOk="0" h="37477" w="9883">
                  <a:moveTo>
                    <a:pt x="6422" y="1"/>
                  </a:moveTo>
                  <a:cubicBezTo>
                    <a:pt x="5150" y="1"/>
                    <a:pt x="3963" y="819"/>
                    <a:pt x="3521" y="2092"/>
                  </a:cubicBezTo>
                  <a:cubicBezTo>
                    <a:pt x="194" y="12237"/>
                    <a:pt x="357" y="22610"/>
                    <a:pt x="488" y="32657"/>
                  </a:cubicBezTo>
                  <a:cubicBezTo>
                    <a:pt x="1" y="35870"/>
                    <a:pt x="1807" y="37476"/>
                    <a:pt x="3596" y="37476"/>
                  </a:cubicBezTo>
                  <a:cubicBezTo>
                    <a:pt x="5404" y="37476"/>
                    <a:pt x="7194" y="35837"/>
                    <a:pt x="6588" y="32559"/>
                  </a:cubicBezTo>
                  <a:cubicBezTo>
                    <a:pt x="6457" y="22577"/>
                    <a:pt x="6327" y="13183"/>
                    <a:pt x="9360" y="4016"/>
                  </a:cubicBezTo>
                  <a:cubicBezTo>
                    <a:pt x="9882" y="2418"/>
                    <a:pt x="9001" y="689"/>
                    <a:pt x="7403" y="167"/>
                  </a:cubicBezTo>
                  <a:cubicBezTo>
                    <a:pt x="7078" y="54"/>
                    <a:pt x="6747" y="1"/>
                    <a:pt x="64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64"/>
            <p:cNvSpPr/>
            <p:nvPr/>
          </p:nvSpPr>
          <p:spPr>
            <a:xfrm>
              <a:off x="2367375" y="3271750"/>
              <a:ext cx="701350" cy="263450"/>
            </a:xfrm>
            <a:custGeom>
              <a:rect b="b" l="l" r="r" t="t"/>
              <a:pathLst>
                <a:path extrusionOk="0" h="10538" w="28054">
                  <a:moveTo>
                    <a:pt x="3344" y="1"/>
                  </a:moveTo>
                  <a:cubicBezTo>
                    <a:pt x="2561" y="1"/>
                    <a:pt x="1778" y="294"/>
                    <a:pt x="1175" y="882"/>
                  </a:cubicBezTo>
                  <a:cubicBezTo>
                    <a:pt x="0" y="2089"/>
                    <a:pt x="0" y="4013"/>
                    <a:pt x="1175" y="5220"/>
                  </a:cubicBezTo>
                  <a:cubicBezTo>
                    <a:pt x="4730" y="8743"/>
                    <a:pt x="9362" y="10537"/>
                    <a:pt x="14027" y="10537"/>
                  </a:cubicBezTo>
                  <a:cubicBezTo>
                    <a:pt x="18659" y="10537"/>
                    <a:pt x="23324" y="8743"/>
                    <a:pt x="26847" y="5220"/>
                  </a:cubicBezTo>
                  <a:cubicBezTo>
                    <a:pt x="28054" y="4013"/>
                    <a:pt x="28054" y="2089"/>
                    <a:pt x="26847" y="882"/>
                  </a:cubicBezTo>
                  <a:cubicBezTo>
                    <a:pt x="26243" y="294"/>
                    <a:pt x="25460" y="1"/>
                    <a:pt x="24677" y="1"/>
                  </a:cubicBezTo>
                  <a:cubicBezTo>
                    <a:pt x="23895" y="1"/>
                    <a:pt x="23112" y="294"/>
                    <a:pt x="22508" y="882"/>
                  </a:cubicBezTo>
                  <a:cubicBezTo>
                    <a:pt x="20176" y="3230"/>
                    <a:pt x="17101" y="4405"/>
                    <a:pt x="14023" y="4405"/>
                  </a:cubicBezTo>
                  <a:cubicBezTo>
                    <a:pt x="10944" y="4405"/>
                    <a:pt x="7862" y="3230"/>
                    <a:pt x="5513" y="882"/>
                  </a:cubicBezTo>
                  <a:cubicBezTo>
                    <a:pt x="4910" y="294"/>
                    <a:pt x="4127" y="1"/>
                    <a:pt x="33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164"/>
          <p:cNvGrpSpPr/>
          <p:nvPr/>
        </p:nvGrpSpPr>
        <p:grpSpPr>
          <a:xfrm>
            <a:off x="5412788" y="1897499"/>
            <a:ext cx="372978" cy="429522"/>
            <a:chOff x="1531500" y="238125"/>
            <a:chExt cx="4537450" cy="5218975"/>
          </a:xfrm>
        </p:grpSpPr>
        <p:sp>
          <p:nvSpPr>
            <p:cNvPr id="2253" name="Google Shape;2253;p164"/>
            <p:cNvSpPr/>
            <p:nvPr/>
          </p:nvSpPr>
          <p:spPr>
            <a:xfrm>
              <a:off x="1531500" y="238125"/>
              <a:ext cx="4537450" cy="5218975"/>
            </a:xfrm>
            <a:custGeom>
              <a:rect b="b" l="l" r="r" t="t"/>
              <a:pathLst>
                <a:path extrusionOk="0" h="208759" w="181498">
                  <a:moveTo>
                    <a:pt x="101774" y="6100"/>
                  </a:moveTo>
                  <a:lnTo>
                    <a:pt x="101774" y="22769"/>
                  </a:lnTo>
                  <a:cubicBezTo>
                    <a:pt x="101774" y="28869"/>
                    <a:pt x="96848" y="33827"/>
                    <a:pt x="90749" y="33827"/>
                  </a:cubicBezTo>
                  <a:cubicBezTo>
                    <a:pt x="84649" y="33827"/>
                    <a:pt x="79723" y="28869"/>
                    <a:pt x="79723" y="22769"/>
                  </a:cubicBezTo>
                  <a:lnTo>
                    <a:pt x="79723" y="6100"/>
                  </a:lnTo>
                  <a:close/>
                  <a:moveTo>
                    <a:pt x="100502" y="81811"/>
                  </a:moveTo>
                  <a:lnTo>
                    <a:pt x="100502" y="90846"/>
                  </a:lnTo>
                  <a:lnTo>
                    <a:pt x="80995" y="90846"/>
                  </a:lnTo>
                  <a:lnTo>
                    <a:pt x="80995" y="81811"/>
                  </a:lnTo>
                  <a:close/>
                  <a:moveTo>
                    <a:pt x="21562" y="101024"/>
                  </a:moveTo>
                  <a:cubicBezTo>
                    <a:pt x="24530" y="101024"/>
                    <a:pt x="27336" y="101839"/>
                    <a:pt x="29815" y="103405"/>
                  </a:cubicBezTo>
                  <a:lnTo>
                    <a:pt x="29815" y="129566"/>
                  </a:lnTo>
                  <a:cubicBezTo>
                    <a:pt x="27368" y="131132"/>
                    <a:pt x="24530" y="131947"/>
                    <a:pt x="21562" y="131947"/>
                  </a:cubicBezTo>
                  <a:cubicBezTo>
                    <a:pt x="13048" y="131947"/>
                    <a:pt x="6100" y="124999"/>
                    <a:pt x="6100" y="116486"/>
                  </a:cubicBezTo>
                  <a:cubicBezTo>
                    <a:pt x="6100" y="107972"/>
                    <a:pt x="13048" y="101024"/>
                    <a:pt x="21562" y="101024"/>
                  </a:cubicBezTo>
                  <a:close/>
                  <a:moveTo>
                    <a:pt x="159935" y="101024"/>
                  </a:moveTo>
                  <a:cubicBezTo>
                    <a:pt x="168449" y="101024"/>
                    <a:pt x="175397" y="107972"/>
                    <a:pt x="175397" y="116486"/>
                  </a:cubicBezTo>
                  <a:cubicBezTo>
                    <a:pt x="175397" y="124999"/>
                    <a:pt x="168449" y="131947"/>
                    <a:pt x="159935" y="131947"/>
                  </a:cubicBezTo>
                  <a:cubicBezTo>
                    <a:pt x="156967" y="131947"/>
                    <a:pt x="154129" y="131132"/>
                    <a:pt x="151682" y="129566"/>
                  </a:cubicBezTo>
                  <a:lnTo>
                    <a:pt x="151682" y="103405"/>
                  </a:lnTo>
                  <a:cubicBezTo>
                    <a:pt x="154129" y="101839"/>
                    <a:pt x="156967" y="101024"/>
                    <a:pt x="159935" y="101024"/>
                  </a:cubicBezTo>
                  <a:close/>
                  <a:moveTo>
                    <a:pt x="76428" y="0"/>
                  </a:moveTo>
                  <a:cubicBezTo>
                    <a:pt x="70655" y="130"/>
                    <a:pt x="65011" y="1794"/>
                    <a:pt x="60119" y="4893"/>
                  </a:cubicBezTo>
                  <a:cubicBezTo>
                    <a:pt x="57340" y="6663"/>
                    <a:pt x="59133" y="10549"/>
                    <a:pt x="61757" y="10549"/>
                  </a:cubicBezTo>
                  <a:cubicBezTo>
                    <a:pt x="62275" y="10549"/>
                    <a:pt x="62826" y="10397"/>
                    <a:pt x="63381" y="10047"/>
                  </a:cubicBezTo>
                  <a:cubicBezTo>
                    <a:pt x="66479" y="8090"/>
                    <a:pt x="69970" y="6818"/>
                    <a:pt x="73623" y="6328"/>
                  </a:cubicBezTo>
                  <a:lnTo>
                    <a:pt x="73623" y="22769"/>
                  </a:lnTo>
                  <a:cubicBezTo>
                    <a:pt x="73623" y="32228"/>
                    <a:pt x="81289" y="39927"/>
                    <a:pt x="90749" y="39927"/>
                  </a:cubicBezTo>
                  <a:cubicBezTo>
                    <a:pt x="100208" y="39927"/>
                    <a:pt x="107874" y="32228"/>
                    <a:pt x="107874" y="22769"/>
                  </a:cubicBezTo>
                  <a:lnTo>
                    <a:pt x="107874" y="6328"/>
                  </a:lnTo>
                  <a:cubicBezTo>
                    <a:pt x="120433" y="8024"/>
                    <a:pt x="130121" y="18789"/>
                    <a:pt x="130121" y="31804"/>
                  </a:cubicBezTo>
                  <a:lnTo>
                    <a:pt x="130121" y="62891"/>
                  </a:lnTo>
                  <a:cubicBezTo>
                    <a:pt x="130121" y="69970"/>
                    <a:pt x="124380" y="75711"/>
                    <a:pt x="117301" y="75711"/>
                  </a:cubicBezTo>
                  <a:lnTo>
                    <a:pt x="64196" y="75711"/>
                  </a:lnTo>
                  <a:cubicBezTo>
                    <a:pt x="57117" y="75711"/>
                    <a:pt x="51376" y="69970"/>
                    <a:pt x="51376" y="62891"/>
                  </a:cubicBezTo>
                  <a:lnTo>
                    <a:pt x="51376" y="31772"/>
                  </a:lnTo>
                  <a:cubicBezTo>
                    <a:pt x="51376" y="27857"/>
                    <a:pt x="52257" y="24073"/>
                    <a:pt x="53953" y="20583"/>
                  </a:cubicBezTo>
                  <a:cubicBezTo>
                    <a:pt x="55107" y="18211"/>
                    <a:pt x="53037" y="16231"/>
                    <a:pt x="51028" y="16231"/>
                  </a:cubicBezTo>
                  <a:cubicBezTo>
                    <a:pt x="50026" y="16231"/>
                    <a:pt x="49038" y="16725"/>
                    <a:pt x="48473" y="17908"/>
                  </a:cubicBezTo>
                  <a:cubicBezTo>
                    <a:pt x="46353" y="22247"/>
                    <a:pt x="45276" y="26911"/>
                    <a:pt x="45276" y="31772"/>
                  </a:cubicBezTo>
                  <a:lnTo>
                    <a:pt x="45276" y="62891"/>
                  </a:lnTo>
                  <a:cubicBezTo>
                    <a:pt x="45276" y="73329"/>
                    <a:pt x="53758" y="81811"/>
                    <a:pt x="64196" y="81811"/>
                  </a:cubicBezTo>
                  <a:lnTo>
                    <a:pt x="74895" y="81811"/>
                  </a:lnTo>
                  <a:lnTo>
                    <a:pt x="74895" y="90846"/>
                  </a:lnTo>
                  <a:lnTo>
                    <a:pt x="40351" y="90846"/>
                  </a:lnTo>
                  <a:cubicBezTo>
                    <a:pt x="36110" y="90846"/>
                    <a:pt x="32457" y="93358"/>
                    <a:pt x="30793" y="96979"/>
                  </a:cubicBezTo>
                  <a:cubicBezTo>
                    <a:pt x="27923" y="95609"/>
                    <a:pt x="24791" y="94924"/>
                    <a:pt x="21562" y="94924"/>
                  </a:cubicBezTo>
                  <a:cubicBezTo>
                    <a:pt x="9688" y="94924"/>
                    <a:pt x="0" y="104579"/>
                    <a:pt x="0" y="116486"/>
                  </a:cubicBezTo>
                  <a:cubicBezTo>
                    <a:pt x="0" y="124543"/>
                    <a:pt x="4436" y="131556"/>
                    <a:pt x="10993" y="135275"/>
                  </a:cubicBezTo>
                  <a:lnTo>
                    <a:pt x="10993" y="205799"/>
                  </a:lnTo>
                  <a:cubicBezTo>
                    <a:pt x="10993" y="207772"/>
                    <a:pt x="12518" y="208759"/>
                    <a:pt x="14043" y="208759"/>
                  </a:cubicBezTo>
                  <a:cubicBezTo>
                    <a:pt x="15568" y="208759"/>
                    <a:pt x="17093" y="207772"/>
                    <a:pt x="17093" y="205799"/>
                  </a:cubicBezTo>
                  <a:lnTo>
                    <a:pt x="17093" y="137591"/>
                  </a:lnTo>
                  <a:cubicBezTo>
                    <a:pt x="18561" y="137900"/>
                    <a:pt x="20061" y="138055"/>
                    <a:pt x="21562" y="138055"/>
                  </a:cubicBezTo>
                  <a:cubicBezTo>
                    <a:pt x="23062" y="138055"/>
                    <a:pt x="24563" y="137900"/>
                    <a:pt x="26031" y="137591"/>
                  </a:cubicBezTo>
                  <a:lnTo>
                    <a:pt x="26031" y="205799"/>
                  </a:lnTo>
                  <a:cubicBezTo>
                    <a:pt x="26031" y="207772"/>
                    <a:pt x="27564" y="208759"/>
                    <a:pt x="29097" y="208759"/>
                  </a:cubicBezTo>
                  <a:cubicBezTo>
                    <a:pt x="30630" y="208759"/>
                    <a:pt x="32163" y="207772"/>
                    <a:pt x="32163" y="205799"/>
                  </a:cubicBezTo>
                  <a:lnTo>
                    <a:pt x="32163" y="147116"/>
                  </a:lnTo>
                  <a:cubicBezTo>
                    <a:pt x="34871" y="156608"/>
                    <a:pt x="39796" y="165154"/>
                    <a:pt x="46386" y="172135"/>
                  </a:cubicBezTo>
                  <a:lnTo>
                    <a:pt x="46386" y="205603"/>
                  </a:lnTo>
                  <a:cubicBezTo>
                    <a:pt x="46386" y="207577"/>
                    <a:pt x="47911" y="208563"/>
                    <a:pt x="49436" y="208563"/>
                  </a:cubicBezTo>
                  <a:cubicBezTo>
                    <a:pt x="50960" y="208563"/>
                    <a:pt x="52485" y="207577"/>
                    <a:pt x="52485" y="205603"/>
                  </a:cubicBezTo>
                  <a:lnTo>
                    <a:pt x="52485" y="177811"/>
                  </a:lnTo>
                  <a:cubicBezTo>
                    <a:pt x="62956" y="186259"/>
                    <a:pt x="76265" y="191348"/>
                    <a:pt x="90749" y="191348"/>
                  </a:cubicBezTo>
                  <a:cubicBezTo>
                    <a:pt x="94630" y="191348"/>
                    <a:pt x="98545" y="190989"/>
                    <a:pt x="102394" y="190239"/>
                  </a:cubicBezTo>
                  <a:cubicBezTo>
                    <a:pt x="106017" y="189533"/>
                    <a:pt x="105218" y="184172"/>
                    <a:pt x="101873" y="184172"/>
                  </a:cubicBezTo>
                  <a:cubicBezTo>
                    <a:pt x="101665" y="184172"/>
                    <a:pt x="101447" y="184193"/>
                    <a:pt x="101220" y="184237"/>
                  </a:cubicBezTo>
                  <a:cubicBezTo>
                    <a:pt x="97794" y="184922"/>
                    <a:pt x="94272" y="185248"/>
                    <a:pt x="90749" y="185248"/>
                  </a:cubicBezTo>
                  <a:cubicBezTo>
                    <a:pt x="60510" y="185248"/>
                    <a:pt x="35915" y="160653"/>
                    <a:pt x="35915" y="130414"/>
                  </a:cubicBezTo>
                  <a:lnTo>
                    <a:pt x="35915" y="101383"/>
                  </a:lnTo>
                  <a:cubicBezTo>
                    <a:pt x="35915" y="98936"/>
                    <a:pt x="37904" y="96946"/>
                    <a:pt x="40351" y="96946"/>
                  </a:cubicBezTo>
                  <a:lnTo>
                    <a:pt x="141146" y="96946"/>
                  </a:lnTo>
                  <a:cubicBezTo>
                    <a:pt x="143593" y="96946"/>
                    <a:pt x="145583" y="98936"/>
                    <a:pt x="145583" y="101383"/>
                  </a:cubicBezTo>
                  <a:lnTo>
                    <a:pt x="145583" y="130414"/>
                  </a:lnTo>
                  <a:cubicBezTo>
                    <a:pt x="145583" y="151128"/>
                    <a:pt x="134100" y="169852"/>
                    <a:pt x="115638" y="179279"/>
                  </a:cubicBezTo>
                  <a:cubicBezTo>
                    <a:pt x="112602" y="180825"/>
                    <a:pt x="114265" y="185084"/>
                    <a:pt x="117017" y="185084"/>
                  </a:cubicBezTo>
                  <a:cubicBezTo>
                    <a:pt x="117458" y="185084"/>
                    <a:pt x="117928" y="184974"/>
                    <a:pt x="118410" y="184726"/>
                  </a:cubicBezTo>
                  <a:cubicBezTo>
                    <a:pt x="122227" y="182769"/>
                    <a:pt x="125750" y="180486"/>
                    <a:pt x="129012" y="177876"/>
                  </a:cubicBezTo>
                  <a:lnTo>
                    <a:pt x="129012" y="205603"/>
                  </a:lnTo>
                  <a:cubicBezTo>
                    <a:pt x="129012" y="207577"/>
                    <a:pt x="130537" y="208563"/>
                    <a:pt x="132062" y="208563"/>
                  </a:cubicBezTo>
                  <a:cubicBezTo>
                    <a:pt x="133587" y="208563"/>
                    <a:pt x="135112" y="207577"/>
                    <a:pt x="135112" y="205603"/>
                  </a:cubicBezTo>
                  <a:lnTo>
                    <a:pt x="135112" y="172233"/>
                  </a:lnTo>
                  <a:cubicBezTo>
                    <a:pt x="141799" y="165154"/>
                    <a:pt x="146692" y="156608"/>
                    <a:pt x="149334" y="147181"/>
                  </a:cubicBezTo>
                  <a:lnTo>
                    <a:pt x="149334" y="205799"/>
                  </a:lnTo>
                  <a:cubicBezTo>
                    <a:pt x="149334" y="207772"/>
                    <a:pt x="150867" y="208759"/>
                    <a:pt x="152400" y="208759"/>
                  </a:cubicBezTo>
                  <a:cubicBezTo>
                    <a:pt x="153933" y="208759"/>
                    <a:pt x="155466" y="207772"/>
                    <a:pt x="155466" y="205799"/>
                  </a:cubicBezTo>
                  <a:lnTo>
                    <a:pt x="155466" y="137591"/>
                  </a:lnTo>
                  <a:cubicBezTo>
                    <a:pt x="156934" y="137900"/>
                    <a:pt x="158435" y="138055"/>
                    <a:pt x="159935" y="138055"/>
                  </a:cubicBezTo>
                  <a:cubicBezTo>
                    <a:pt x="161436" y="138055"/>
                    <a:pt x="162936" y="137900"/>
                    <a:pt x="164404" y="137591"/>
                  </a:cubicBezTo>
                  <a:lnTo>
                    <a:pt x="164404" y="205799"/>
                  </a:lnTo>
                  <a:cubicBezTo>
                    <a:pt x="164404" y="207772"/>
                    <a:pt x="165929" y="208759"/>
                    <a:pt x="167454" y="208759"/>
                  </a:cubicBezTo>
                  <a:cubicBezTo>
                    <a:pt x="168979" y="208759"/>
                    <a:pt x="170504" y="207772"/>
                    <a:pt x="170504" y="205799"/>
                  </a:cubicBezTo>
                  <a:lnTo>
                    <a:pt x="170504" y="135275"/>
                  </a:lnTo>
                  <a:cubicBezTo>
                    <a:pt x="177061" y="131556"/>
                    <a:pt x="181497" y="124543"/>
                    <a:pt x="181497" y="116486"/>
                  </a:cubicBezTo>
                  <a:cubicBezTo>
                    <a:pt x="181497" y="104579"/>
                    <a:pt x="171809" y="94924"/>
                    <a:pt x="159935" y="94924"/>
                  </a:cubicBezTo>
                  <a:cubicBezTo>
                    <a:pt x="156706" y="94924"/>
                    <a:pt x="153574" y="95609"/>
                    <a:pt x="150704" y="96979"/>
                  </a:cubicBezTo>
                  <a:cubicBezTo>
                    <a:pt x="149040" y="93358"/>
                    <a:pt x="145387" y="90846"/>
                    <a:pt x="141146" y="90846"/>
                  </a:cubicBezTo>
                  <a:lnTo>
                    <a:pt x="106602" y="90846"/>
                  </a:lnTo>
                  <a:lnTo>
                    <a:pt x="106602" y="81811"/>
                  </a:lnTo>
                  <a:lnTo>
                    <a:pt x="117301" y="81811"/>
                  </a:lnTo>
                  <a:cubicBezTo>
                    <a:pt x="127739" y="81811"/>
                    <a:pt x="136221" y="73329"/>
                    <a:pt x="136221" y="62891"/>
                  </a:cubicBezTo>
                  <a:lnTo>
                    <a:pt x="136221" y="31772"/>
                  </a:lnTo>
                  <a:cubicBezTo>
                    <a:pt x="136221" y="14516"/>
                    <a:pt x="122357" y="391"/>
                    <a:pt x="105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64"/>
            <p:cNvSpPr/>
            <p:nvPr/>
          </p:nvSpPr>
          <p:spPr>
            <a:xfrm>
              <a:off x="2747400" y="3018150"/>
              <a:ext cx="2105625" cy="548850"/>
            </a:xfrm>
            <a:custGeom>
              <a:rect b="b" l="l" r="r" t="t"/>
              <a:pathLst>
                <a:path extrusionOk="0" h="21954" w="84225">
                  <a:moveTo>
                    <a:pt x="73232" y="6100"/>
                  </a:moveTo>
                  <a:cubicBezTo>
                    <a:pt x="75939" y="6100"/>
                    <a:pt x="78125" y="8286"/>
                    <a:pt x="78125" y="10993"/>
                  </a:cubicBezTo>
                  <a:cubicBezTo>
                    <a:pt x="78125" y="13668"/>
                    <a:pt x="75939" y="15853"/>
                    <a:pt x="73232" y="15853"/>
                  </a:cubicBezTo>
                  <a:lnTo>
                    <a:pt x="10993" y="15853"/>
                  </a:lnTo>
                  <a:cubicBezTo>
                    <a:pt x="8286" y="15853"/>
                    <a:pt x="6100" y="13668"/>
                    <a:pt x="6100" y="10993"/>
                  </a:cubicBezTo>
                  <a:cubicBezTo>
                    <a:pt x="6100" y="8286"/>
                    <a:pt x="8286" y="6100"/>
                    <a:pt x="10993" y="6100"/>
                  </a:cubicBezTo>
                  <a:close/>
                  <a:moveTo>
                    <a:pt x="10993" y="0"/>
                  </a:moveTo>
                  <a:cubicBezTo>
                    <a:pt x="4926" y="0"/>
                    <a:pt x="0" y="4926"/>
                    <a:pt x="0" y="10993"/>
                  </a:cubicBezTo>
                  <a:cubicBezTo>
                    <a:pt x="0" y="17028"/>
                    <a:pt x="4926" y="21953"/>
                    <a:pt x="10993" y="21953"/>
                  </a:cubicBezTo>
                  <a:lnTo>
                    <a:pt x="73232" y="21953"/>
                  </a:lnTo>
                  <a:cubicBezTo>
                    <a:pt x="79299" y="21953"/>
                    <a:pt x="84225" y="17028"/>
                    <a:pt x="84225" y="10993"/>
                  </a:cubicBezTo>
                  <a:cubicBezTo>
                    <a:pt x="84225" y="4926"/>
                    <a:pt x="79299" y="0"/>
                    <a:pt x="73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64"/>
            <p:cNvSpPr/>
            <p:nvPr/>
          </p:nvSpPr>
          <p:spPr>
            <a:xfrm>
              <a:off x="3018950" y="3816500"/>
              <a:ext cx="1562525" cy="549675"/>
            </a:xfrm>
            <a:custGeom>
              <a:rect b="b" l="l" r="r" t="t"/>
              <a:pathLst>
                <a:path extrusionOk="0" h="21987" w="62501">
                  <a:moveTo>
                    <a:pt x="51508" y="6101"/>
                  </a:moveTo>
                  <a:cubicBezTo>
                    <a:pt x="54182" y="6101"/>
                    <a:pt x="56400" y="8286"/>
                    <a:pt x="56400" y="10994"/>
                  </a:cubicBezTo>
                  <a:cubicBezTo>
                    <a:pt x="56400" y="13669"/>
                    <a:pt x="54182" y="15887"/>
                    <a:pt x="51508" y="15887"/>
                  </a:cubicBezTo>
                  <a:lnTo>
                    <a:pt x="10994" y="15887"/>
                  </a:lnTo>
                  <a:cubicBezTo>
                    <a:pt x="8319" y="15887"/>
                    <a:pt x="6101" y="13669"/>
                    <a:pt x="6101" y="10994"/>
                  </a:cubicBezTo>
                  <a:cubicBezTo>
                    <a:pt x="6101" y="8286"/>
                    <a:pt x="8319" y="6101"/>
                    <a:pt x="10994" y="6101"/>
                  </a:cubicBezTo>
                  <a:close/>
                  <a:moveTo>
                    <a:pt x="10994" y="1"/>
                  </a:moveTo>
                  <a:cubicBezTo>
                    <a:pt x="4926" y="1"/>
                    <a:pt x="1" y="4927"/>
                    <a:pt x="1" y="10994"/>
                  </a:cubicBezTo>
                  <a:cubicBezTo>
                    <a:pt x="1" y="17061"/>
                    <a:pt x="4926" y="21987"/>
                    <a:pt x="10994" y="21987"/>
                  </a:cubicBezTo>
                  <a:lnTo>
                    <a:pt x="51508" y="21987"/>
                  </a:lnTo>
                  <a:cubicBezTo>
                    <a:pt x="57575" y="21987"/>
                    <a:pt x="62500" y="17061"/>
                    <a:pt x="62500" y="10994"/>
                  </a:cubicBezTo>
                  <a:cubicBezTo>
                    <a:pt x="62500" y="4927"/>
                    <a:pt x="57575" y="1"/>
                    <a:pt x="515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64"/>
            <p:cNvSpPr/>
            <p:nvPr/>
          </p:nvSpPr>
          <p:spPr>
            <a:xfrm>
              <a:off x="3009975" y="1446675"/>
              <a:ext cx="587200" cy="351500"/>
            </a:xfrm>
            <a:custGeom>
              <a:rect b="b" l="l" r="r" t="t"/>
              <a:pathLst>
                <a:path extrusionOk="0" h="14060" w="23488">
                  <a:moveTo>
                    <a:pt x="3067" y="1"/>
                  </a:moveTo>
                  <a:cubicBezTo>
                    <a:pt x="1371" y="1"/>
                    <a:pt x="1" y="1371"/>
                    <a:pt x="1" y="3067"/>
                  </a:cubicBezTo>
                  <a:cubicBezTo>
                    <a:pt x="1" y="4731"/>
                    <a:pt x="1371" y="6101"/>
                    <a:pt x="3067" y="6101"/>
                  </a:cubicBezTo>
                  <a:lnTo>
                    <a:pt x="17387" y="6101"/>
                  </a:lnTo>
                  <a:lnTo>
                    <a:pt x="17387" y="10994"/>
                  </a:lnTo>
                  <a:cubicBezTo>
                    <a:pt x="17387" y="12690"/>
                    <a:pt x="18757" y="14060"/>
                    <a:pt x="20454" y="14060"/>
                  </a:cubicBezTo>
                  <a:cubicBezTo>
                    <a:pt x="22117" y="14060"/>
                    <a:pt x="23487" y="12690"/>
                    <a:pt x="23487" y="10994"/>
                  </a:cubicBezTo>
                  <a:lnTo>
                    <a:pt x="23487" y="3067"/>
                  </a:lnTo>
                  <a:cubicBezTo>
                    <a:pt x="23487" y="1371"/>
                    <a:pt x="22117" y="1"/>
                    <a:pt x="20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64"/>
            <p:cNvSpPr/>
            <p:nvPr/>
          </p:nvSpPr>
          <p:spPr>
            <a:xfrm>
              <a:off x="4003250" y="1446675"/>
              <a:ext cx="587200" cy="351500"/>
            </a:xfrm>
            <a:custGeom>
              <a:rect b="b" l="l" r="r" t="t"/>
              <a:pathLst>
                <a:path extrusionOk="0" h="14060" w="23488">
                  <a:moveTo>
                    <a:pt x="3035" y="1"/>
                  </a:moveTo>
                  <a:cubicBezTo>
                    <a:pt x="1371" y="1"/>
                    <a:pt x="1" y="1371"/>
                    <a:pt x="1" y="3067"/>
                  </a:cubicBezTo>
                  <a:lnTo>
                    <a:pt x="1" y="10994"/>
                  </a:lnTo>
                  <a:cubicBezTo>
                    <a:pt x="1" y="12690"/>
                    <a:pt x="1371" y="14060"/>
                    <a:pt x="3035" y="14060"/>
                  </a:cubicBezTo>
                  <a:cubicBezTo>
                    <a:pt x="4731" y="14060"/>
                    <a:pt x="6101" y="12690"/>
                    <a:pt x="6101" y="10994"/>
                  </a:cubicBezTo>
                  <a:lnTo>
                    <a:pt x="6101" y="6101"/>
                  </a:lnTo>
                  <a:lnTo>
                    <a:pt x="20421" y="6101"/>
                  </a:lnTo>
                  <a:cubicBezTo>
                    <a:pt x="22117" y="6101"/>
                    <a:pt x="23487" y="4731"/>
                    <a:pt x="23487" y="3067"/>
                  </a:cubicBezTo>
                  <a:cubicBezTo>
                    <a:pt x="23487" y="1371"/>
                    <a:pt x="22117" y="1"/>
                    <a:pt x="204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164"/>
          <p:cNvGrpSpPr/>
          <p:nvPr/>
        </p:nvGrpSpPr>
        <p:grpSpPr>
          <a:xfrm>
            <a:off x="6187908" y="1896314"/>
            <a:ext cx="452505" cy="452453"/>
            <a:chOff x="1190625" y="238725"/>
            <a:chExt cx="5219200" cy="5218600"/>
          </a:xfrm>
        </p:grpSpPr>
        <p:sp>
          <p:nvSpPr>
            <p:cNvPr id="2259" name="Google Shape;2259;p164"/>
            <p:cNvSpPr/>
            <p:nvPr/>
          </p:nvSpPr>
          <p:spPr>
            <a:xfrm>
              <a:off x="3526500" y="945350"/>
              <a:ext cx="547425" cy="221500"/>
            </a:xfrm>
            <a:custGeom>
              <a:rect b="b" l="l" r="r" t="t"/>
              <a:pathLst>
                <a:path extrusionOk="0" h="8860" w="21897">
                  <a:moveTo>
                    <a:pt x="10949" y="1"/>
                  </a:moveTo>
                  <a:cubicBezTo>
                    <a:pt x="7760" y="1"/>
                    <a:pt x="4571" y="1216"/>
                    <a:pt x="2141" y="3646"/>
                  </a:cubicBezTo>
                  <a:cubicBezTo>
                    <a:pt x="1" y="5786"/>
                    <a:pt x="2079" y="8860"/>
                    <a:pt x="4428" y="8860"/>
                  </a:cubicBezTo>
                  <a:cubicBezTo>
                    <a:pt x="5122" y="8860"/>
                    <a:pt x="5840" y="8591"/>
                    <a:pt x="6480" y="7952"/>
                  </a:cubicBezTo>
                  <a:cubicBezTo>
                    <a:pt x="7719" y="6728"/>
                    <a:pt x="9342" y="6117"/>
                    <a:pt x="10961" y="6117"/>
                  </a:cubicBezTo>
                  <a:cubicBezTo>
                    <a:pt x="12580" y="6117"/>
                    <a:pt x="14194" y="6728"/>
                    <a:pt x="15417" y="7952"/>
                  </a:cubicBezTo>
                  <a:cubicBezTo>
                    <a:pt x="16057" y="8591"/>
                    <a:pt x="16775" y="8860"/>
                    <a:pt x="17469" y="8860"/>
                  </a:cubicBezTo>
                  <a:cubicBezTo>
                    <a:pt x="19819" y="8860"/>
                    <a:pt x="21896" y="5786"/>
                    <a:pt x="19756" y="3646"/>
                  </a:cubicBezTo>
                  <a:cubicBezTo>
                    <a:pt x="17326" y="1216"/>
                    <a:pt x="14137" y="1"/>
                    <a:pt x="109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64"/>
            <p:cNvSpPr/>
            <p:nvPr/>
          </p:nvSpPr>
          <p:spPr>
            <a:xfrm>
              <a:off x="3254325" y="606100"/>
              <a:ext cx="1083325" cy="334175"/>
            </a:xfrm>
            <a:custGeom>
              <a:rect b="b" l="l" r="r" t="t"/>
              <a:pathLst>
                <a:path extrusionOk="0" h="13367" w="43333">
                  <a:moveTo>
                    <a:pt x="21836" y="1"/>
                  </a:moveTo>
                  <a:cubicBezTo>
                    <a:pt x="14708" y="1"/>
                    <a:pt x="7581" y="2716"/>
                    <a:pt x="2166" y="8148"/>
                  </a:cubicBezTo>
                  <a:cubicBezTo>
                    <a:pt x="0" y="10288"/>
                    <a:pt x="2072" y="13361"/>
                    <a:pt x="4420" y="13361"/>
                  </a:cubicBezTo>
                  <a:cubicBezTo>
                    <a:pt x="5114" y="13361"/>
                    <a:pt x="5832" y="13093"/>
                    <a:pt x="6472" y="12453"/>
                  </a:cubicBezTo>
                  <a:cubicBezTo>
                    <a:pt x="10712" y="8229"/>
                    <a:pt x="16274" y="6117"/>
                    <a:pt x="21836" y="6117"/>
                  </a:cubicBezTo>
                  <a:cubicBezTo>
                    <a:pt x="27397" y="6117"/>
                    <a:pt x="32959" y="8229"/>
                    <a:pt x="37200" y="12453"/>
                  </a:cubicBezTo>
                  <a:cubicBezTo>
                    <a:pt x="37787" y="13073"/>
                    <a:pt x="38570" y="13367"/>
                    <a:pt x="39352" y="13367"/>
                  </a:cubicBezTo>
                  <a:cubicBezTo>
                    <a:pt x="41929" y="13367"/>
                    <a:pt x="43332" y="9942"/>
                    <a:pt x="41505" y="8148"/>
                  </a:cubicBezTo>
                  <a:cubicBezTo>
                    <a:pt x="36090" y="2716"/>
                    <a:pt x="28963" y="1"/>
                    <a:pt x="218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64"/>
            <p:cNvSpPr/>
            <p:nvPr/>
          </p:nvSpPr>
          <p:spPr>
            <a:xfrm>
              <a:off x="2971325" y="238725"/>
              <a:ext cx="1657775" cy="451050"/>
            </a:xfrm>
            <a:custGeom>
              <a:rect b="b" l="l" r="r" t="t"/>
              <a:pathLst>
                <a:path extrusionOk="0" h="18042" w="66311">
                  <a:moveTo>
                    <a:pt x="33156" y="0"/>
                  </a:moveTo>
                  <a:cubicBezTo>
                    <a:pt x="21934" y="0"/>
                    <a:pt x="10713" y="4266"/>
                    <a:pt x="2167" y="12796"/>
                  </a:cubicBezTo>
                  <a:cubicBezTo>
                    <a:pt x="1" y="14962"/>
                    <a:pt x="2074" y="18042"/>
                    <a:pt x="4423" y="18042"/>
                  </a:cubicBezTo>
                  <a:cubicBezTo>
                    <a:pt x="5116" y="18042"/>
                    <a:pt x="5833" y="17773"/>
                    <a:pt x="6473" y="17134"/>
                  </a:cubicBezTo>
                  <a:cubicBezTo>
                    <a:pt x="13828" y="9778"/>
                    <a:pt x="23492" y="6100"/>
                    <a:pt x="33156" y="6100"/>
                  </a:cubicBezTo>
                  <a:cubicBezTo>
                    <a:pt x="42819" y="6100"/>
                    <a:pt x="52483" y="9778"/>
                    <a:pt x="59839" y="17134"/>
                  </a:cubicBezTo>
                  <a:cubicBezTo>
                    <a:pt x="60478" y="17773"/>
                    <a:pt x="61195" y="18042"/>
                    <a:pt x="61888" y="18042"/>
                  </a:cubicBezTo>
                  <a:cubicBezTo>
                    <a:pt x="64237" y="18042"/>
                    <a:pt x="66310" y="14962"/>
                    <a:pt x="64144" y="12796"/>
                  </a:cubicBezTo>
                  <a:cubicBezTo>
                    <a:pt x="55598" y="4266"/>
                    <a:pt x="44377" y="0"/>
                    <a:pt x="33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64"/>
            <p:cNvSpPr/>
            <p:nvPr/>
          </p:nvSpPr>
          <p:spPr>
            <a:xfrm>
              <a:off x="1190625" y="1605700"/>
              <a:ext cx="5219200" cy="3851625"/>
            </a:xfrm>
            <a:custGeom>
              <a:rect b="b" l="l" r="r" t="t"/>
              <a:pathLst>
                <a:path extrusionOk="0" h="154065" w="208768">
                  <a:moveTo>
                    <a:pt x="28608" y="48245"/>
                  </a:moveTo>
                  <a:lnTo>
                    <a:pt x="26292" y="56987"/>
                  </a:lnTo>
                  <a:lnTo>
                    <a:pt x="15266" y="56987"/>
                  </a:lnTo>
                  <a:cubicBezTo>
                    <a:pt x="12852" y="56987"/>
                    <a:pt x="10895" y="55030"/>
                    <a:pt x="10895" y="52584"/>
                  </a:cubicBezTo>
                  <a:cubicBezTo>
                    <a:pt x="10895" y="50202"/>
                    <a:pt x="12852" y="48245"/>
                    <a:pt x="15266" y="48245"/>
                  </a:cubicBezTo>
                  <a:close/>
                  <a:moveTo>
                    <a:pt x="193632" y="48245"/>
                  </a:moveTo>
                  <a:cubicBezTo>
                    <a:pt x="196045" y="48245"/>
                    <a:pt x="198003" y="50202"/>
                    <a:pt x="198003" y="52616"/>
                  </a:cubicBezTo>
                  <a:cubicBezTo>
                    <a:pt x="198003" y="55030"/>
                    <a:pt x="196045" y="56987"/>
                    <a:pt x="193632" y="56987"/>
                  </a:cubicBezTo>
                  <a:lnTo>
                    <a:pt x="182476" y="56987"/>
                  </a:lnTo>
                  <a:lnTo>
                    <a:pt x="180160" y="48245"/>
                  </a:lnTo>
                  <a:close/>
                  <a:moveTo>
                    <a:pt x="166590" y="20910"/>
                  </a:moveTo>
                  <a:lnTo>
                    <a:pt x="176408" y="58064"/>
                  </a:lnTo>
                  <a:cubicBezTo>
                    <a:pt x="173799" y="57411"/>
                    <a:pt x="171059" y="57053"/>
                    <a:pt x="168253" y="57053"/>
                  </a:cubicBezTo>
                  <a:lnTo>
                    <a:pt x="40514" y="57053"/>
                  </a:lnTo>
                  <a:cubicBezTo>
                    <a:pt x="37709" y="57053"/>
                    <a:pt x="34968" y="57411"/>
                    <a:pt x="32359" y="58064"/>
                  </a:cubicBezTo>
                  <a:lnTo>
                    <a:pt x="42177" y="20910"/>
                  </a:lnTo>
                  <a:close/>
                  <a:moveTo>
                    <a:pt x="168253" y="63185"/>
                  </a:moveTo>
                  <a:cubicBezTo>
                    <a:pt x="183650" y="63185"/>
                    <a:pt x="196208" y="75711"/>
                    <a:pt x="196208" y="91140"/>
                  </a:cubicBezTo>
                  <a:lnTo>
                    <a:pt x="196208" y="109505"/>
                  </a:lnTo>
                  <a:lnTo>
                    <a:pt x="176147" y="109505"/>
                  </a:lnTo>
                  <a:cubicBezTo>
                    <a:pt x="172200" y="109505"/>
                    <a:pt x="172200" y="115605"/>
                    <a:pt x="176147" y="115605"/>
                  </a:cubicBezTo>
                  <a:lnTo>
                    <a:pt x="200351" y="115605"/>
                  </a:lnTo>
                  <a:cubicBezTo>
                    <a:pt x="201623" y="115605"/>
                    <a:pt x="202667" y="116649"/>
                    <a:pt x="202667" y="117889"/>
                  </a:cubicBezTo>
                  <a:lnTo>
                    <a:pt x="202667" y="126827"/>
                  </a:lnTo>
                  <a:cubicBezTo>
                    <a:pt x="202667" y="128099"/>
                    <a:pt x="201623" y="129110"/>
                    <a:pt x="200351" y="129110"/>
                  </a:cubicBezTo>
                  <a:lnTo>
                    <a:pt x="8416" y="129110"/>
                  </a:lnTo>
                  <a:cubicBezTo>
                    <a:pt x="7144" y="129110"/>
                    <a:pt x="6100" y="128099"/>
                    <a:pt x="6100" y="126827"/>
                  </a:cubicBezTo>
                  <a:lnTo>
                    <a:pt x="6100" y="117889"/>
                  </a:lnTo>
                  <a:cubicBezTo>
                    <a:pt x="6100" y="116649"/>
                    <a:pt x="7144" y="115605"/>
                    <a:pt x="8416" y="115605"/>
                  </a:cubicBezTo>
                  <a:lnTo>
                    <a:pt x="160033" y="115605"/>
                  </a:lnTo>
                  <a:cubicBezTo>
                    <a:pt x="163980" y="115605"/>
                    <a:pt x="163980" y="109505"/>
                    <a:pt x="160033" y="109505"/>
                  </a:cubicBezTo>
                  <a:lnTo>
                    <a:pt x="12559" y="109505"/>
                  </a:lnTo>
                  <a:lnTo>
                    <a:pt x="12559" y="91140"/>
                  </a:lnTo>
                  <a:cubicBezTo>
                    <a:pt x="12559" y="75711"/>
                    <a:pt x="25117" y="63185"/>
                    <a:pt x="40514" y="63185"/>
                  </a:cubicBezTo>
                  <a:close/>
                  <a:moveTo>
                    <a:pt x="50757" y="135242"/>
                  </a:moveTo>
                  <a:lnTo>
                    <a:pt x="50757" y="146105"/>
                  </a:lnTo>
                  <a:cubicBezTo>
                    <a:pt x="50757" y="147116"/>
                    <a:pt x="49941" y="147932"/>
                    <a:pt x="48930" y="147932"/>
                  </a:cubicBezTo>
                  <a:lnTo>
                    <a:pt x="25770" y="147932"/>
                  </a:lnTo>
                  <a:cubicBezTo>
                    <a:pt x="24758" y="147932"/>
                    <a:pt x="23910" y="147116"/>
                    <a:pt x="23910" y="146105"/>
                  </a:cubicBezTo>
                  <a:lnTo>
                    <a:pt x="23910" y="135242"/>
                  </a:lnTo>
                  <a:close/>
                  <a:moveTo>
                    <a:pt x="184857" y="135242"/>
                  </a:moveTo>
                  <a:lnTo>
                    <a:pt x="184857" y="146105"/>
                  </a:lnTo>
                  <a:cubicBezTo>
                    <a:pt x="184857" y="147116"/>
                    <a:pt x="184009" y="147932"/>
                    <a:pt x="182997" y="147932"/>
                  </a:cubicBezTo>
                  <a:lnTo>
                    <a:pt x="159837" y="147932"/>
                  </a:lnTo>
                  <a:cubicBezTo>
                    <a:pt x="158826" y="147932"/>
                    <a:pt x="158011" y="147116"/>
                    <a:pt x="158011" y="146105"/>
                  </a:cubicBezTo>
                  <a:lnTo>
                    <a:pt x="158011" y="135242"/>
                  </a:lnTo>
                  <a:close/>
                  <a:moveTo>
                    <a:pt x="59075" y="1"/>
                  </a:moveTo>
                  <a:cubicBezTo>
                    <a:pt x="48734" y="1"/>
                    <a:pt x="39633" y="6949"/>
                    <a:pt x="36926" y="16930"/>
                  </a:cubicBezTo>
                  <a:cubicBezTo>
                    <a:pt x="36926" y="16963"/>
                    <a:pt x="36926" y="16963"/>
                    <a:pt x="36893" y="16995"/>
                  </a:cubicBezTo>
                  <a:cubicBezTo>
                    <a:pt x="36893" y="17028"/>
                    <a:pt x="36893" y="17061"/>
                    <a:pt x="36893" y="17093"/>
                  </a:cubicBezTo>
                  <a:lnTo>
                    <a:pt x="30239" y="42113"/>
                  </a:lnTo>
                  <a:lnTo>
                    <a:pt x="15266" y="42113"/>
                  </a:lnTo>
                  <a:cubicBezTo>
                    <a:pt x="9492" y="42113"/>
                    <a:pt x="4795" y="46810"/>
                    <a:pt x="4795" y="52616"/>
                  </a:cubicBezTo>
                  <a:cubicBezTo>
                    <a:pt x="4795" y="58390"/>
                    <a:pt x="9492" y="63087"/>
                    <a:pt x="15266" y="63087"/>
                  </a:cubicBezTo>
                  <a:lnTo>
                    <a:pt x="21170" y="63087"/>
                  </a:lnTo>
                  <a:cubicBezTo>
                    <a:pt x="12298" y="69252"/>
                    <a:pt x="6426" y="79528"/>
                    <a:pt x="6426" y="91140"/>
                  </a:cubicBezTo>
                  <a:lnTo>
                    <a:pt x="6426" y="109734"/>
                  </a:lnTo>
                  <a:cubicBezTo>
                    <a:pt x="2740" y="110614"/>
                    <a:pt x="0" y="113942"/>
                    <a:pt x="0" y="117889"/>
                  </a:cubicBezTo>
                  <a:lnTo>
                    <a:pt x="0" y="126827"/>
                  </a:lnTo>
                  <a:cubicBezTo>
                    <a:pt x="0" y="131459"/>
                    <a:pt x="3784" y="135242"/>
                    <a:pt x="8416" y="135242"/>
                  </a:cubicBezTo>
                  <a:lnTo>
                    <a:pt x="17810" y="135242"/>
                  </a:lnTo>
                  <a:lnTo>
                    <a:pt x="17810" y="146105"/>
                  </a:lnTo>
                  <a:cubicBezTo>
                    <a:pt x="17810" y="150476"/>
                    <a:pt x="21366" y="154064"/>
                    <a:pt x="25770" y="154064"/>
                  </a:cubicBezTo>
                  <a:lnTo>
                    <a:pt x="48930" y="154064"/>
                  </a:lnTo>
                  <a:cubicBezTo>
                    <a:pt x="53333" y="154064"/>
                    <a:pt x="56889" y="150476"/>
                    <a:pt x="56889" y="146105"/>
                  </a:cubicBezTo>
                  <a:lnTo>
                    <a:pt x="56889" y="135242"/>
                  </a:lnTo>
                  <a:lnTo>
                    <a:pt x="151878" y="135242"/>
                  </a:lnTo>
                  <a:lnTo>
                    <a:pt x="151878" y="146105"/>
                  </a:lnTo>
                  <a:cubicBezTo>
                    <a:pt x="151878" y="150476"/>
                    <a:pt x="155434" y="154064"/>
                    <a:pt x="159837" y="154064"/>
                  </a:cubicBezTo>
                  <a:lnTo>
                    <a:pt x="182997" y="154064"/>
                  </a:lnTo>
                  <a:cubicBezTo>
                    <a:pt x="187401" y="154064"/>
                    <a:pt x="190957" y="150476"/>
                    <a:pt x="190957" y="146105"/>
                  </a:cubicBezTo>
                  <a:lnTo>
                    <a:pt x="190957" y="135242"/>
                  </a:lnTo>
                  <a:lnTo>
                    <a:pt x="200351" y="135242"/>
                  </a:lnTo>
                  <a:cubicBezTo>
                    <a:pt x="204983" y="135242"/>
                    <a:pt x="208767" y="131459"/>
                    <a:pt x="208767" y="126827"/>
                  </a:cubicBezTo>
                  <a:lnTo>
                    <a:pt x="208767" y="117889"/>
                  </a:lnTo>
                  <a:cubicBezTo>
                    <a:pt x="208767" y="113942"/>
                    <a:pt x="206027" y="110614"/>
                    <a:pt x="202341" y="109734"/>
                  </a:cubicBezTo>
                  <a:lnTo>
                    <a:pt x="202341" y="91140"/>
                  </a:lnTo>
                  <a:cubicBezTo>
                    <a:pt x="202341" y="79528"/>
                    <a:pt x="196469" y="69252"/>
                    <a:pt x="187597" y="63087"/>
                  </a:cubicBezTo>
                  <a:lnTo>
                    <a:pt x="193632" y="63087"/>
                  </a:lnTo>
                  <a:cubicBezTo>
                    <a:pt x="199438" y="63087"/>
                    <a:pt x="204135" y="58390"/>
                    <a:pt x="204135" y="52584"/>
                  </a:cubicBezTo>
                  <a:cubicBezTo>
                    <a:pt x="204135" y="46810"/>
                    <a:pt x="199438" y="42113"/>
                    <a:pt x="193632" y="42113"/>
                  </a:cubicBezTo>
                  <a:lnTo>
                    <a:pt x="178529" y="42113"/>
                  </a:lnTo>
                  <a:lnTo>
                    <a:pt x="171874" y="17093"/>
                  </a:lnTo>
                  <a:cubicBezTo>
                    <a:pt x="171874" y="17028"/>
                    <a:pt x="171874" y="16995"/>
                    <a:pt x="171874" y="16963"/>
                  </a:cubicBezTo>
                  <a:cubicBezTo>
                    <a:pt x="171841" y="16963"/>
                    <a:pt x="171841" y="16963"/>
                    <a:pt x="171841" y="16930"/>
                  </a:cubicBezTo>
                  <a:cubicBezTo>
                    <a:pt x="169134" y="6949"/>
                    <a:pt x="160033" y="1"/>
                    <a:pt x="149693" y="1"/>
                  </a:cubicBezTo>
                  <a:lnTo>
                    <a:pt x="83866" y="1"/>
                  </a:lnTo>
                  <a:cubicBezTo>
                    <a:pt x="79919" y="1"/>
                    <a:pt x="79919" y="6100"/>
                    <a:pt x="83866" y="6100"/>
                  </a:cubicBezTo>
                  <a:lnTo>
                    <a:pt x="149693" y="6100"/>
                  </a:lnTo>
                  <a:cubicBezTo>
                    <a:pt x="155923" y="6100"/>
                    <a:pt x="161501" y="9526"/>
                    <a:pt x="164437" y="14810"/>
                  </a:cubicBezTo>
                  <a:lnTo>
                    <a:pt x="44330" y="14810"/>
                  </a:lnTo>
                  <a:cubicBezTo>
                    <a:pt x="47266" y="9526"/>
                    <a:pt x="52844" y="6100"/>
                    <a:pt x="59075" y="6100"/>
                  </a:cubicBezTo>
                  <a:lnTo>
                    <a:pt x="67817" y="6100"/>
                  </a:lnTo>
                  <a:cubicBezTo>
                    <a:pt x="71764" y="6100"/>
                    <a:pt x="71764" y="1"/>
                    <a:pt x="678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64"/>
            <p:cNvSpPr/>
            <p:nvPr/>
          </p:nvSpPr>
          <p:spPr>
            <a:xfrm>
              <a:off x="1842200" y="3448725"/>
              <a:ext cx="752725" cy="756000"/>
            </a:xfrm>
            <a:custGeom>
              <a:rect b="b" l="l" r="r" t="t"/>
              <a:pathLst>
                <a:path extrusionOk="0" h="30240" w="30109">
                  <a:moveTo>
                    <a:pt x="15071" y="6100"/>
                  </a:moveTo>
                  <a:cubicBezTo>
                    <a:pt x="19996" y="6100"/>
                    <a:pt x="24008" y="10145"/>
                    <a:pt x="24008" y="15103"/>
                  </a:cubicBezTo>
                  <a:cubicBezTo>
                    <a:pt x="24008" y="20094"/>
                    <a:pt x="19996" y="24139"/>
                    <a:pt x="15071" y="24139"/>
                  </a:cubicBezTo>
                  <a:cubicBezTo>
                    <a:pt x="10112" y="24139"/>
                    <a:pt x="6100" y="20094"/>
                    <a:pt x="6100" y="15103"/>
                  </a:cubicBezTo>
                  <a:cubicBezTo>
                    <a:pt x="6100" y="10145"/>
                    <a:pt x="10112" y="6100"/>
                    <a:pt x="15071" y="6100"/>
                  </a:cubicBezTo>
                  <a:close/>
                  <a:moveTo>
                    <a:pt x="15071" y="0"/>
                  </a:moveTo>
                  <a:cubicBezTo>
                    <a:pt x="6753" y="0"/>
                    <a:pt x="0" y="6785"/>
                    <a:pt x="0" y="15103"/>
                  </a:cubicBezTo>
                  <a:cubicBezTo>
                    <a:pt x="0" y="23454"/>
                    <a:pt x="6753" y="30239"/>
                    <a:pt x="15071" y="30239"/>
                  </a:cubicBezTo>
                  <a:cubicBezTo>
                    <a:pt x="23356" y="30239"/>
                    <a:pt x="30108" y="23454"/>
                    <a:pt x="30108" y="15103"/>
                  </a:cubicBezTo>
                  <a:cubicBezTo>
                    <a:pt x="30108" y="6785"/>
                    <a:pt x="23356" y="0"/>
                    <a:pt x="150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64"/>
            <p:cNvSpPr/>
            <p:nvPr/>
          </p:nvSpPr>
          <p:spPr>
            <a:xfrm>
              <a:off x="5005500" y="3448725"/>
              <a:ext cx="752725" cy="756000"/>
            </a:xfrm>
            <a:custGeom>
              <a:rect b="b" l="l" r="r" t="t"/>
              <a:pathLst>
                <a:path extrusionOk="0" h="30240" w="30109">
                  <a:moveTo>
                    <a:pt x="15038" y="6100"/>
                  </a:moveTo>
                  <a:cubicBezTo>
                    <a:pt x="19997" y="6100"/>
                    <a:pt x="24009" y="10145"/>
                    <a:pt x="24009" y="15103"/>
                  </a:cubicBezTo>
                  <a:cubicBezTo>
                    <a:pt x="24009" y="20094"/>
                    <a:pt x="19997" y="24139"/>
                    <a:pt x="15038" y="24139"/>
                  </a:cubicBezTo>
                  <a:cubicBezTo>
                    <a:pt x="10113" y="24139"/>
                    <a:pt x="6101" y="20094"/>
                    <a:pt x="6101" y="15103"/>
                  </a:cubicBezTo>
                  <a:cubicBezTo>
                    <a:pt x="6101" y="10145"/>
                    <a:pt x="10113" y="6100"/>
                    <a:pt x="15038" y="6100"/>
                  </a:cubicBezTo>
                  <a:close/>
                  <a:moveTo>
                    <a:pt x="15038" y="0"/>
                  </a:moveTo>
                  <a:cubicBezTo>
                    <a:pt x="6753" y="0"/>
                    <a:pt x="1" y="6785"/>
                    <a:pt x="1" y="15103"/>
                  </a:cubicBezTo>
                  <a:cubicBezTo>
                    <a:pt x="1" y="23454"/>
                    <a:pt x="6753" y="30239"/>
                    <a:pt x="15038" y="30239"/>
                  </a:cubicBezTo>
                  <a:cubicBezTo>
                    <a:pt x="23357" y="30239"/>
                    <a:pt x="30109" y="23454"/>
                    <a:pt x="30109" y="15103"/>
                  </a:cubicBezTo>
                  <a:cubicBezTo>
                    <a:pt x="30109" y="6785"/>
                    <a:pt x="23357" y="0"/>
                    <a:pt x="150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64"/>
            <p:cNvSpPr/>
            <p:nvPr/>
          </p:nvSpPr>
          <p:spPr>
            <a:xfrm>
              <a:off x="2894175" y="3615900"/>
              <a:ext cx="1812075" cy="499925"/>
            </a:xfrm>
            <a:custGeom>
              <a:rect b="b" l="l" r="r" t="t"/>
              <a:pathLst>
                <a:path extrusionOk="0" h="19997" w="72483">
                  <a:moveTo>
                    <a:pt x="66382" y="6100"/>
                  </a:moveTo>
                  <a:lnTo>
                    <a:pt x="66382" y="13897"/>
                  </a:lnTo>
                  <a:lnTo>
                    <a:pt x="6101" y="13897"/>
                  </a:lnTo>
                  <a:lnTo>
                    <a:pt x="6101" y="6100"/>
                  </a:lnTo>
                  <a:close/>
                  <a:moveTo>
                    <a:pt x="3035" y="0"/>
                  </a:moveTo>
                  <a:cubicBezTo>
                    <a:pt x="1371" y="0"/>
                    <a:pt x="1" y="1371"/>
                    <a:pt x="1" y="3034"/>
                  </a:cubicBezTo>
                  <a:lnTo>
                    <a:pt x="1" y="16930"/>
                  </a:lnTo>
                  <a:cubicBezTo>
                    <a:pt x="1" y="18626"/>
                    <a:pt x="1371" y="19996"/>
                    <a:pt x="3035" y="19996"/>
                  </a:cubicBezTo>
                  <a:lnTo>
                    <a:pt x="69449" y="19996"/>
                  </a:lnTo>
                  <a:cubicBezTo>
                    <a:pt x="71112" y="19996"/>
                    <a:pt x="72482" y="18626"/>
                    <a:pt x="72482" y="16930"/>
                  </a:cubicBezTo>
                  <a:lnTo>
                    <a:pt x="72482" y="3034"/>
                  </a:lnTo>
                  <a:cubicBezTo>
                    <a:pt x="72482" y="1371"/>
                    <a:pt x="71112" y="0"/>
                    <a:pt x="694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164"/>
          <p:cNvGrpSpPr/>
          <p:nvPr/>
        </p:nvGrpSpPr>
        <p:grpSpPr>
          <a:xfrm>
            <a:off x="6982346" y="1891062"/>
            <a:ext cx="462943" cy="462943"/>
            <a:chOff x="1190625" y="238125"/>
            <a:chExt cx="5219200" cy="5219200"/>
          </a:xfrm>
        </p:grpSpPr>
        <p:sp>
          <p:nvSpPr>
            <p:cNvPr id="2267" name="Google Shape;2267;p164"/>
            <p:cNvSpPr/>
            <p:nvPr/>
          </p:nvSpPr>
          <p:spPr>
            <a:xfrm>
              <a:off x="3739050" y="4708325"/>
              <a:ext cx="1168550" cy="446450"/>
            </a:xfrm>
            <a:custGeom>
              <a:rect b="b" l="l" r="r" t="t"/>
              <a:pathLst>
                <a:path extrusionOk="0" h="17858" w="46742">
                  <a:moveTo>
                    <a:pt x="3169" y="1"/>
                  </a:moveTo>
                  <a:cubicBezTo>
                    <a:pt x="1604" y="1"/>
                    <a:pt x="48" y="948"/>
                    <a:pt x="0" y="2885"/>
                  </a:cubicBezTo>
                  <a:lnTo>
                    <a:pt x="0" y="14726"/>
                  </a:lnTo>
                  <a:cubicBezTo>
                    <a:pt x="163" y="16585"/>
                    <a:pt x="1142" y="17629"/>
                    <a:pt x="3034" y="17857"/>
                  </a:cubicBezTo>
                  <a:lnTo>
                    <a:pt x="42569" y="17857"/>
                  </a:lnTo>
                  <a:cubicBezTo>
                    <a:pt x="42580" y="17857"/>
                    <a:pt x="42591" y="17857"/>
                    <a:pt x="42603" y="17857"/>
                  </a:cubicBezTo>
                  <a:cubicBezTo>
                    <a:pt x="46742" y="17857"/>
                    <a:pt x="46245" y="11855"/>
                    <a:pt x="42667" y="11790"/>
                  </a:cubicBezTo>
                  <a:lnTo>
                    <a:pt x="6394" y="11790"/>
                  </a:lnTo>
                  <a:lnTo>
                    <a:pt x="6394" y="3015"/>
                  </a:lnTo>
                  <a:cubicBezTo>
                    <a:pt x="6427" y="1021"/>
                    <a:pt x="4793" y="1"/>
                    <a:pt x="3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64"/>
            <p:cNvSpPr/>
            <p:nvPr/>
          </p:nvSpPr>
          <p:spPr>
            <a:xfrm>
              <a:off x="1657900" y="1315375"/>
              <a:ext cx="4284625" cy="3064675"/>
            </a:xfrm>
            <a:custGeom>
              <a:rect b="b" l="l" r="r" t="t"/>
              <a:pathLst>
                <a:path extrusionOk="0" h="122587" w="171385">
                  <a:moveTo>
                    <a:pt x="85693" y="6133"/>
                  </a:moveTo>
                  <a:cubicBezTo>
                    <a:pt x="98382" y="6133"/>
                    <a:pt x="131295" y="11026"/>
                    <a:pt x="162839" y="56368"/>
                  </a:cubicBezTo>
                  <a:cubicBezTo>
                    <a:pt x="164894" y="59304"/>
                    <a:pt x="164894" y="63316"/>
                    <a:pt x="162871" y="66252"/>
                  </a:cubicBezTo>
                  <a:cubicBezTo>
                    <a:pt x="131687" y="111561"/>
                    <a:pt x="98512" y="116454"/>
                    <a:pt x="85693" y="116454"/>
                  </a:cubicBezTo>
                  <a:cubicBezTo>
                    <a:pt x="73003" y="116454"/>
                    <a:pt x="40090" y="111561"/>
                    <a:pt x="8547" y="66219"/>
                  </a:cubicBezTo>
                  <a:cubicBezTo>
                    <a:pt x="6492" y="63283"/>
                    <a:pt x="6492" y="59271"/>
                    <a:pt x="8514" y="56335"/>
                  </a:cubicBezTo>
                  <a:cubicBezTo>
                    <a:pt x="39731" y="11026"/>
                    <a:pt x="72873" y="6133"/>
                    <a:pt x="85693" y="6133"/>
                  </a:cubicBezTo>
                  <a:close/>
                  <a:moveTo>
                    <a:pt x="85693" y="1"/>
                  </a:moveTo>
                  <a:cubicBezTo>
                    <a:pt x="44331" y="1"/>
                    <a:pt x="14418" y="36959"/>
                    <a:pt x="3491" y="52845"/>
                  </a:cubicBezTo>
                  <a:cubicBezTo>
                    <a:pt x="0" y="57901"/>
                    <a:pt x="33" y="64686"/>
                    <a:pt x="3523" y="69709"/>
                  </a:cubicBezTo>
                  <a:cubicBezTo>
                    <a:pt x="14581" y="85595"/>
                    <a:pt x="44722" y="122586"/>
                    <a:pt x="85693" y="122586"/>
                  </a:cubicBezTo>
                  <a:cubicBezTo>
                    <a:pt x="127055" y="122586"/>
                    <a:pt x="156967" y="85628"/>
                    <a:pt x="167895" y="69742"/>
                  </a:cubicBezTo>
                  <a:cubicBezTo>
                    <a:pt x="171385" y="64686"/>
                    <a:pt x="171352" y="57901"/>
                    <a:pt x="167862" y="52878"/>
                  </a:cubicBezTo>
                  <a:cubicBezTo>
                    <a:pt x="156804" y="36992"/>
                    <a:pt x="126663" y="1"/>
                    <a:pt x="856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64"/>
            <p:cNvSpPr/>
            <p:nvPr/>
          </p:nvSpPr>
          <p:spPr>
            <a:xfrm>
              <a:off x="2705000" y="1752500"/>
              <a:ext cx="2190450" cy="2190450"/>
            </a:xfrm>
            <a:custGeom>
              <a:rect b="b" l="l" r="r" t="t"/>
              <a:pathLst>
                <a:path extrusionOk="0" h="87618" w="87618">
                  <a:moveTo>
                    <a:pt x="43809" y="0"/>
                  </a:moveTo>
                  <a:cubicBezTo>
                    <a:pt x="37056" y="0"/>
                    <a:pt x="30598" y="1501"/>
                    <a:pt x="24563" y="4436"/>
                  </a:cubicBezTo>
                  <a:cubicBezTo>
                    <a:pt x="23062" y="5187"/>
                    <a:pt x="22443" y="7013"/>
                    <a:pt x="23160" y="8514"/>
                  </a:cubicBezTo>
                  <a:cubicBezTo>
                    <a:pt x="23695" y="9606"/>
                    <a:pt x="24775" y="10235"/>
                    <a:pt x="25907" y="10235"/>
                  </a:cubicBezTo>
                  <a:cubicBezTo>
                    <a:pt x="26364" y="10235"/>
                    <a:pt x="26829" y="10132"/>
                    <a:pt x="27270" y="9917"/>
                  </a:cubicBezTo>
                  <a:cubicBezTo>
                    <a:pt x="32424" y="7405"/>
                    <a:pt x="38002" y="6100"/>
                    <a:pt x="43809" y="6100"/>
                  </a:cubicBezTo>
                  <a:cubicBezTo>
                    <a:pt x="64587" y="6100"/>
                    <a:pt x="81517" y="23030"/>
                    <a:pt x="81517" y="43809"/>
                  </a:cubicBezTo>
                  <a:cubicBezTo>
                    <a:pt x="81517" y="64587"/>
                    <a:pt x="64587" y="81517"/>
                    <a:pt x="43809" y="81517"/>
                  </a:cubicBezTo>
                  <a:cubicBezTo>
                    <a:pt x="23030" y="81517"/>
                    <a:pt x="6100" y="64587"/>
                    <a:pt x="6100" y="43809"/>
                  </a:cubicBezTo>
                  <a:cubicBezTo>
                    <a:pt x="6100" y="34675"/>
                    <a:pt x="9427" y="25868"/>
                    <a:pt x="15397" y="19017"/>
                  </a:cubicBezTo>
                  <a:cubicBezTo>
                    <a:pt x="16538" y="17745"/>
                    <a:pt x="16408" y="15821"/>
                    <a:pt x="15136" y="14712"/>
                  </a:cubicBezTo>
                  <a:cubicBezTo>
                    <a:pt x="14556" y="14206"/>
                    <a:pt x="13834" y="13958"/>
                    <a:pt x="13116" y="13958"/>
                  </a:cubicBezTo>
                  <a:cubicBezTo>
                    <a:pt x="12256" y="13958"/>
                    <a:pt x="11401" y="14313"/>
                    <a:pt x="10797" y="15005"/>
                  </a:cubicBezTo>
                  <a:cubicBezTo>
                    <a:pt x="3849" y="22964"/>
                    <a:pt x="0" y="33207"/>
                    <a:pt x="0" y="43809"/>
                  </a:cubicBezTo>
                  <a:cubicBezTo>
                    <a:pt x="0" y="67980"/>
                    <a:pt x="19637" y="87617"/>
                    <a:pt x="43809" y="87617"/>
                  </a:cubicBezTo>
                  <a:cubicBezTo>
                    <a:pt x="67980" y="87617"/>
                    <a:pt x="87617" y="67980"/>
                    <a:pt x="87617" y="43809"/>
                  </a:cubicBezTo>
                  <a:cubicBezTo>
                    <a:pt x="87617" y="19637"/>
                    <a:pt x="67980" y="0"/>
                    <a:pt x="438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64"/>
            <p:cNvSpPr/>
            <p:nvPr/>
          </p:nvSpPr>
          <p:spPr>
            <a:xfrm>
              <a:off x="3305200" y="2273600"/>
              <a:ext cx="990025" cy="1069125"/>
            </a:xfrm>
            <a:custGeom>
              <a:rect b="b" l="l" r="r" t="t"/>
              <a:pathLst>
                <a:path extrusionOk="0" h="42765" w="39601">
                  <a:moveTo>
                    <a:pt x="29097" y="6133"/>
                  </a:moveTo>
                  <a:cubicBezTo>
                    <a:pt x="30598" y="6133"/>
                    <a:pt x="31805" y="7340"/>
                    <a:pt x="31805" y="8840"/>
                  </a:cubicBezTo>
                  <a:cubicBezTo>
                    <a:pt x="31805" y="10308"/>
                    <a:pt x="30598" y="11548"/>
                    <a:pt x="29097" y="11548"/>
                  </a:cubicBezTo>
                  <a:cubicBezTo>
                    <a:pt x="27597" y="11548"/>
                    <a:pt x="26390" y="10308"/>
                    <a:pt x="26390" y="8840"/>
                  </a:cubicBezTo>
                  <a:cubicBezTo>
                    <a:pt x="26390" y="7340"/>
                    <a:pt x="27597" y="6133"/>
                    <a:pt x="29097" y="6133"/>
                  </a:cubicBezTo>
                  <a:close/>
                  <a:moveTo>
                    <a:pt x="20290" y="9297"/>
                  </a:moveTo>
                  <a:cubicBezTo>
                    <a:pt x="20551" y="13961"/>
                    <a:pt x="24400" y="17648"/>
                    <a:pt x="29097" y="17648"/>
                  </a:cubicBezTo>
                  <a:cubicBezTo>
                    <a:pt x="30174" y="17648"/>
                    <a:pt x="31185" y="17452"/>
                    <a:pt x="32131" y="17093"/>
                  </a:cubicBezTo>
                  <a:cubicBezTo>
                    <a:pt x="33012" y="18920"/>
                    <a:pt x="33468" y="20910"/>
                    <a:pt x="33468" y="22965"/>
                  </a:cubicBezTo>
                  <a:cubicBezTo>
                    <a:pt x="33468" y="30500"/>
                    <a:pt x="27336" y="36632"/>
                    <a:pt x="19801" y="36632"/>
                  </a:cubicBezTo>
                  <a:cubicBezTo>
                    <a:pt x="12265" y="36632"/>
                    <a:pt x="6133" y="30500"/>
                    <a:pt x="6133" y="22965"/>
                  </a:cubicBezTo>
                  <a:cubicBezTo>
                    <a:pt x="6133" y="15429"/>
                    <a:pt x="12265" y="9297"/>
                    <a:pt x="19801" y="9297"/>
                  </a:cubicBezTo>
                  <a:close/>
                  <a:moveTo>
                    <a:pt x="29097" y="0"/>
                  </a:moveTo>
                  <a:cubicBezTo>
                    <a:pt x="26325" y="0"/>
                    <a:pt x="23813" y="1305"/>
                    <a:pt x="22214" y="3327"/>
                  </a:cubicBezTo>
                  <a:cubicBezTo>
                    <a:pt x="21399" y="3230"/>
                    <a:pt x="20616" y="3164"/>
                    <a:pt x="19801" y="3164"/>
                  </a:cubicBezTo>
                  <a:cubicBezTo>
                    <a:pt x="8906" y="3164"/>
                    <a:pt x="0" y="12070"/>
                    <a:pt x="0" y="22965"/>
                  </a:cubicBezTo>
                  <a:cubicBezTo>
                    <a:pt x="0" y="33860"/>
                    <a:pt x="8906" y="42765"/>
                    <a:pt x="19801" y="42765"/>
                  </a:cubicBezTo>
                  <a:cubicBezTo>
                    <a:pt x="30696" y="42765"/>
                    <a:pt x="39601" y="33860"/>
                    <a:pt x="39601" y="22965"/>
                  </a:cubicBezTo>
                  <a:cubicBezTo>
                    <a:pt x="39601" y="19409"/>
                    <a:pt x="38655" y="15984"/>
                    <a:pt x="36861" y="12983"/>
                  </a:cubicBezTo>
                  <a:cubicBezTo>
                    <a:pt x="37546" y="11743"/>
                    <a:pt x="37905" y="10341"/>
                    <a:pt x="37905" y="8840"/>
                  </a:cubicBezTo>
                  <a:cubicBezTo>
                    <a:pt x="37905" y="3980"/>
                    <a:pt x="33958" y="0"/>
                    <a:pt x="29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64"/>
            <p:cNvSpPr/>
            <p:nvPr/>
          </p:nvSpPr>
          <p:spPr>
            <a:xfrm>
              <a:off x="2072975" y="1143325"/>
              <a:ext cx="680975" cy="680150"/>
            </a:xfrm>
            <a:custGeom>
              <a:rect b="b" l="l" r="r" t="t"/>
              <a:pathLst>
                <a:path extrusionOk="0" h="27206" w="27239">
                  <a:moveTo>
                    <a:pt x="3067" y="0"/>
                  </a:moveTo>
                  <a:cubicBezTo>
                    <a:pt x="1371" y="0"/>
                    <a:pt x="1" y="1370"/>
                    <a:pt x="1" y="3034"/>
                  </a:cubicBezTo>
                  <a:lnTo>
                    <a:pt x="1" y="24171"/>
                  </a:lnTo>
                  <a:cubicBezTo>
                    <a:pt x="1" y="25835"/>
                    <a:pt x="1371" y="27205"/>
                    <a:pt x="3067" y="27205"/>
                  </a:cubicBezTo>
                  <a:cubicBezTo>
                    <a:pt x="4763" y="27205"/>
                    <a:pt x="6133" y="25835"/>
                    <a:pt x="6133" y="24171"/>
                  </a:cubicBezTo>
                  <a:lnTo>
                    <a:pt x="6133" y="6100"/>
                  </a:lnTo>
                  <a:lnTo>
                    <a:pt x="24172" y="6100"/>
                  </a:lnTo>
                  <a:cubicBezTo>
                    <a:pt x="25868" y="6100"/>
                    <a:pt x="27238" y="4730"/>
                    <a:pt x="27238" y="3034"/>
                  </a:cubicBezTo>
                  <a:cubicBezTo>
                    <a:pt x="27238" y="1370"/>
                    <a:pt x="25868" y="0"/>
                    <a:pt x="24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64"/>
            <p:cNvSpPr/>
            <p:nvPr/>
          </p:nvSpPr>
          <p:spPr>
            <a:xfrm>
              <a:off x="4846475" y="1143325"/>
              <a:ext cx="680975" cy="680150"/>
            </a:xfrm>
            <a:custGeom>
              <a:rect b="b" l="l" r="r" t="t"/>
              <a:pathLst>
                <a:path extrusionOk="0" h="27206" w="27239">
                  <a:moveTo>
                    <a:pt x="3067" y="0"/>
                  </a:moveTo>
                  <a:cubicBezTo>
                    <a:pt x="1371" y="0"/>
                    <a:pt x="1" y="1370"/>
                    <a:pt x="1" y="3034"/>
                  </a:cubicBezTo>
                  <a:cubicBezTo>
                    <a:pt x="1" y="4730"/>
                    <a:pt x="1371" y="6100"/>
                    <a:pt x="3067" y="6100"/>
                  </a:cubicBezTo>
                  <a:lnTo>
                    <a:pt x="21106" y="6100"/>
                  </a:lnTo>
                  <a:lnTo>
                    <a:pt x="21106" y="24171"/>
                  </a:lnTo>
                  <a:cubicBezTo>
                    <a:pt x="21106" y="25835"/>
                    <a:pt x="22476" y="27205"/>
                    <a:pt x="24172" y="27205"/>
                  </a:cubicBezTo>
                  <a:cubicBezTo>
                    <a:pt x="25868" y="27205"/>
                    <a:pt x="27238" y="25835"/>
                    <a:pt x="27238" y="24171"/>
                  </a:cubicBezTo>
                  <a:lnTo>
                    <a:pt x="27238" y="3034"/>
                  </a:lnTo>
                  <a:cubicBezTo>
                    <a:pt x="27238" y="1370"/>
                    <a:pt x="25868" y="0"/>
                    <a:pt x="24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64"/>
            <p:cNvSpPr/>
            <p:nvPr/>
          </p:nvSpPr>
          <p:spPr>
            <a:xfrm>
              <a:off x="4846475" y="3871975"/>
              <a:ext cx="680975" cy="680150"/>
            </a:xfrm>
            <a:custGeom>
              <a:rect b="b" l="l" r="r" t="t"/>
              <a:pathLst>
                <a:path extrusionOk="0" h="27206" w="27239">
                  <a:moveTo>
                    <a:pt x="24172" y="0"/>
                  </a:moveTo>
                  <a:cubicBezTo>
                    <a:pt x="22476" y="0"/>
                    <a:pt x="21106" y="1370"/>
                    <a:pt x="21106" y="3034"/>
                  </a:cubicBezTo>
                  <a:lnTo>
                    <a:pt x="21106" y="21105"/>
                  </a:lnTo>
                  <a:lnTo>
                    <a:pt x="3067" y="21105"/>
                  </a:lnTo>
                  <a:cubicBezTo>
                    <a:pt x="1371" y="21105"/>
                    <a:pt x="1" y="22475"/>
                    <a:pt x="1" y="24171"/>
                  </a:cubicBezTo>
                  <a:cubicBezTo>
                    <a:pt x="1" y="25835"/>
                    <a:pt x="1371" y="27205"/>
                    <a:pt x="3067" y="27205"/>
                  </a:cubicBezTo>
                  <a:lnTo>
                    <a:pt x="24172" y="27205"/>
                  </a:lnTo>
                  <a:cubicBezTo>
                    <a:pt x="25868" y="27205"/>
                    <a:pt x="27238" y="25835"/>
                    <a:pt x="27238" y="24171"/>
                  </a:cubicBezTo>
                  <a:lnTo>
                    <a:pt x="27238" y="3034"/>
                  </a:lnTo>
                  <a:cubicBezTo>
                    <a:pt x="27238" y="1370"/>
                    <a:pt x="25868" y="0"/>
                    <a:pt x="24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64"/>
            <p:cNvSpPr/>
            <p:nvPr/>
          </p:nvSpPr>
          <p:spPr>
            <a:xfrm>
              <a:off x="2072975" y="3871975"/>
              <a:ext cx="680975" cy="680150"/>
            </a:xfrm>
            <a:custGeom>
              <a:rect b="b" l="l" r="r" t="t"/>
              <a:pathLst>
                <a:path extrusionOk="0" h="27206" w="27239">
                  <a:moveTo>
                    <a:pt x="3067" y="0"/>
                  </a:moveTo>
                  <a:cubicBezTo>
                    <a:pt x="1371" y="0"/>
                    <a:pt x="1" y="1370"/>
                    <a:pt x="1" y="3034"/>
                  </a:cubicBezTo>
                  <a:lnTo>
                    <a:pt x="1" y="24171"/>
                  </a:lnTo>
                  <a:cubicBezTo>
                    <a:pt x="1" y="25835"/>
                    <a:pt x="1371" y="27205"/>
                    <a:pt x="3067" y="27205"/>
                  </a:cubicBezTo>
                  <a:lnTo>
                    <a:pt x="24172" y="27205"/>
                  </a:lnTo>
                  <a:cubicBezTo>
                    <a:pt x="25868" y="27205"/>
                    <a:pt x="27238" y="25835"/>
                    <a:pt x="27238" y="24171"/>
                  </a:cubicBezTo>
                  <a:cubicBezTo>
                    <a:pt x="27238" y="22475"/>
                    <a:pt x="25868" y="21105"/>
                    <a:pt x="24172" y="21105"/>
                  </a:cubicBezTo>
                  <a:lnTo>
                    <a:pt x="6133" y="21105"/>
                  </a:lnTo>
                  <a:lnTo>
                    <a:pt x="6133" y="3034"/>
                  </a:lnTo>
                  <a:cubicBezTo>
                    <a:pt x="6133" y="1370"/>
                    <a:pt x="4763"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64"/>
            <p:cNvSpPr/>
            <p:nvPr/>
          </p:nvSpPr>
          <p:spPr>
            <a:xfrm>
              <a:off x="5145775" y="4723350"/>
              <a:ext cx="1264050" cy="733975"/>
            </a:xfrm>
            <a:custGeom>
              <a:rect b="b" l="l" r="r" t="t"/>
              <a:pathLst>
                <a:path extrusionOk="0" h="29359" w="50562">
                  <a:moveTo>
                    <a:pt x="14679" y="0"/>
                  </a:moveTo>
                  <a:cubicBezTo>
                    <a:pt x="6590" y="0"/>
                    <a:pt x="0" y="6589"/>
                    <a:pt x="0" y="14679"/>
                  </a:cubicBezTo>
                  <a:cubicBezTo>
                    <a:pt x="0" y="22769"/>
                    <a:pt x="6590" y="29358"/>
                    <a:pt x="14679" y="29358"/>
                  </a:cubicBezTo>
                  <a:lnTo>
                    <a:pt x="28184" y="29358"/>
                  </a:lnTo>
                  <a:cubicBezTo>
                    <a:pt x="29880" y="29358"/>
                    <a:pt x="31250" y="27988"/>
                    <a:pt x="31250" y="26292"/>
                  </a:cubicBezTo>
                  <a:cubicBezTo>
                    <a:pt x="31250" y="24596"/>
                    <a:pt x="29880" y="23258"/>
                    <a:pt x="28184" y="23258"/>
                  </a:cubicBezTo>
                  <a:lnTo>
                    <a:pt x="14679" y="23258"/>
                  </a:lnTo>
                  <a:cubicBezTo>
                    <a:pt x="9949" y="23258"/>
                    <a:pt x="6133" y="19409"/>
                    <a:pt x="6133" y="14679"/>
                  </a:cubicBezTo>
                  <a:cubicBezTo>
                    <a:pt x="6133" y="9949"/>
                    <a:pt x="9949" y="6133"/>
                    <a:pt x="14679" y="6133"/>
                  </a:cubicBezTo>
                  <a:lnTo>
                    <a:pt x="35882" y="6133"/>
                  </a:lnTo>
                  <a:cubicBezTo>
                    <a:pt x="40612" y="6133"/>
                    <a:pt x="44461" y="9949"/>
                    <a:pt x="44461" y="14679"/>
                  </a:cubicBezTo>
                  <a:cubicBezTo>
                    <a:pt x="44461" y="17028"/>
                    <a:pt x="43515" y="19213"/>
                    <a:pt x="41819" y="20844"/>
                  </a:cubicBezTo>
                  <a:cubicBezTo>
                    <a:pt x="40579" y="22019"/>
                    <a:pt x="40547" y="23976"/>
                    <a:pt x="41721" y="25183"/>
                  </a:cubicBezTo>
                  <a:cubicBezTo>
                    <a:pt x="42328" y="25807"/>
                    <a:pt x="43136" y="26126"/>
                    <a:pt x="43942" y="26126"/>
                  </a:cubicBezTo>
                  <a:cubicBezTo>
                    <a:pt x="44694" y="26126"/>
                    <a:pt x="45444" y="25848"/>
                    <a:pt x="46027" y="25281"/>
                  </a:cubicBezTo>
                  <a:cubicBezTo>
                    <a:pt x="48963" y="22475"/>
                    <a:pt x="50561" y="18724"/>
                    <a:pt x="50561" y="14679"/>
                  </a:cubicBezTo>
                  <a:cubicBezTo>
                    <a:pt x="50561" y="6589"/>
                    <a:pt x="43972" y="0"/>
                    <a:pt x="35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64"/>
            <p:cNvSpPr/>
            <p:nvPr/>
          </p:nvSpPr>
          <p:spPr>
            <a:xfrm>
              <a:off x="2696975" y="542275"/>
              <a:ext cx="1167675" cy="446350"/>
            </a:xfrm>
            <a:custGeom>
              <a:rect b="b" l="l" r="r" t="t"/>
              <a:pathLst>
                <a:path extrusionOk="0" h="17854" w="46707">
                  <a:moveTo>
                    <a:pt x="4072" y="1"/>
                  </a:moveTo>
                  <a:cubicBezTo>
                    <a:pt x="0" y="1"/>
                    <a:pt x="503" y="6004"/>
                    <a:pt x="4040" y="6069"/>
                  </a:cubicBezTo>
                  <a:lnTo>
                    <a:pt x="40509" y="6069"/>
                  </a:lnTo>
                  <a:lnTo>
                    <a:pt x="40346" y="14811"/>
                  </a:lnTo>
                  <a:cubicBezTo>
                    <a:pt x="40296" y="16825"/>
                    <a:pt x="41928" y="17854"/>
                    <a:pt x="43551" y="17854"/>
                  </a:cubicBezTo>
                  <a:cubicBezTo>
                    <a:pt x="45109" y="17854"/>
                    <a:pt x="46659" y="16906"/>
                    <a:pt x="46707" y="14974"/>
                  </a:cubicBezTo>
                  <a:lnTo>
                    <a:pt x="46707" y="3133"/>
                  </a:lnTo>
                  <a:cubicBezTo>
                    <a:pt x="46576" y="1273"/>
                    <a:pt x="45565" y="230"/>
                    <a:pt x="43706" y="1"/>
                  </a:cubicBezTo>
                  <a:lnTo>
                    <a:pt x="4138" y="1"/>
                  </a:lnTo>
                  <a:cubicBezTo>
                    <a:pt x="4115" y="1"/>
                    <a:pt x="4093" y="1"/>
                    <a:pt x="4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64"/>
            <p:cNvSpPr/>
            <p:nvPr/>
          </p:nvSpPr>
          <p:spPr>
            <a:xfrm>
              <a:off x="1190625" y="238125"/>
              <a:ext cx="1264025" cy="733950"/>
            </a:xfrm>
            <a:custGeom>
              <a:rect b="b" l="l" r="r" t="t"/>
              <a:pathLst>
                <a:path extrusionOk="0" h="29358" w="50561">
                  <a:moveTo>
                    <a:pt x="35882" y="6133"/>
                  </a:moveTo>
                  <a:cubicBezTo>
                    <a:pt x="40612" y="6133"/>
                    <a:pt x="44461" y="9949"/>
                    <a:pt x="44461" y="14679"/>
                  </a:cubicBezTo>
                  <a:cubicBezTo>
                    <a:pt x="44461" y="19409"/>
                    <a:pt x="40612" y="23258"/>
                    <a:pt x="35882" y="23258"/>
                  </a:cubicBezTo>
                  <a:lnTo>
                    <a:pt x="14679" y="23258"/>
                  </a:lnTo>
                  <a:cubicBezTo>
                    <a:pt x="9949" y="23258"/>
                    <a:pt x="6133" y="19409"/>
                    <a:pt x="6133" y="14679"/>
                  </a:cubicBezTo>
                  <a:cubicBezTo>
                    <a:pt x="6133" y="9949"/>
                    <a:pt x="9949" y="6133"/>
                    <a:pt x="14679" y="6133"/>
                  </a:cubicBezTo>
                  <a:close/>
                  <a:moveTo>
                    <a:pt x="14679" y="0"/>
                  </a:moveTo>
                  <a:cubicBezTo>
                    <a:pt x="6589" y="0"/>
                    <a:pt x="0" y="6589"/>
                    <a:pt x="0" y="14679"/>
                  </a:cubicBezTo>
                  <a:cubicBezTo>
                    <a:pt x="0" y="22769"/>
                    <a:pt x="6589" y="29358"/>
                    <a:pt x="14679" y="29358"/>
                  </a:cubicBezTo>
                  <a:lnTo>
                    <a:pt x="35882" y="29358"/>
                  </a:lnTo>
                  <a:cubicBezTo>
                    <a:pt x="43972" y="29358"/>
                    <a:pt x="50561" y="22769"/>
                    <a:pt x="50561" y="14679"/>
                  </a:cubicBezTo>
                  <a:cubicBezTo>
                    <a:pt x="50561" y="6589"/>
                    <a:pt x="43972" y="0"/>
                    <a:pt x="35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64"/>
            <p:cNvSpPr/>
            <p:nvPr/>
          </p:nvSpPr>
          <p:spPr>
            <a:xfrm>
              <a:off x="1496425" y="4789400"/>
              <a:ext cx="1264050" cy="153325"/>
            </a:xfrm>
            <a:custGeom>
              <a:rect b="b" l="l" r="r" t="t"/>
              <a:pathLst>
                <a:path extrusionOk="0" h="6133" w="50562">
                  <a:moveTo>
                    <a:pt x="3067" y="0"/>
                  </a:moveTo>
                  <a:cubicBezTo>
                    <a:pt x="1370" y="0"/>
                    <a:pt x="0" y="1370"/>
                    <a:pt x="0" y="3067"/>
                  </a:cubicBezTo>
                  <a:cubicBezTo>
                    <a:pt x="0" y="4763"/>
                    <a:pt x="1370" y="6133"/>
                    <a:pt x="3067" y="6133"/>
                  </a:cubicBezTo>
                  <a:lnTo>
                    <a:pt x="47495" y="6133"/>
                  </a:lnTo>
                  <a:cubicBezTo>
                    <a:pt x="49191" y="6133"/>
                    <a:pt x="50561" y="4763"/>
                    <a:pt x="50561" y="3067"/>
                  </a:cubicBezTo>
                  <a:cubicBezTo>
                    <a:pt x="50561" y="1370"/>
                    <a:pt x="49191" y="0"/>
                    <a:pt x="474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64"/>
            <p:cNvSpPr/>
            <p:nvPr/>
          </p:nvSpPr>
          <p:spPr>
            <a:xfrm>
              <a:off x="1496425" y="5074825"/>
              <a:ext cx="856300" cy="153325"/>
            </a:xfrm>
            <a:custGeom>
              <a:rect b="b" l="l" r="r" t="t"/>
              <a:pathLst>
                <a:path extrusionOk="0" h="6133" w="34252">
                  <a:moveTo>
                    <a:pt x="3067" y="0"/>
                  </a:moveTo>
                  <a:cubicBezTo>
                    <a:pt x="1370" y="0"/>
                    <a:pt x="0" y="1370"/>
                    <a:pt x="0" y="3067"/>
                  </a:cubicBezTo>
                  <a:cubicBezTo>
                    <a:pt x="0" y="4763"/>
                    <a:pt x="1370" y="6133"/>
                    <a:pt x="3067" y="6133"/>
                  </a:cubicBezTo>
                  <a:lnTo>
                    <a:pt x="31185" y="6133"/>
                  </a:lnTo>
                  <a:cubicBezTo>
                    <a:pt x="32881" y="6133"/>
                    <a:pt x="34251" y="4763"/>
                    <a:pt x="34251" y="3067"/>
                  </a:cubicBezTo>
                  <a:cubicBezTo>
                    <a:pt x="34251" y="1370"/>
                    <a:pt x="32881" y="0"/>
                    <a:pt x="31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64"/>
            <p:cNvSpPr/>
            <p:nvPr/>
          </p:nvSpPr>
          <p:spPr>
            <a:xfrm>
              <a:off x="4839950" y="467275"/>
              <a:ext cx="1264050" cy="153325"/>
            </a:xfrm>
            <a:custGeom>
              <a:rect b="b" l="l" r="r" t="t"/>
              <a:pathLst>
                <a:path extrusionOk="0" h="6133" w="50562">
                  <a:moveTo>
                    <a:pt x="3067" y="0"/>
                  </a:moveTo>
                  <a:cubicBezTo>
                    <a:pt x="1371" y="0"/>
                    <a:pt x="1" y="1370"/>
                    <a:pt x="1" y="3066"/>
                  </a:cubicBezTo>
                  <a:cubicBezTo>
                    <a:pt x="1" y="4763"/>
                    <a:pt x="1371" y="6133"/>
                    <a:pt x="3067" y="6133"/>
                  </a:cubicBezTo>
                  <a:lnTo>
                    <a:pt x="47495" y="6133"/>
                  </a:lnTo>
                  <a:cubicBezTo>
                    <a:pt x="49192" y="6133"/>
                    <a:pt x="50562" y="4763"/>
                    <a:pt x="50562" y="3066"/>
                  </a:cubicBezTo>
                  <a:cubicBezTo>
                    <a:pt x="50562" y="1370"/>
                    <a:pt x="49192" y="0"/>
                    <a:pt x="474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64"/>
            <p:cNvSpPr/>
            <p:nvPr/>
          </p:nvSpPr>
          <p:spPr>
            <a:xfrm>
              <a:off x="5247700" y="752700"/>
              <a:ext cx="856300" cy="153325"/>
            </a:xfrm>
            <a:custGeom>
              <a:rect b="b" l="l" r="r" t="t"/>
              <a:pathLst>
                <a:path extrusionOk="0" h="6133" w="34252">
                  <a:moveTo>
                    <a:pt x="3067" y="0"/>
                  </a:moveTo>
                  <a:cubicBezTo>
                    <a:pt x="1371" y="0"/>
                    <a:pt x="1" y="1370"/>
                    <a:pt x="1" y="3066"/>
                  </a:cubicBezTo>
                  <a:cubicBezTo>
                    <a:pt x="1" y="4763"/>
                    <a:pt x="1371" y="6133"/>
                    <a:pt x="3067" y="6133"/>
                  </a:cubicBezTo>
                  <a:lnTo>
                    <a:pt x="31185" y="6133"/>
                  </a:lnTo>
                  <a:cubicBezTo>
                    <a:pt x="32882" y="6133"/>
                    <a:pt x="34252" y="4763"/>
                    <a:pt x="34252" y="3066"/>
                  </a:cubicBezTo>
                  <a:cubicBezTo>
                    <a:pt x="34252" y="1370"/>
                    <a:pt x="32882" y="0"/>
                    <a:pt x="31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164"/>
          <p:cNvGrpSpPr/>
          <p:nvPr/>
        </p:nvGrpSpPr>
        <p:grpSpPr>
          <a:xfrm>
            <a:off x="1698703" y="2608692"/>
            <a:ext cx="438413" cy="438413"/>
            <a:chOff x="1190625" y="238125"/>
            <a:chExt cx="5219200" cy="5219200"/>
          </a:xfrm>
        </p:grpSpPr>
        <p:sp>
          <p:nvSpPr>
            <p:cNvPr id="2283" name="Google Shape;2283;p164"/>
            <p:cNvSpPr/>
            <p:nvPr/>
          </p:nvSpPr>
          <p:spPr>
            <a:xfrm>
              <a:off x="1190625" y="238125"/>
              <a:ext cx="5219200" cy="5219200"/>
            </a:xfrm>
            <a:custGeom>
              <a:rect b="b" l="l" r="r" t="t"/>
              <a:pathLst>
                <a:path extrusionOk="0" h="208768" w="208768">
                  <a:moveTo>
                    <a:pt x="70752" y="30239"/>
                  </a:moveTo>
                  <a:cubicBezTo>
                    <a:pt x="73949" y="30239"/>
                    <a:pt x="76559" y="32816"/>
                    <a:pt x="76559" y="36045"/>
                  </a:cubicBezTo>
                  <a:lnTo>
                    <a:pt x="76559" y="41851"/>
                  </a:lnTo>
                  <a:lnTo>
                    <a:pt x="24954" y="41851"/>
                  </a:lnTo>
                  <a:lnTo>
                    <a:pt x="24954" y="36045"/>
                  </a:lnTo>
                  <a:cubicBezTo>
                    <a:pt x="24954" y="32816"/>
                    <a:pt x="27564" y="30239"/>
                    <a:pt x="30761" y="30239"/>
                  </a:cubicBezTo>
                  <a:close/>
                  <a:moveTo>
                    <a:pt x="178007" y="30239"/>
                  </a:moveTo>
                  <a:cubicBezTo>
                    <a:pt x="181203" y="30239"/>
                    <a:pt x="183813" y="32816"/>
                    <a:pt x="183813" y="36045"/>
                  </a:cubicBezTo>
                  <a:lnTo>
                    <a:pt x="183813" y="41851"/>
                  </a:lnTo>
                  <a:lnTo>
                    <a:pt x="132208" y="41851"/>
                  </a:lnTo>
                  <a:lnTo>
                    <a:pt x="132208" y="36045"/>
                  </a:lnTo>
                  <a:cubicBezTo>
                    <a:pt x="132208" y="32816"/>
                    <a:pt x="134818" y="30239"/>
                    <a:pt x="138015" y="30239"/>
                  </a:cubicBezTo>
                  <a:close/>
                  <a:moveTo>
                    <a:pt x="89607" y="47984"/>
                  </a:moveTo>
                  <a:cubicBezTo>
                    <a:pt x="92804" y="47984"/>
                    <a:pt x="95413" y="50593"/>
                    <a:pt x="95413" y="53790"/>
                  </a:cubicBezTo>
                  <a:cubicBezTo>
                    <a:pt x="95413" y="56987"/>
                    <a:pt x="92804" y="59596"/>
                    <a:pt x="89607" y="59596"/>
                  </a:cubicBezTo>
                  <a:lnTo>
                    <a:pt x="11939" y="59596"/>
                  </a:lnTo>
                  <a:cubicBezTo>
                    <a:pt x="8710" y="59596"/>
                    <a:pt x="6100" y="56987"/>
                    <a:pt x="6100" y="53790"/>
                  </a:cubicBezTo>
                  <a:cubicBezTo>
                    <a:pt x="6100" y="50593"/>
                    <a:pt x="8710" y="47984"/>
                    <a:pt x="11939" y="47984"/>
                  </a:cubicBezTo>
                  <a:close/>
                  <a:moveTo>
                    <a:pt x="196828" y="47984"/>
                  </a:moveTo>
                  <a:cubicBezTo>
                    <a:pt x="200058" y="47984"/>
                    <a:pt x="202635" y="50593"/>
                    <a:pt x="202635" y="53790"/>
                  </a:cubicBezTo>
                  <a:cubicBezTo>
                    <a:pt x="202635" y="56987"/>
                    <a:pt x="200058" y="59596"/>
                    <a:pt x="196828" y="59596"/>
                  </a:cubicBezTo>
                  <a:lnTo>
                    <a:pt x="119160" y="59596"/>
                  </a:lnTo>
                  <a:cubicBezTo>
                    <a:pt x="115964" y="59596"/>
                    <a:pt x="113354" y="56987"/>
                    <a:pt x="113354" y="53790"/>
                  </a:cubicBezTo>
                  <a:cubicBezTo>
                    <a:pt x="113354" y="50593"/>
                    <a:pt x="115964" y="47984"/>
                    <a:pt x="119160" y="47984"/>
                  </a:cubicBezTo>
                  <a:close/>
                  <a:moveTo>
                    <a:pt x="117203" y="6133"/>
                  </a:moveTo>
                  <a:cubicBezTo>
                    <a:pt x="118638" y="6133"/>
                    <a:pt x="119487" y="7144"/>
                    <a:pt x="121150" y="9655"/>
                  </a:cubicBezTo>
                  <a:cubicBezTo>
                    <a:pt x="122879" y="12298"/>
                    <a:pt x="125293" y="15918"/>
                    <a:pt x="130186" y="15918"/>
                  </a:cubicBezTo>
                  <a:lnTo>
                    <a:pt x="144441" y="15918"/>
                  </a:lnTo>
                  <a:cubicBezTo>
                    <a:pt x="149432" y="15918"/>
                    <a:pt x="153640" y="19409"/>
                    <a:pt x="154651" y="24106"/>
                  </a:cubicBezTo>
                  <a:lnTo>
                    <a:pt x="138015" y="24106"/>
                  </a:lnTo>
                  <a:cubicBezTo>
                    <a:pt x="131425" y="24106"/>
                    <a:pt x="126076" y="29456"/>
                    <a:pt x="126076" y="36045"/>
                  </a:cubicBezTo>
                  <a:lnTo>
                    <a:pt x="126076" y="41851"/>
                  </a:lnTo>
                  <a:lnTo>
                    <a:pt x="119160" y="41851"/>
                  </a:lnTo>
                  <a:cubicBezTo>
                    <a:pt x="112604" y="41851"/>
                    <a:pt x="107254" y="47201"/>
                    <a:pt x="107254" y="53790"/>
                  </a:cubicBezTo>
                  <a:cubicBezTo>
                    <a:pt x="107254" y="60053"/>
                    <a:pt x="112114" y="65207"/>
                    <a:pt x="118247" y="65664"/>
                  </a:cubicBezTo>
                  <a:lnTo>
                    <a:pt x="118247" y="146789"/>
                  </a:lnTo>
                  <a:lnTo>
                    <a:pt x="90488" y="146789"/>
                  </a:lnTo>
                  <a:cubicBezTo>
                    <a:pt x="90324" y="119650"/>
                    <a:pt x="90324" y="93358"/>
                    <a:pt x="90324" y="65696"/>
                  </a:cubicBezTo>
                  <a:cubicBezTo>
                    <a:pt x="96555" y="65305"/>
                    <a:pt x="101513" y="60118"/>
                    <a:pt x="101513" y="53790"/>
                  </a:cubicBezTo>
                  <a:cubicBezTo>
                    <a:pt x="101513" y="47201"/>
                    <a:pt x="96163" y="41851"/>
                    <a:pt x="89607" y="41851"/>
                  </a:cubicBezTo>
                  <a:lnTo>
                    <a:pt x="82691" y="41851"/>
                  </a:lnTo>
                  <a:lnTo>
                    <a:pt x="82691" y="36045"/>
                  </a:lnTo>
                  <a:cubicBezTo>
                    <a:pt x="82691" y="29456"/>
                    <a:pt x="77342" y="24106"/>
                    <a:pt x="70752" y="24106"/>
                  </a:cubicBezTo>
                  <a:lnTo>
                    <a:pt x="53758" y="24106"/>
                  </a:lnTo>
                  <a:cubicBezTo>
                    <a:pt x="54801" y="19409"/>
                    <a:pt x="58977" y="15918"/>
                    <a:pt x="63968" y="15918"/>
                  </a:cubicBezTo>
                  <a:lnTo>
                    <a:pt x="78255" y="15918"/>
                  </a:lnTo>
                  <a:cubicBezTo>
                    <a:pt x="83148" y="15918"/>
                    <a:pt x="85529" y="12298"/>
                    <a:pt x="87291" y="9655"/>
                  </a:cubicBezTo>
                  <a:cubicBezTo>
                    <a:pt x="88954" y="7144"/>
                    <a:pt x="89770" y="6133"/>
                    <a:pt x="91238" y="6133"/>
                  </a:cubicBezTo>
                  <a:cubicBezTo>
                    <a:pt x="92706" y="6133"/>
                    <a:pt x="93521" y="7144"/>
                    <a:pt x="95185" y="9655"/>
                  </a:cubicBezTo>
                  <a:cubicBezTo>
                    <a:pt x="96914" y="12298"/>
                    <a:pt x="99327" y="15918"/>
                    <a:pt x="104220" y="15918"/>
                  </a:cubicBezTo>
                  <a:cubicBezTo>
                    <a:pt x="109113" y="15918"/>
                    <a:pt x="111495" y="12298"/>
                    <a:pt x="113256" y="9655"/>
                  </a:cubicBezTo>
                  <a:cubicBezTo>
                    <a:pt x="114920" y="7144"/>
                    <a:pt x="115735" y="6133"/>
                    <a:pt x="117203" y="6133"/>
                  </a:cubicBezTo>
                  <a:close/>
                  <a:moveTo>
                    <a:pt x="191642" y="65729"/>
                  </a:moveTo>
                  <a:lnTo>
                    <a:pt x="191642" y="161077"/>
                  </a:lnTo>
                  <a:lnTo>
                    <a:pt x="169819" y="161077"/>
                  </a:lnTo>
                  <a:lnTo>
                    <a:pt x="169819" y="158011"/>
                  </a:lnTo>
                  <a:cubicBezTo>
                    <a:pt x="169819" y="151813"/>
                    <a:pt x="164796" y="146789"/>
                    <a:pt x="158598" y="146789"/>
                  </a:cubicBezTo>
                  <a:lnTo>
                    <a:pt x="124380" y="146789"/>
                  </a:lnTo>
                  <a:lnTo>
                    <a:pt x="124380" y="65729"/>
                  </a:lnTo>
                  <a:close/>
                  <a:moveTo>
                    <a:pt x="38948" y="167177"/>
                  </a:moveTo>
                  <a:lnTo>
                    <a:pt x="38948" y="178789"/>
                  </a:lnTo>
                  <a:lnTo>
                    <a:pt x="11939" y="178789"/>
                  </a:lnTo>
                  <a:cubicBezTo>
                    <a:pt x="8710" y="178789"/>
                    <a:pt x="6100" y="176180"/>
                    <a:pt x="6100" y="172983"/>
                  </a:cubicBezTo>
                  <a:cubicBezTo>
                    <a:pt x="6100" y="169786"/>
                    <a:pt x="8710" y="167177"/>
                    <a:pt x="11939" y="167177"/>
                  </a:cubicBezTo>
                  <a:close/>
                  <a:moveTo>
                    <a:pt x="196828" y="167177"/>
                  </a:moveTo>
                  <a:cubicBezTo>
                    <a:pt x="200058" y="167177"/>
                    <a:pt x="202667" y="169786"/>
                    <a:pt x="202667" y="172983"/>
                  </a:cubicBezTo>
                  <a:cubicBezTo>
                    <a:pt x="202667" y="176180"/>
                    <a:pt x="200058" y="178789"/>
                    <a:pt x="196828" y="178789"/>
                  </a:cubicBezTo>
                  <a:lnTo>
                    <a:pt x="169819" y="178789"/>
                  </a:lnTo>
                  <a:lnTo>
                    <a:pt x="169819" y="167177"/>
                  </a:lnTo>
                  <a:close/>
                  <a:moveTo>
                    <a:pt x="91238" y="0"/>
                  </a:moveTo>
                  <a:cubicBezTo>
                    <a:pt x="86345" y="0"/>
                    <a:pt x="83964" y="3621"/>
                    <a:pt x="82202" y="6263"/>
                  </a:cubicBezTo>
                  <a:cubicBezTo>
                    <a:pt x="80538" y="8775"/>
                    <a:pt x="79723" y="9786"/>
                    <a:pt x="78255" y="9786"/>
                  </a:cubicBezTo>
                  <a:lnTo>
                    <a:pt x="63968" y="9786"/>
                  </a:lnTo>
                  <a:cubicBezTo>
                    <a:pt x="55617" y="9786"/>
                    <a:pt x="48669" y="16016"/>
                    <a:pt x="47560" y="24106"/>
                  </a:cubicBezTo>
                  <a:lnTo>
                    <a:pt x="30761" y="24106"/>
                  </a:lnTo>
                  <a:cubicBezTo>
                    <a:pt x="24204" y="24106"/>
                    <a:pt x="18854" y="29456"/>
                    <a:pt x="18854" y="36045"/>
                  </a:cubicBezTo>
                  <a:lnTo>
                    <a:pt x="18854" y="41851"/>
                  </a:lnTo>
                  <a:lnTo>
                    <a:pt x="11939" y="41851"/>
                  </a:lnTo>
                  <a:cubicBezTo>
                    <a:pt x="5350" y="41851"/>
                    <a:pt x="0" y="47201"/>
                    <a:pt x="0" y="53790"/>
                  </a:cubicBezTo>
                  <a:cubicBezTo>
                    <a:pt x="0" y="59988"/>
                    <a:pt x="4958" y="65109"/>
                    <a:pt x="11026" y="65664"/>
                  </a:cubicBezTo>
                  <a:cubicBezTo>
                    <a:pt x="11026" y="71601"/>
                    <a:pt x="10830" y="77701"/>
                    <a:pt x="11026" y="83833"/>
                  </a:cubicBezTo>
                  <a:cubicBezTo>
                    <a:pt x="11073" y="85758"/>
                    <a:pt x="12548" y="86697"/>
                    <a:pt x="14035" y="86697"/>
                  </a:cubicBezTo>
                  <a:cubicBezTo>
                    <a:pt x="15599" y="86697"/>
                    <a:pt x="17176" y="85660"/>
                    <a:pt x="17125" y="83637"/>
                  </a:cubicBezTo>
                  <a:cubicBezTo>
                    <a:pt x="16962" y="77603"/>
                    <a:pt x="17125" y="71601"/>
                    <a:pt x="17125" y="65729"/>
                  </a:cubicBezTo>
                  <a:lnTo>
                    <a:pt x="84192" y="65729"/>
                  </a:lnTo>
                  <a:cubicBezTo>
                    <a:pt x="84192" y="93358"/>
                    <a:pt x="84192" y="119650"/>
                    <a:pt x="84388" y="146789"/>
                  </a:cubicBezTo>
                  <a:lnTo>
                    <a:pt x="50137" y="146789"/>
                  </a:lnTo>
                  <a:cubicBezTo>
                    <a:pt x="43972" y="146789"/>
                    <a:pt x="38948" y="151813"/>
                    <a:pt x="38948" y="158011"/>
                  </a:cubicBezTo>
                  <a:lnTo>
                    <a:pt x="38948" y="161044"/>
                  </a:lnTo>
                  <a:lnTo>
                    <a:pt x="17093" y="161044"/>
                  </a:lnTo>
                  <a:cubicBezTo>
                    <a:pt x="16930" y="141603"/>
                    <a:pt x="16930" y="122064"/>
                    <a:pt x="17125" y="102883"/>
                  </a:cubicBezTo>
                  <a:cubicBezTo>
                    <a:pt x="17142" y="100919"/>
                    <a:pt x="15562" y="99889"/>
                    <a:pt x="14006" y="99889"/>
                  </a:cubicBezTo>
                  <a:cubicBezTo>
                    <a:pt x="12512" y="99889"/>
                    <a:pt x="11041" y="100837"/>
                    <a:pt x="11026" y="102818"/>
                  </a:cubicBezTo>
                  <a:cubicBezTo>
                    <a:pt x="10830" y="122031"/>
                    <a:pt x="10797" y="141635"/>
                    <a:pt x="10993" y="161110"/>
                  </a:cubicBezTo>
                  <a:cubicBezTo>
                    <a:pt x="4860" y="161599"/>
                    <a:pt x="0" y="166720"/>
                    <a:pt x="0" y="172983"/>
                  </a:cubicBezTo>
                  <a:cubicBezTo>
                    <a:pt x="0" y="179572"/>
                    <a:pt x="5350" y="184922"/>
                    <a:pt x="11939" y="184922"/>
                  </a:cubicBezTo>
                  <a:lnTo>
                    <a:pt x="38948" y="184922"/>
                  </a:lnTo>
                  <a:lnTo>
                    <a:pt x="38948" y="197546"/>
                  </a:lnTo>
                  <a:cubicBezTo>
                    <a:pt x="38948" y="203744"/>
                    <a:pt x="43972" y="208767"/>
                    <a:pt x="50137" y="208767"/>
                  </a:cubicBezTo>
                  <a:lnTo>
                    <a:pt x="130284" y="208767"/>
                  </a:lnTo>
                  <a:cubicBezTo>
                    <a:pt x="131980" y="208767"/>
                    <a:pt x="133350" y="207397"/>
                    <a:pt x="133350" y="205701"/>
                  </a:cubicBezTo>
                  <a:cubicBezTo>
                    <a:pt x="133350" y="204005"/>
                    <a:pt x="131980" y="202667"/>
                    <a:pt x="130284" y="202667"/>
                  </a:cubicBezTo>
                  <a:lnTo>
                    <a:pt x="50137" y="202667"/>
                  </a:lnTo>
                  <a:cubicBezTo>
                    <a:pt x="47331" y="202667"/>
                    <a:pt x="45048" y="200351"/>
                    <a:pt x="45048" y="197546"/>
                  </a:cubicBezTo>
                  <a:lnTo>
                    <a:pt x="45048" y="158011"/>
                  </a:lnTo>
                  <a:cubicBezTo>
                    <a:pt x="45048" y="155205"/>
                    <a:pt x="47331" y="152922"/>
                    <a:pt x="50137" y="152922"/>
                  </a:cubicBezTo>
                  <a:lnTo>
                    <a:pt x="158598" y="152922"/>
                  </a:lnTo>
                  <a:cubicBezTo>
                    <a:pt x="161436" y="152922"/>
                    <a:pt x="163719" y="155205"/>
                    <a:pt x="163719" y="158011"/>
                  </a:cubicBezTo>
                  <a:lnTo>
                    <a:pt x="163719" y="197546"/>
                  </a:lnTo>
                  <a:cubicBezTo>
                    <a:pt x="163719" y="200351"/>
                    <a:pt x="161436" y="202667"/>
                    <a:pt x="158598" y="202667"/>
                  </a:cubicBezTo>
                  <a:lnTo>
                    <a:pt x="146594" y="202667"/>
                  </a:lnTo>
                  <a:cubicBezTo>
                    <a:pt x="144897" y="202667"/>
                    <a:pt x="143560" y="204005"/>
                    <a:pt x="143560" y="205701"/>
                  </a:cubicBezTo>
                  <a:cubicBezTo>
                    <a:pt x="143560" y="207397"/>
                    <a:pt x="144897" y="208767"/>
                    <a:pt x="146594" y="208767"/>
                  </a:cubicBezTo>
                  <a:lnTo>
                    <a:pt x="158598" y="208767"/>
                  </a:lnTo>
                  <a:cubicBezTo>
                    <a:pt x="164796" y="208767"/>
                    <a:pt x="169819" y="203744"/>
                    <a:pt x="169819" y="197546"/>
                  </a:cubicBezTo>
                  <a:lnTo>
                    <a:pt x="169819" y="184922"/>
                  </a:lnTo>
                  <a:lnTo>
                    <a:pt x="196828" y="184922"/>
                  </a:lnTo>
                  <a:cubicBezTo>
                    <a:pt x="203417" y="184922"/>
                    <a:pt x="208767" y="179572"/>
                    <a:pt x="208767" y="172983"/>
                  </a:cubicBezTo>
                  <a:cubicBezTo>
                    <a:pt x="208767" y="166720"/>
                    <a:pt x="203907" y="161566"/>
                    <a:pt x="197774" y="161110"/>
                  </a:cubicBezTo>
                  <a:lnTo>
                    <a:pt x="197774" y="65664"/>
                  </a:lnTo>
                  <a:cubicBezTo>
                    <a:pt x="203907" y="65207"/>
                    <a:pt x="208767" y="60053"/>
                    <a:pt x="208767" y="53790"/>
                  </a:cubicBezTo>
                  <a:cubicBezTo>
                    <a:pt x="208767" y="47201"/>
                    <a:pt x="203417" y="41851"/>
                    <a:pt x="196828" y="41851"/>
                  </a:cubicBezTo>
                  <a:lnTo>
                    <a:pt x="189913" y="41851"/>
                  </a:lnTo>
                  <a:lnTo>
                    <a:pt x="189913" y="36045"/>
                  </a:lnTo>
                  <a:cubicBezTo>
                    <a:pt x="189913" y="29456"/>
                    <a:pt x="184563" y="24106"/>
                    <a:pt x="178007" y="24106"/>
                  </a:cubicBezTo>
                  <a:lnTo>
                    <a:pt x="160881" y="24106"/>
                  </a:lnTo>
                  <a:cubicBezTo>
                    <a:pt x="159772" y="16016"/>
                    <a:pt x="152824" y="9786"/>
                    <a:pt x="144441" y="9786"/>
                  </a:cubicBezTo>
                  <a:lnTo>
                    <a:pt x="130186" y="9786"/>
                  </a:lnTo>
                  <a:cubicBezTo>
                    <a:pt x="128718" y="9786"/>
                    <a:pt x="127902" y="8775"/>
                    <a:pt x="126239" y="6263"/>
                  </a:cubicBezTo>
                  <a:cubicBezTo>
                    <a:pt x="124477" y="3621"/>
                    <a:pt x="122096" y="0"/>
                    <a:pt x="117203" y="0"/>
                  </a:cubicBezTo>
                  <a:cubicBezTo>
                    <a:pt x="112310" y="0"/>
                    <a:pt x="109896" y="3621"/>
                    <a:pt x="108167" y="6263"/>
                  </a:cubicBezTo>
                  <a:cubicBezTo>
                    <a:pt x="106504" y="8775"/>
                    <a:pt x="105688" y="9786"/>
                    <a:pt x="104220" y="9786"/>
                  </a:cubicBezTo>
                  <a:cubicBezTo>
                    <a:pt x="102753" y="9786"/>
                    <a:pt x="101937" y="8775"/>
                    <a:pt x="100273" y="6263"/>
                  </a:cubicBezTo>
                  <a:cubicBezTo>
                    <a:pt x="98512" y="3621"/>
                    <a:pt x="96131" y="0"/>
                    <a:pt x="91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64"/>
            <p:cNvSpPr/>
            <p:nvPr/>
          </p:nvSpPr>
          <p:spPr>
            <a:xfrm>
              <a:off x="3525375" y="4265025"/>
              <a:ext cx="152525" cy="856300"/>
            </a:xfrm>
            <a:custGeom>
              <a:rect b="b" l="l" r="r" t="t"/>
              <a:pathLst>
                <a:path extrusionOk="0" h="34252" w="6101">
                  <a:moveTo>
                    <a:pt x="3034" y="1"/>
                  </a:moveTo>
                  <a:cubicBezTo>
                    <a:pt x="1338" y="1"/>
                    <a:pt x="1" y="1338"/>
                    <a:pt x="1" y="3035"/>
                  </a:cubicBezTo>
                  <a:lnTo>
                    <a:pt x="1" y="31185"/>
                  </a:lnTo>
                  <a:cubicBezTo>
                    <a:pt x="1" y="32882"/>
                    <a:pt x="1338" y="34252"/>
                    <a:pt x="3034" y="34252"/>
                  </a:cubicBezTo>
                  <a:cubicBezTo>
                    <a:pt x="4731" y="34252"/>
                    <a:pt x="6101" y="32882"/>
                    <a:pt x="6101" y="31185"/>
                  </a:cubicBezTo>
                  <a:lnTo>
                    <a:pt x="6101" y="3035"/>
                  </a:lnTo>
                  <a:cubicBezTo>
                    <a:pt x="6101" y="1338"/>
                    <a:pt x="4731" y="1"/>
                    <a:pt x="3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64"/>
            <p:cNvSpPr/>
            <p:nvPr/>
          </p:nvSpPr>
          <p:spPr>
            <a:xfrm>
              <a:off x="3922525" y="4265025"/>
              <a:ext cx="153350" cy="856300"/>
            </a:xfrm>
            <a:custGeom>
              <a:rect b="b" l="l" r="r" t="t"/>
              <a:pathLst>
                <a:path extrusionOk="0" h="34252" w="6134">
                  <a:moveTo>
                    <a:pt x="3067" y="1"/>
                  </a:moveTo>
                  <a:cubicBezTo>
                    <a:pt x="1371" y="1"/>
                    <a:pt x="1" y="1338"/>
                    <a:pt x="1" y="3035"/>
                  </a:cubicBezTo>
                  <a:lnTo>
                    <a:pt x="1" y="31185"/>
                  </a:lnTo>
                  <a:cubicBezTo>
                    <a:pt x="1" y="32882"/>
                    <a:pt x="1371" y="34252"/>
                    <a:pt x="3067" y="34252"/>
                  </a:cubicBezTo>
                  <a:cubicBezTo>
                    <a:pt x="4763" y="34252"/>
                    <a:pt x="6133" y="32882"/>
                    <a:pt x="6133" y="31185"/>
                  </a:cubicBezTo>
                  <a:lnTo>
                    <a:pt x="6133" y="3035"/>
                  </a:lnTo>
                  <a:cubicBezTo>
                    <a:pt x="6133" y="1338"/>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64"/>
            <p:cNvSpPr/>
            <p:nvPr/>
          </p:nvSpPr>
          <p:spPr>
            <a:xfrm>
              <a:off x="2625075" y="4370225"/>
              <a:ext cx="624700" cy="624700"/>
            </a:xfrm>
            <a:custGeom>
              <a:rect b="b" l="l" r="r" t="t"/>
              <a:pathLst>
                <a:path extrusionOk="0" h="24988" w="24988">
                  <a:moveTo>
                    <a:pt x="12494" y="6133"/>
                  </a:moveTo>
                  <a:cubicBezTo>
                    <a:pt x="16017" y="6133"/>
                    <a:pt x="18855" y="8971"/>
                    <a:pt x="18855" y="12494"/>
                  </a:cubicBezTo>
                  <a:cubicBezTo>
                    <a:pt x="18855" y="16017"/>
                    <a:pt x="16017" y="18855"/>
                    <a:pt x="12494" y="18855"/>
                  </a:cubicBezTo>
                  <a:cubicBezTo>
                    <a:pt x="8971" y="18855"/>
                    <a:pt x="6100" y="16017"/>
                    <a:pt x="6100" y="12494"/>
                  </a:cubicBezTo>
                  <a:cubicBezTo>
                    <a:pt x="6100" y="8971"/>
                    <a:pt x="8971" y="6133"/>
                    <a:pt x="12494" y="6133"/>
                  </a:cubicBezTo>
                  <a:close/>
                  <a:moveTo>
                    <a:pt x="12494" y="1"/>
                  </a:moveTo>
                  <a:cubicBezTo>
                    <a:pt x="5611" y="1"/>
                    <a:pt x="0" y="5611"/>
                    <a:pt x="0" y="12494"/>
                  </a:cubicBezTo>
                  <a:cubicBezTo>
                    <a:pt x="0" y="19377"/>
                    <a:pt x="5611" y="24988"/>
                    <a:pt x="12494" y="24988"/>
                  </a:cubicBezTo>
                  <a:cubicBezTo>
                    <a:pt x="19377" y="24988"/>
                    <a:pt x="24987" y="19377"/>
                    <a:pt x="24987" y="12494"/>
                  </a:cubicBezTo>
                  <a:cubicBezTo>
                    <a:pt x="24987" y="5611"/>
                    <a:pt x="19377" y="1"/>
                    <a:pt x="12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64"/>
            <p:cNvSpPr/>
            <p:nvPr/>
          </p:nvSpPr>
          <p:spPr>
            <a:xfrm>
              <a:off x="4350650" y="4370225"/>
              <a:ext cx="624700" cy="624700"/>
            </a:xfrm>
            <a:custGeom>
              <a:rect b="b" l="l" r="r" t="t"/>
              <a:pathLst>
                <a:path extrusionOk="0" h="24988" w="24988">
                  <a:moveTo>
                    <a:pt x="12494" y="6133"/>
                  </a:moveTo>
                  <a:cubicBezTo>
                    <a:pt x="16017" y="6133"/>
                    <a:pt x="18888" y="8971"/>
                    <a:pt x="18888" y="12494"/>
                  </a:cubicBezTo>
                  <a:cubicBezTo>
                    <a:pt x="18888" y="16017"/>
                    <a:pt x="16017" y="18855"/>
                    <a:pt x="12494" y="18855"/>
                  </a:cubicBezTo>
                  <a:cubicBezTo>
                    <a:pt x="8971" y="18855"/>
                    <a:pt x="6134" y="16017"/>
                    <a:pt x="6134" y="12494"/>
                  </a:cubicBezTo>
                  <a:cubicBezTo>
                    <a:pt x="6134" y="8971"/>
                    <a:pt x="8971" y="6133"/>
                    <a:pt x="12494" y="6133"/>
                  </a:cubicBezTo>
                  <a:close/>
                  <a:moveTo>
                    <a:pt x="12494" y="1"/>
                  </a:moveTo>
                  <a:cubicBezTo>
                    <a:pt x="5612" y="1"/>
                    <a:pt x="1" y="5611"/>
                    <a:pt x="1" y="12494"/>
                  </a:cubicBezTo>
                  <a:cubicBezTo>
                    <a:pt x="1" y="19377"/>
                    <a:pt x="5612" y="24988"/>
                    <a:pt x="12494" y="24988"/>
                  </a:cubicBezTo>
                  <a:cubicBezTo>
                    <a:pt x="19377" y="24988"/>
                    <a:pt x="24988" y="19377"/>
                    <a:pt x="24988" y="12494"/>
                  </a:cubicBezTo>
                  <a:cubicBezTo>
                    <a:pt x="24988" y="5611"/>
                    <a:pt x="19377" y="1"/>
                    <a:pt x="12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64"/>
            <p:cNvSpPr/>
            <p:nvPr/>
          </p:nvSpPr>
          <p:spPr>
            <a:xfrm>
              <a:off x="1782675" y="2225475"/>
              <a:ext cx="1376500" cy="1469550"/>
            </a:xfrm>
            <a:custGeom>
              <a:rect b="b" l="l" r="r" t="t"/>
              <a:pathLst>
                <a:path extrusionOk="0" h="58782" w="55060">
                  <a:moveTo>
                    <a:pt x="15103" y="6101"/>
                  </a:moveTo>
                  <a:cubicBezTo>
                    <a:pt x="20061" y="6101"/>
                    <a:pt x="24106" y="10145"/>
                    <a:pt x="24106" y="15104"/>
                  </a:cubicBezTo>
                  <a:cubicBezTo>
                    <a:pt x="24106" y="20062"/>
                    <a:pt x="20061" y="24107"/>
                    <a:pt x="15103" y="24107"/>
                  </a:cubicBezTo>
                  <a:cubicBezTo>
                    <a:pt x="10145" y="24107"/>
                    <a:pt x="6133" y="20062"/>
                    <a:pt x="6133" y="15104"/>
                  </a:cubicBezTo>
                  <a:cubicBezTo>
                    <a:pt x="6133" y="10145"/>
                    <a:pt x="10145" y="6101"/>
                    <a:pt x="15103" y="6101"/>
                  </a:cubicBezTo>
                  <a:close/>
                  <a:moveTo>
                    <a:pt x="19181" y="29652"/>
                  </a:moveTo>
                  <a:cubicBezTo>
                    <a:pt x="20224" y="30859"/>
                    <a:pt x="21366" y="31968"/>
                    <a:pt x="22671" y="32979"/>
                  </a:cubicBezTo>
                  <a:lnTo>
                    <a:pt x="19441" y="34284"/>
                  </a:lnTo>
                  <a:cubicBezTo>
                    <a:pt x="16215" y="35563"/>
                    <a:pt x="17728" y="40182"/>
                    <a:pt x="20588" y="40182"/>
                  </a:cubicBezTo>
                  <a:cubicBezTo>
                    <a:pt x="20938" y="40182"/>
                    <a:pt x="21308" y="40113"/>
                    <a:pt x="21692" y="39960"/>
                  </a:cubicBezTo>
                  <a:lnTo>
                    <a:pt x="29227" y="36959"/>
                  </a:lnTo>
                  <a:cubicBezTo>
                    <a:pt x="30761" y="37644"/>
                    <a:pt x="32326" y="38198"/>
                    <a:pt x="33631" y="39275"/>
                  </a:cubicBezTo>
                  <a:lnTo>
                    <a:pt x="27629" y="43059"/>
                  </a:lnTo>
                  <a:cubicBezTo>
                    <a:pt x="24814" y="44808"/>
                    <a:pt x="26647" y="48731"/>
                    <a:pt x="29272" y="48731"/>
                  </a:cubicBezTo>
                  <a:cubicBezTo>
                    <a:pt x="29780" y="48731"/>
                    <a:pt x="30318" y="48584"/>
                    <a:pt x="30858" y="48245"/>
                  </a:cubicBezTo>
                  <a:lnTo>
                    <a:pt x="36339" y="44820"/>
                  </a:lnTo>
                  <a:lnTo>
                    <a:pt x="36339" y="44820"/>
                  </a:lnTo>
                  <a:cubicBezTo>
                    <a:pt x="36306" y="45734"/>
                    <a:pt x="36110" y="46451"/>
                    <a:pt x="35980" y="46908"/>
                  </a:cubicBezTo>
                  <a:cubicBezTo>
                    <a:pt x="34905" y="50079"/>
                    <a:pt x="31837" y="52741"/>
                    <a:pt x="27634" y="52741"/>
                  </a:cubicBezTo>
                  <a:cubicBezTo>
                    <a:pt x="26735" y="52741"/>
                    <a:pt x="25785" y="52620"/>
                    <a:pt x="24791" y="52355"/>
                  </a:cubicBezTo>
                  <a:cubicBezTo>
                    <a:pt x="21562" y="51507"/>
                    <a:pt x="11547" y="47397"/>
                    <a:pt x="11874" y="29848"/>
                  </a:cubicBezTo>
                  <a:lnTo>
                    <a:pt x="11874" y="29848"/>
                  </a:lnTo>
                  <a:cubicBezTo>
                    <a:pt x="12932" y="30080"/>
                    <a:pt x="14029" y="30196"/>
                    <a:pt x="15127" y="30196"/>
                  </a:cubicBezTo>
                  <a:cubicBezTo>
                    <a:pt x="16500" y="30196"/>
                    <a:pt x="17876" y="30015"/>
                    <a:pt x="19181" y="29652"/>
                  </a:cubicBezTo>
                  <a:close/>
                  <a:moveTo>
                    <a:pt x="15103" y="1"/>
                  </a:moveTo>
                  <a:cubicBezTo>
                    <a:pt x="6785" y="1"/>
                    <a:pt x="0" y="6786"/>
                    <a:pt x="0" y="15104"/>
                  </a:cubicBezTo>
                  <a:cubicBezTo>
                    <a:pt x="0" y="19964"/>
                    <a:pt x="2316" y="24302"/>
                    <a:pt x="5904" y="27075"/>
                  </a:cubicBezTo>
                  <a:cubicBezTo>
                    <a:pt x="5643" y="31185"/>
                    <a:pt x="5709" y="38035"/>
                    <a:pt x="8188" y="44396"/>
                  </a:cubicBezTo>
                  <a:cubicBezTo>
                    <a:pt x="10960" y="51605"/>
                    <a:pt x="16179" y="56400"/>
                    <a:pt x="23193" y="58260"/>
                  </a:cubicBezTo>
                  <a:cubicBezTo>
                    <a:pt x="24512" y="58613"/>
                    <a:pt x="25856" y="58781"/>
                    <a:pt x="27190" y="58781"/>
                  </a:cubicBezTo>
                  <a:cubicBezTo>
                    <a:pt x="35224" y="58781"/>
                    <a:pt x="42886" y="52668"/>
                    <a:pt x="42438" y="43940"/>
                  </a:cubicBezTo>
                  <a:lnTo>
                    <a:pt x="42438" y="43940"/>
                  </a:lnTo>
                  <a:cubicBezTo>
                    <a:pt x="43123" y="44364"/>
                    <a:pt x="43711" y="44951"/>
                    <a:pt x="44102" y="45668"/>
                  </a:cubicBezTo>
                  <a:lnTo>
                    <a:pt x="48408" y="53693"/>
                  </a:lnTo>
                  <a:cubicBezTo>
                    <a:pt x="48988" y="54760"/>
                    <a:pt x="49930" y="55205"/>
                    <a:pt x="50886" y="55205"/>
                  </a:cubicBezTo>
                  <a:cubicBezTo>
                    <a:pt x="52940" y="55205"/>
                    <a:pt x="55059" y="53149"/>
                    <a:pt x="53790" y="50790"/>
                  </a:cubicBezTo>
                  <a:lnTo>
                    <a:pt x="49484" y="42765"/>
                  </a:lnTo>
                  <a:cubicBezTo>
                    <a:pt x="47625" y="39340"/>
                    <a:pt x="43939" y="37155"/>
                    <a:pt x="40025" y="37155"/>
                  </a:cubicBezTo>
                  <a:cubicBezTo>
                    <a:pt x="38752" y="35458"/>
                    <a:pt x="36991" y="33893"/>
                    <a:pt x="34610" y="32653"/>
                  </a:cubicBezTo>
                  <a:cubicBezTo>
                    <a:pt x="36371" y="29848"/>
                    <a:pt x="37611" y="26586"/>
                    <a:pt x="39079" y="23585"/>
                  </a:cubicBezTo>
                  <a:cubicBezTo>
                    <a:pt x="40229" y="21219"/>
                    <a:pt x="38173" y="19243"/>
                    <a:pt x="36159" y="19243"/>
                  </a:cubicBezTo>
                  <a:cubicBezTo>
                    <a:pt x="35146" y="19243"/>
                    <a:pt x="34144" y="19742"/>
                    <a:pt x="33566" y="20943"/>
                  </a:cubicBezTo>
                  <a:cubicBezTo>
                    <a:pt x="32196" y="23748"/>
                    <a:pt x="31119" y="27597"/>
                    <a:pt x="28999" y="29946"/>
                  </a:cubicBezTo>
                  <a:cubicBezTo>
                    <a:pt x="27401" y="29000"/>
                    <a:pt x="25998" y="27923"/>
                    <a:pt x="24791" y="26684"/>
                  </a:cubicBezTo>
                  <a:cubicBezTo>
                    <a:pt x="28086" y="23911"/>
                    <a:pt x="30206" y="19768"/>
                    <a:pt x="30206" y="15104"/>
                  </a:cubicBezTo>
                  <a:cubicBezTo>
                    <a:pt x="30206" y="6786"/>
                    <a:pt x="23421" y="1"/>
                    <a:pt x="15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64"/>
            <p:cNvSpPr/>
            <p:nvPr/>
          </p:nvSpPr>
          <p:spPr>
            <a:xfrm>
              <a:off x="4441725" y="2225475"/>
              <a:ext cx="1376050" cy="1469550"/>
            </a:xfrm>
            <a:custGeom>
              <a:rect b="b" l="l" r="r" t="t"/>
              <a:pathLst>
                <a:path extrusionOk="0" h="58782" w="55042">
                  <a:moveTo>
                    <a:pt x="39938" y="6101"/>
                  </a:moveTo>
                  <a:cubicBezTo>
                    <a:pt x="44896" y="6101"/>
                    <a:pt x="48909" y="10145"/>
                    <a:pt x="48909" y="15104"/>
                  </a:cubicBezTo>
                  <a:cubicBezTo>
                    <a:pt x="48909" y="20062"/>
                    <a:pt x="44896" y="24107"/>
                    <a:pt x="39938" y="24107"/>
                  </a:cubicBezTo>
                  <a:cubicBezTo>
                    <a:pt x="34980" y="24107"/>
                    <a:pt x="30935" y="20062"/>
                    <a:pt x="30935" y="15104"/>
                  </a:cubicBezTo>
                  <a:cubicBezTo>
                    <a:pt x="30935" y="10145"/>
                    <a:pt x="34980" y="6101"/>
                    <a:pt x="39938" y="6101"/>
                  </a:cubicBezTo>
                  <a:close/>
                  <a:moveTo>
                    <a:pt x="35861" y="29652"/>
                  </a:moveTo>
                  <a:cubicBezTo>
                    <a:pt x="37165" y="30015"/>
                    <a:pt x="38541" y="30196"/>
                    <a:pt x="39908" y="30196"/>
                  </a:cubicBezTo>
                  <a:cubicBezTo>
                    <a:pt x="41002" y="30196"/>
                    <a:pt x="42091" y="30080"/>
                    <a:pt x="43135" y="29848"/>
                  </a:cubicBezTo>
                  <a:lnTo>
                    <a:pt x="43135" y="29848"/>
                  </a:lnTo>
                  <a:cubicBezTo>
                    <a:pt x="43167" y="33338"/>
                    <a:pt x="42809" y="37742"/>
                    <a:pt x="41276" y="41852"/>
                  </a:cubicBezTo>
                  <a:cubicBezTo>
                    <a:pt x="39220" y="47430"/>
                    <a:pt x="35502" y="50953"/>
                    <a:pt x="30250" y="52355"/>
                  </a:cubicBezTo>
                  <a:cubicBezTo>
                    <a:pt x="29416" y="52582"/>
                    <a:pt x="28555" y="52692"/>
                    <a:pt x="27696" y="52692"/>
                  </a:cubicBezTo>
                  <a:cubicBezTo>
                    <a:pt x="23248" y="52692"/>
                    <a:pt x="18867" y="49742"/>
                    <a:pt x="18703" y="44820"/>
                  </a:cubicBezTo>
                  <a:lnTo>
                    <a:pt x="18703" y="44820"/>
                  </a:lnTo>
                  <a:lnTo>
                    <a:pt x="24183" y="48245"/>
                  </a:lnTo>
                  <a:cubicBezTo>
                    <a:pt x="24723" y="48584"/>
                    <a:pt x="25261" y="48731"/>
                    <a:pt x="25769" y="48731"/>
                  </a:cubicBezTo>
                  <a:cubicBezTo>
                    <a:pt x="28394" y="48731"/>
                    <a:pt x="30227" y="44808"/>
                    <a:pt x="27412" y="43059"/>
                  </a:cubicBezTo>
                  <a:lnTo>
                    <a:pt x="21410" y="39275"/>
                  </a:lnTo>
                  <a:cubicBezTo>
                    <a:pt x="22715" y="38198"/>
                    <a:pt x="24281" y="37644"/>
                    <a:pt x="25814" y="36959"/>
                  </a:cubicBezTo>
                  <a:lnTo>
                    <a:pt x="33349" y="39960"/>
                  </a:lnTo>
                  <a:cubicBezTo>
                    <a:pt x="33733" y="40113"/>
                    <a:pt x="34104" y="40182"/>
                    <a:pt x="34454" y="40182"/>
                  </a:cubicBezTo>
                  <a:cubicBezTo>
                    <a:pt x="37319" y="40182"/>
                    <a:pt x="38855" y="35563"/>
                    <a:pt x="35600" y="34284"/>
                  </a:cubicBezTo>
                  <a:lnTo>
                    <a:pt x="32370" y="32979"/>
                  </a:lnTo>
                  <a:cubicBezTo>
                    <a:pt x="33675" y="31968"/>
                    <a:pt x="34817" y="30859"/>
                    <a:pt x="35861" y="29652"/>
                  </a:cubicBezTo>
                  <a:close/>
                  <a:moveTo>
                    <a:pt x="39938" y="1"/>
                  </a:moveTo>
                  <a:cubicBezTo>
                    <a:pt x="31620" y="1"/>
                    <a:pt x="24835" y="6786"/>
                    <a:pt x="24835" y="15104"/>
                  </a:cubicBezTo>
                  <a:cubicBezTo>
                    <a:pt x="24835" y="19768"/>
                    <a:pt x="26955" y="23911"/>
                    <a:pt x="30250" y="26684"/>
                  </a:cubicBezTo>
                  <a:cubicBezTo>
                    <a:pt x="29043" y="27923"/>
                    <a:pt x="27640" y="29000"/>
                    <a:pt x="26042" y="29946"/>
                  </a:cubicBezTo>
                  <a:cubicBezTo>
                    <a:pt x="23922" y="27597"/>
                    <a:pt x="22845" y="23748"/>
                    <a:pt x="21475" y="20943"/>
                  </a:cubicBezTo>
                  <a:cubicBezTo>
                    <a:pt x="20897" y="19742"/>
                    <a:pt x="19895" y="19243"/>
                    <a:pt x="18882" y="19243"/>
                  </a:cubicBezTo>
                  <a:cubicBezTo>
                    <a:pt x="16868" y="19243"/>
                    <a:pt x="14812" y="21219"/>
                    <a:pt x="15963" y="23585"/>
                  </a:cubicBezTo>
                  <a:cubicBezTo>
                    <a:pt x="17430" y="26586"/>
                    <a:pt x="18670" y="29848"/>
                    <a:pt x="20431" y="32653"/>
                  </a:cubicBezTo>
                  <a:cubicBezTo>
                    <a:pt x="18050" y="33893"/>
                    <a:pt x="16289" y="35458"/>
                    <a:pt x="15017" y="37155"/>
                  </a:cubicBezTo>
                  <a:cubicBezTo>
                    <a:pt x="14071" y="37155"/>
                    <a:pt x="13157" y="37285"/>
                    <a:pt x="12244" y="37513"/>
                  </a:cubicBezTo>
                  <a:cubicBezTo>
                    <a:pt x="9373" y="38264"/>
                    <a:pt x="6959" y="40188"/>
                    <a:pt x="5557" y="42765"/>
                  </a:cubicBezTo>
                  <a:lnTo>
                    <a:pt x="1251" y="50790"/>
                  </a:lnTo>
                  <a:cubicBezTo>
                    <a:pt x="0" y="53112"/>
                    <a:pt x="2113" y="55221"/>
                    <a:pt x="4167" y="55221"/>
                  </a:cubicBezTo>
                  <a:cubicBezTo>
                    <a:pt x="5113" y="55221"/>
                    <a:pt x="6047" y="54773"/>
                    <a:pt x="6633" y="53693"/>
                  </a:cubicBezTo>
                  <a:lnTo>
                    <a:pt x="10939" y="45668"/>
                  </a:lnTo>
                  <a:cubicBezTo>
                    <a:pt x="11330" y="44951"/>
                    <a:pt x="11918" y="44364"/>
                    <a:pt x="12603" y="43940"/>
                  </a:cubicBezTo>
                  <a:lnTo>
                    <a:pt x="12603" y="43940"/>
                  </a:lnTo>
                  <a:cubicBezTo>
                    <a:pt x="12127" y="52668"/>
                    <a:pt x="19809" y="58781"/>
                    <a:pt x="27850" y="58781"/>
                  </a:cubicBezTo>
                  <a:cubicBezTo>
                    <a:pt x="29185" y="58781"/>
                    <a:pt x="30529" y="58613"/>
                    <a:pt x="31848" y="58260"/>
                  </a:cubicBezTo>
                  <a:cubicBezTo>
                    <a:pt x="45908" y="54508"/>
                    <a:pt x="49985" y="40025"/>
                    <a:pt x="49137" y="27075"/>
                  </a:cubicBezTo>
                  <a:cubicBezTo>
                    <a:pt x="52725" y="24302"/>
                    <a:pt x="55041" y="19964"/>
                    <a:pt x="55041" y="15104"/>
                  </a:cubicBezTo>
                  <a:cubicBezTo>
                    <a:pt x="55041" y="6786"/>
                    <a:pt x="48256" y="1"/>
                    <a:pt x="399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 name="Google Shape;2290;p164"/>
          <p:cNvGrpSpPr/>
          <p:nvPr/>
        </p:nvGrpSpPr>
        <p:grpSpPr>
          <a:xfrm>
            <a:off x="2634895" y="2589021"/>
            <a:ext cx="487151" cy="477751"/>
            <a:chOff x="1143325" y="265525"/>
            <a:chExt cx="5266500" cy="5164875"/>
          </a:xfrm>
        </p:grpSpPr>
        <p:sp>
          <p:nvSpPr>
            <p:cNvPr id="2291" name="Google Shape;2291;p164"/>
            <p:cNvSpPr/>
            <p:nvPr/>
          </p:nvSpPr>
          <p:spPr>
            <a:xfrm>
              <a:off x="1143325" y="265525"/>
              <a:ext cx="5266500" cy="5164875"/>
            </a:xfrm>
            <a:custGeom>
              <a:rect b="b" l="l" r="r" t="t"/>
              <a:pathLst>
                <a:path extrusionOk="0" h="206595" w="210660">
                  <a:moveTo>
                    <a:pt x="37477" y="9905"/>
                  </a:moveTo>
                  <a:cubicBezTo>
                    <a:pt x="38063" y="9905"/>
                    <a:pt x="38647" y="10133"/>
                    <a:pt x="39079" y="10582"/>
                  </a:cubicBezTo>
                  <a:lnTo>
                    <a:pt x="43189" y="14725"/>
                  </a:lnTo>
                  <a:lnTo>
                    <a:pt x="17810" y="39875"/>
                  </a:lnTo>
                  <a:lnTo>
                    <a:pt x="13700" y="35699"/>
                  </a:lnTo>
                  <a:cubicBezTo>
                    <a:pt x="12820" y="34818"/>
                    <a:pt x="12852" y="33416"/>
                    <a:pt x="13733" y="32535"/>
                  </a:cubicBezTo>
                  <a:lnTo>
                    <a:pt x="35915" y="10549"/>
                  </a:lnTo>
                  <a:cubicBezTo>
                    <a:pt x="36347" y="10117"/>
                    <a:pt x="36913" y="9905"/>
                    <a:pt x="37477" y="9905"/>
                  </a:cubicBezTo>
                  <a:close/>
                  <a:moveTo>
                    <a:pt x="48832" y="17791"/>
                  </a:moveTo>
                  <a:cubicBezTo>
                    <a:pt x="54410" y="18215"/>
                    <a:pt x="59662" y="20433"/>
                    <a:pt x="63902" y="24119"/>
                  </a:cubicBezTo>
                  <a:lnTo>
                    <a:pt x="27368" y="60653"/>
                  </a:lnTo>
                  <a:cubicBezTo>
                    <a:pt x="23584" y="56380"/>
                    <a:pt x="21366" y="51031"/>
                    <a:pt x="21007" y="45322"/>
                  </a:cubicBezTo>
                  <a:lnTo>
                    <a:pt x="48832" y="17791"/>
                  </a:lnTo>
                  <a:close/>
                  <a:moveTo>
                    <a:pt x="103396" y="60275"/>
                  </a:moveTo>
                  <a:cubicBezTo>
                    <a:pt x="105597" y="60275"/>
                    <a:pt x="107431" y="61965"/>
                    <a:pt x="107646" y="64176"/>
                  </a:cubicBezTo>
                  <a:cubicBezTo>
                    <a:pt x="107841" y="66525"/>
                    <a:pt x="106112" y="68613"/>
                    <a:pt x="103731" y="68808"/>
                  </a:cubicBezTo>
                  <a:lnTo>
                    <a:pt x="101513" y="69004"/>
                  </a:lnTo>
                  <a:cubicBezTo>
                    <a:pt x="101774" y="66166"/>
                    <a:pt x="101611" y="63263"/>
                    <a:pt x="101089" y="60458"/>
                  </a:cubicBezTo>
                  <a:lnTo>
                    <a:pt x="102981" y="60295"/>
                  </a:lnTo>
                  <a:cubicBezTo>
                    <a:pt x="103120" y="60281"/>
                    <a:pt x="103259" y="60275"/>
                    <a:pt x="103396" y="60275"/>
                  </a:cubicBezTo>
                  <a:close/>
                  <a:moveTo>
                    <a:pt x="68273" y="28392"/>
                  </a:moveTo>
                  <a:lnTo>
                    <a:pt x="74406" y="34525"/>
                  </a:lnTo>
                  <a:lnTo>
                    <a:pt x="37774" y="71157"/>
                  </a:lnTo>
                  <a:lnTo>
                    <a:pt x="31641" y="65024"/>
                  </a:lnTo>
                  <a:lnTo>
                    <a:pt x="68273" y="28392"/>
                  </a:lnTo>
                  <a:close/>
                  <a:moveTo>
                    <a:pt x="78712" y="38863"/>
                  </a:moveTo>
                  <a:lnTo>
                    <a:pt x="84844" y="44963"/>
                  </a:lnTo>
                  <a:lnTo>
                    <a:pt x="48212" y="81595"/>
                  </a:lnTo>
                  <a:lnTo>
                    <a:pt x="42080" y="75495"/>
                  </a:lnTo>
                  <a:lnTo>
                    <a:pt x="78712" y="38863"/>
                  </a:lnTo>
                  <a:close/>
                  <a:moveTo>
                    <a:pt x="89118" y="49334"/>
                  </a:moveTo>
                  <a:lnTo>
                    <a:pt x="89118" y="49334"/>
                  </a:lnTo>
                  <a:cubicBezTo>
                    <a:pt x="98023" y="59512"/>
                    <a:pt x="97631" y="75039"/>
                    <a:pt x="87943" y="84727"/>
                  </a:cubicBezTo>
                  <a:cubicBezTo>
                    <a:pt x="83050" y="89620"/>
                    <a:pt x="76559" y="92295"/>
                    <a:pt x="69643" y="92295"/>
                  </a:cubicBezTo>
                  <a:cubicBezTo>
                    <a:pt x="63283" y="92295"/>
                    <a:pt x="57313" y="90044"/>
                    <a:pt x="52583" y="85901"/>
                  </a:cubicBezTo>
                  <a:lnTo>
                    <a:pt x="89118" y="49334"/>
                  </a:lnTo>
                  <a:close/>
                  <a:moveTo>
                    <a:pt x="95087" y="85803"/>
                  </a:moveTo>
                  <a:lnTo>
                    <a:pt x="96979" y="87663"/>
                  </a:lnTo>
                  <a:cubicBezTo>
                    <a:pt x="98643" y="89359"/>
                    <a:pt x="98643" y="92066"/>
                    <a:pt x="96979" y="93730"/>
                  </a:cubicBezTo>
                  <a:cubicBezTo>
                    <a:pt x="96147" y="94562"/>
                    <a:pt x="95046" y="94978"/>
                    <a:pt x="93945" y="94978"/>
                  </a:cubicBezTo>
                  <a:cubicBezTo>
                    <a:pt x="92844" y="94978"/>
                    <a:pt x="91743" y="94562"/>
                    <a:pt x="90912" y="93730"/>
                  </a:cubicBezTo>
                  <a:lnTo>
                    <a:pt x="89052" y="91871"/>
                  </a:lnTo>
                  <a:cubicBezTo>
                    <a:pt x="91336" y="90109"/>
                    <a:pt x="93358" y="88087"/>
                    <a:pt x="95087" y="85803"/>
                  </a:cubicBezTo>
                  <a:close/>
                  <a:moveTo>
                    <a:pt x="63674" y="97873"/>
                  </a:moveTo>
                  <a:cubicBezTo>
                    <a:pt x="65599" y="98231"/>
                    <a:pt x="67586" y="98405"/>
                    <a:pt x="69560" y="98405"/>
                  </a:cubicBezTo>
                  <a:cubicBezTo>
                    <a:pt x="70463" y="98405"/>
                    <a:pt x="71363" y="98368"/>
                    <a:pt x="72253" y="98297"/>
                  </a:cubicBezTo>
                  <a:lnTo>
                    <a:pt x="72253" y="98297"/>
                  </a:lnTo>
                  <a:lnTo>
                    <a:pt x="72057" y="100515"/>
                  </a:lnTo>
                  <a:cubicBezTo>
                    <a:pt x="71872" y="102742"/>
                    <a:pt x="69956" y="104412"/>
                    <a:pt x="67783" y="104412"/>
                  </a:cubicBezTo>
                  <a:cubicBezTo>
                    <a:pt x="67665" y="104412"/>
                    <a:pt x="67545" y="104407"/>
                    <a:pt x="67425" y="104397"/>
                  </a:cubicBezTo>
                  <a:cubicBezTo>
                    <a:pt x="65044" y="104201"/>
                    <a:pt x="63315" y="102113"/>
                    <a:pt x="63511" y="99765"/>
                  </a:cubicBezTo>
                  <a:lnTo>
                    <a:pt x="63674" y="97873"/>
                  </a:lnTo>
                  <a:close/>
                  <a:moveTo>
                    <a:pt x="113550" y="66753"/>
                  </a:moveTo>
                  <a:cubicBezTo>
                    <a:pt x="125065" y="67308"/>
                    <a:pt x="136090" y="71124"/>
                    <a:pt x="145517" y="77811"/>
                  </a:cubicBezTo>
                  <a:cubicBezTo>
                    <a:pt x="154031" y="83846"/>
                    <a:pt x="160751" y="91871"/>
                    <a:pt x="165187" y="101167"/>
                  </a:cubicBezTo>
                  <a:cubicBezTo>
                    <a:pt x="162741" y="100808"/>
                    <a:pt x="160229" y="100645"/>
                    <a:pt x="157684" y="100645"/>
                  </a:cubicBezTo>
                  <a:cubicBezTo>
                    <a:pt x="143984" y="100645"/>
                    <a:pt x="131458" y="105897"/>
                    <a:pt x="122031" y="114476"/>
                  </a:cubicBezTo>
                  <a:lnTo>
                    <a:pt x="103144" y="95589"/>
                  </a:lnTo>
                  <a:cubicBezTo>
                    <a:pt x="105199" y="91642"/>
                    <a:pt x="104612" y="86651"/>
                    <a:pt x="101285" y="83357"/>
                  </a:cubicBezTo>
                  <a:lnTo>
                    <a:pt x="98382" y="80454"/>
                  </a:lnTo>
                  <a:cubicBezTo>
                    <a:pt x="99230" y="78757"/>
                    <a:pt x="99882" y="77029"/>
                    <a:pt x="100404" y="75267"/>
                  </a:cubicBezTo>
                  <a:lnTo>
                    <a:pt x="104286" y="74908"/>
                  </a:lnTo>
                  <a:cubicBezTo>
                    <a:pt x="108918" y="74517"/>
                    <a:pt x="112604" y="71092"/>
                    <a:pt x="113550" y="66753"/>
                  </a:cubicBezTo>
                  <a:close/>
                  <a:moveTo>
                    <a:pt x="83703" y="95165"/>
                  </a:moveTo>
                  <a:lnTo>
                    <a:pt x="86573" y="98068"/>
                  </a:lnTo>
                  <a:cubicBezTo>
                    <a:pt x="88563" y="100026"/>
                    <a:pt x="91173" y="101102"/>
                    <a:pt x="93945" y="101102"/>
                  </a:cubicBezTo>
                  <a:cubicBezTo>
                    <a:pt x="95674" y="101102"/>
                    <a:pt x="97338" y="100678"/>
                    <a:pt x="98806" y="99895"/>
                  </a:cubicBezTo>
                  <a:lnTo>
                    <a:pt x="117758" y="118847"/>
                  </a:lnTo>
                  <a:cubicBezTo>
                    <a:pt x="109635" y="128144"/>
                    <a:pt x="104710" y="140311"/>
                    <a:pt x="104710" y="153620"/>
                  </a:cubicBezTo>
                  <a:cubicBezTo>
                    <a:pt x="104710" y="156621"/>
                    <a:pt x="104971" y="159557"/>
                    <a:pt x="105460" y="162427"/>
                  </a:cubicBezTo>
                  <a:cubicBezTo>
                    <a:pt x="95968" y="158122"/>
                    <a:pt x="87747" y="151467"/>
                    <a:pt x="81517" y="142953"/>
                  </a:cubicBezTo>
                  <a:cubicBezTo>
                    <a:pt x="74536" y="133363"/>
                    <a:pt x="70557" y="122142"/>
                    <a:pt x="69970" y="110301"/>
                  </a:cubicBezTo>
                  <a:cubicBezTo>
                    <a:pt x="74308" y="109355"/>
                    <a:pt x="77733" y="105701"/>
                    <a:pt x="78157" y="101037"/>
                  </a:cubicBezTo>
                  <a:lnTo>
                    <a:pt x="78483" y="97188"/>
                  </a:lnTo>
                  <a:cubicBezTo>
                    <a:pt x="80278" y="96666"/>
                    <a:pt x="82039" y="95981"/>
                    <a:pt x="83703" y="95165"/>
                  </a:cubicBezTo>
                  <a:close/>
                  <a:moveTo>
                    <a:pt x="157684" y="106745"/>
                  </a:moveTo>
                  <a:cubicBezTo>
                    <a:pt x="183519" y="106745"/>
                    <a:pt x="204527" y="127785"/>
                    <a:pt x="204527" y="153620"/>
                  </a:cubicBezTo>
                  <a:cubicBezTo>
                    <a:pt x="204527" y="179455"/>
                    <a:pt x="183519" y="200462"/>
                    <a:pt x="157684" y="200462"/>
                  </a:cubicBezTo>
                  <a:cubicBezTo>
                    <a:pt x="131850" y="200462"/>
                    <a:pt x="110842" y="179455"/>
                    <a:pt x="110842" y="153620"/>
                  </a:cubicBezTo>
                  <a:cubicBezTo>
                    <a:pt x="110842" y="127785"/>
                    <a:pt x="131850" y="106745"/>
                    <a:pt x="157684" y="106745"/>
                  </a:cubicBezTo>
                  <a:close/>
                  <a:moveTo>
                    <a:pt x="26895" y="0"/>
                  </a:moveTo>
                  <a:cubicBezTo>
                    <a:pt x="24047" y="0"/>
                    <a:pt x="22508" y="4429"/>
                    <a:pt x="25639" y="5852"/>
                  </a:cubicBezTo>
                  <a:cubicBezTo>
                    <a:pt x="27009" y="6472"/>
                    <a:pt x="28249" y="7353"/>
                    <a:pt x="29325" y="8429"/>
                  </a:cubicBezTo>
                  <a:lnTo>
                    <a:pt x="29358" y="8462"/>
                  </a:lnTo>
                  <a:lnTo>
                    <a:pt x="11547" y="26044"/>
                  </a:lnTo>
                  <a:cubicBezTo>
                    <a:pt x="6948" y="21086"/>
                    <a:pt x="6687" y="13224"/>
                    <a:pt x="11645" y="8331"/>
                  </a:cubicBezTo>
                  <a:cubicBezTo>
                    <a:pt x="12265" y="7711"/>
                    <a:pt x="12950" y="7157"/>
                    <a:pt x="13700" y="6700"/>
                  </a:cubicBezTo>
                  <a:cubicBezTo>
                    <a:pt x="16472" y="4907"/>
                    <a:pt x="14649" y="1031"/>
                    <a:pt x="12039" y="1031"/>
                  </a:cubicBezTo>
                  <a:cubicBezTo>
                    <a:pt x="11516" y="1031"/>
                    <a:pt x="10961" y="1187"/>
                    <a:pt x="10406" y="1546"/>
                  </a:cubicBezTo>
                  <a:cubicBezTo>
                    <a:pt x="9297" y="2231"/>
                    <a:pt x="8253" y="3079"/>
                    <a:pt x="7340" y="3993"/>
                  </a:cubicBezTo>
                  <a:cubicBezTo>
                    <a:pt x="65" y="11202"/>
                    <a:pt x="0" y="23793"/>
                    <a:pt x="7633" y="30774"/>
                  </a:cubicBezTo>
                  <a:cubicBezTo>
                    <a:pt x="6328" y="33840"/>
                    <a:pt x="6883" y="37526"/>
                    <a:pt x="9362" y="40005"/>
                  </a:cubicBezTo>
                  <a:lnTo>
                    <a:pt x="14907" y="45616"/>
                  </a:lnTo>
                  <a:cubicBezTo>
                    <a:pt x="15364" y="53412"/>
                    <a:pt x="18626" y="60686"/>
                    <a:pt x="24204" y="66264"/>
                  </a:cubicBezTo>
                  <a:lnTo>
                    <a:pt x="33435" y="75495"/>
                  </a:lnTo>
                  <a:lnTo>
                    <a:pt x="29815" y="79084"/>
                  </a:lnTo>
                  <a:cubicBezTo>
                    <a:pt x="27672" y="81252"/>
                    <a:pt x="29757" y="84316"/>
                    <a:pt x="32110" y="84316"/>
                  </a:cubicBezTo>
                  <a:cubicBezTo>
                    <a:pt x="32801" y="84316"/>
                    <a:pt x="33516" y="84052"/>
                    <a:pt x="34153" y="83422"/>
                  </a:cubicBezTo>
                  <a:lnTo>
                    <a:pt x="37774" y="79801"/>
                  </a:lnTo>
                  <a:cubicBezTo>
                    <a:pt x="40840" y="82900"/>
                    <a:pt x="43906" y="85966"/>
                    <a:pt x="47005" y="89033"/>
                  </a:cubicBezTo>
                  <a:cubicBezTo>
                    <a:pt x="50104" y="92132"/>
                    <a:pt x="53725" y="94545"/>
                    <a:pt x="57705" y="96111"/>
                  </a:cubicBezTo>
                  <a:lnTo>
                    <a:pt x="57411" y="99210"/>
                  </a:lnTo>
                  <a:cubicBezTo>
                    <a:pt x="57020" y="103875"/>
                    <a:pt x="59727" y="108083"/>
                    <a:pt x="63837" y="109746"/>
                  </a:cubicBezTo>
                  <a:cubicBezTo>
                    <a:pt x="64326" y="123088"/>
                    <a:pt x="68730" y="135777"/>
                    <a:pt x="76591" y="146542"/>
                  </a:cubicBezTo>
                  <a:cubicBezTo>
                    <a:pt x="84355" y="157208"/>
                    <a:pt x="94956" y="165200"/>
                    <a:pt x="107254" y="169767"/>
                  </a:cubicBezTo>
                  <a:cubicBezTo>
                    <a:pt x="114104" y="191100"/>
                    <a:pt x="134100" y="206595"/>
                    <a:pt x="157684" y="206595"/>
                  </a:cubicBezTo>
                  <a:cubicBezTo>
                    <a:pt x="186912" y="206595"/>
                    <a:pt x="210659" y="182815"/>
                    <a:pt x="210659" y="153620"/>
                  </a:cubicBezTo>
                  <a:cubicBezTo>
                    <a:pt x="210659" y="129547"/>
                    <a:pt x="194545" y="109192"/>
                    <a:pt x="172527" y="102766"/>
                  </a:cubicBezTo>
                  <a:cubicBezTo>
                    <a:pt x="167764" y="90696"/>
                    <a:pt x="159674" y="80356"/>
                    <a:pt x="149073" y="72821"/>
                  </a:cubicBezTo>
                  <a:cubicBezTo>
                    <a:pt x="138439" y="65285"/>
                    <a:pt x="126011" y="61077"/>
                    <a:pt x="112995" y="60588"/>
                  </a:cubicBezTo>
                  <a:cubicBezTo>
                    <a:pt x="111415" y="56789"/>
                    <a:pt x="107655" y="54151"/>
                    <a:pt x="103402" y="54151"/>
                  </a:cubicBezTo>
                  <a:cubicBezTo>
                    <a:pt x="103090" y="54151"/>
                    <a:pt x="102776" y="54166"/>
                    <a:pt x="102459" y="54195"/>
                  </a:cubicBezTo>
                  <a:lnTo>
                    <a:pt x="99360" y="54456"/>
                  </a:lnTo>
                  <a:cubicBezTo>
                    <a:pt x="97794" y="50574"/>
                    <a:pt x="95446" y="46920"/>
                    <a:pt x="92282" y="43756"/>
                  </a:cubicBezTo>
                  <a:lnTo>
                    <a:pt x="83050" y="34525"/>
                  </a:lnTo>
                  <a:lnTo>
                    <a:pt x="86638" y="30904"/>
                  </a:lnTo>
                  <a:cubicBezTo>
                    <a:pt x="88804" y="28764"/>
                    <a:pt x="86713" y="25690"/>
                    <a:pt x="84371" y="25690"/>
                  </a:cubicBezTo>
                  <a:cubicBezTo>
                    <a:pt x="83679" y="25690"/>
                    <a:pt x="82965" y="25959"/>
                    <a:pt x="82333" y="26598"/>
                  </a:cubicBezTo>
                  <a:lnTo>
                    <a:pt x="78712" y="30186"/>
                  </a:lnTo>
                  <a:cubicBezTo>
                    <a:pt x="75646" y="27120"/>
                    <a:pt x="72579" y="24054"/>
                    <a:pt x="69480" y="20955"/>
                  </a:cubicBezTo>
                  <a:cubicBezTo>
                    <a:pt x="63902" y="15377"/>
                    <a:pt x="56596" y="12115"/>
                    <a:pt x="48767" y="11658"/>
                  </a:cubicBezTo>
                  <a:lnTo>
                    <a:pt x="43450" y="6276"/>
                  </a:lnTo>
                  <a:cubicBezTo>
                    <a:pt x="41860" y="4665"/>
                    <a:pt x="39663" y="3804"/>
                    <a:pt x="37453" y="3804"/>
                  </a:cubicBezTo>
                  <a:cubicBezTo>
                    <a:pt x="36307" y="3804"/>
                    <a:pt x="35157" y="4036"/>
                    <a:pt x="34088" y="4515"/>
                  </a:cubicBezTo>
                  <a:cubicBezTo>
                    <a:pt x="32392" y="2818"/>
                    <a:pt x="30402" y="1285"/>
                    <a:pt x="28216" y="307"/>
                  </a:cubicBezTo>
                  <a:cubicBezTo>
                    <a:pt x="27755" y="95"/>
                    <a:pt x="27311" y="0"/>
                    <a:pt x="268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64"/>
            <p:cNvSpPr/>
            <p:nvPr/>
          </p:nvSpPr>
          <p:spPr>
            <a:xfrm>
              <a:off x="4319675" y="3340250"/>
              <a:ext cx="1531525" cy="1530700"/>
            </a:xfrm>
            <a:custGeom>
              <a:rect b="b" l="l" r="r" t="t"/>
              <a:pathLst>
                <a:path extrusionOk="0" h="61228" w="61261">
                  <a:moveTo>
                    <a:pt x="30630" y="1"/>
                  </a:moveTo>
                  <a:cubicBezTo>
                    <a:pt x="13766" y="1"/>
                    <a:pt x="0" y="13734"/>
                    <a:pt x="0" y="30631"/>
                  </a:cubicBezTo>
                  <a:cubicBezTo>
                    <a:pt x="0" y="38819"/>
                    <a:pt x="3491" y="46843"/>
                    <a:pt x="9591" y="52649"/>
                  </a:cubicBezTo>
                  <a:cubicBezTo>
                    <a:pt x="15235" y="58047"/>
                    <a:pt x="22949" y="61228"/>
                    <a:pt x="30749" y="61228"/>
                  </a:cubicBezTo>
                  <a:cubicBezTo>
                    <a:pt x="31198" y="61228"/>
                    <a:pt x="31648" y="61217"/>
                    <a:pt x="32098" y="61196"/>
                  </a:cubicBezTo>
                  <a:cubicBezTo>
                    <a:pt x="35983" y="61035"/>
                    <a:pt x="35760" y="55091"/>
                    <a:pt x="31988" y="55091"/>
                  </a:cubicBezTo>
                  <a:cubicBezTo>
                    <a:pt x="31928" y="55091"/>
                    <a:pt x="31867" y="55093"/>
                    <a:pt x="31805" y="55096"/>
                  </a:cubicBezTo>
                  <a:cubicBezTo>
                    <a:pt x="31457" y="55112"/>
                    <a:pt x="31110" y="55119"/>
                    <a:pt x="30763" y="55119"/>
                  </a:cubicBezTo>
                  <a:cubicBezTo>
                    <a:pt x="24587" y="55119"/>
                    <a:pt x="18464" y="52662"/>
                    <a:pt x="13831" y="48246"/>
                  </a:cubicBezTo>
                  <a:cubicBezTo>
                    <a:pt x="8938" y="43581"/>
                    <a:pt x="6133" y="37155"/>
                    <a:pt x="6133" y="30631"/>
                  </a:cubicBezTo>
                  <a:cubicBezTo>
                    <a:pt x="6133" y="17126"/>
                    <a:pt x="17126" y="6134"/>
                    <a:pt x="30630" y="6134"/>
                  </a:cubicBezTo>
                  <a:cubicBezTo>
                    <a:pt x="44135" y="6134"/>
                    <a:pt x="55128" y="17126"/>
                    <a:pt x="55128" y="30631"/>
                  </a:cubicBezTo>
                  <a:cubicBezTo>
                    <a:pt x="55128" y="38395"/>
                    <a:pt x="51540" y="45538"/>
                    <a:pt x="45309" y="50236"/>
                  </a:cubicBezTo>
                  <a:cubicBezTo>
                    <a:pt x="42738" y="52171"/>
                    <a:pt x="44669" y="55765"/>
                    <a:pt x="47182" y="55765"/>
                  </a:cubicBezTo>
                  <a:cubicBezTo>
                    <a:pt x="47761" y="55765"/>
                    <a:pt x="48370" y="55574"/>
                    <a:pt x="48963" y="55129"/>
                  </a:cubicBezTo>
                  <a:cubicBezTo>
                    <a:pt x="56661" y="49355"/>
                    <a:pt x="61261" y="40189"/>
                    <a:pt x="61261" y="30631"/>
                  </a:cubicBezTo>
                  <a:cubicBezTo>
                    <a:pt x="61261" y="13734"/>
                    <a:pt x="47528" y="1"/>
                    <a:pt x="306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 name="Google Shape;2293;p164"/>
          <p:cNvGrpSpPr/>
          <p:nvPr/>
        </p:nvGrpSpPr>
        <p:grpSpPr>
          <a:xfrm>
            <a:off x="3541893" y="2612321"/>
            <a:ext cx="581419" cy="431160"/>
            <a:chOff x="1190625" y="912525"/>
            <a:chExt cx="5219200" cy="3870375"/>
          </a:xfrm>
        </p:grpSpPr>
        <p:sp>
          <p:nvSpPr>
            <p:cNvPr id="2294" name="Google Shape;2294;p164"/>
            <p:cNvSpPr/>
            <p:nvPr/>
          </p:nvSpPr>
          <p:spPr>
            <a:xfrm>
              <a:off x="1190625" y="2226300"/>
              <a:ext cx="5219200" cy="2556600"/>
            </a:xfrm>
            <a:custGeom>
              <a:rect b="b" l="l" r="r" t="t"/>
              <a:pathLst>
                <a:path extrusionOk="0" h="102264" w="208768">
                  <a:moveTo>
                    <a:pt x="13276" y="40938"/>
                  </a:moveTo>
                  <a:lnTo>
                    <a:pt x="13276" y="60836"/>
                  </a:lnTo>
                  <a:cubicBezTo>
                    <a:pt x="9329" y="60706"/>
                    <a:pt x="6133" y="57444"/>
                    <a:pt x="6133" y="53432"/>
                  </a:cubicBezTo>
                  <a:lnTo>
                    <a:pt x="6133" y="48343"/>
                  </a:lnTo>
                  <a:cubicBezTo>
                    <a:pt x="6133" y="44331"/>
                    <a:pt x="9329" y="41069"/>
                    <a:pt x="13276" y="40938"/>
                  </a:cubicBezTo>
                  <a:close/>
                  <a:moveTo>
                    <a:pt x="195491" y="40938"/>
                  </a:moveTo>
                  <a:cubicBezTo>
                    <a:pt x="199438" y="41069"/>
                    <a:pt x="202667" y="44331"/>
                    <a:pt x="202667" y="48343"/>
                  </a:cubicBezTo>
                  <a:lnTo>
                    <a:pt x="202667" y="53432"/>
                  </a:lnTo>
                  <a:cubicBezTo>
                    <a:pt x="202667" y="57444"/>
                    <a:pt x="199438" y="60706"/>
                    <a:pt x="195491" y="60836"/>
                  </a:cubicBezTo>
                  <a:lnTo>
                    <a:pt x="195491" y="40938"/>
                  </a:lnTo>
                  <a:close/>
                  <a:moveTo>
                    <a:pt x="81354" y="0"/>
                  </a:moveTo>
                  <a:cubicBezTo>
                    <a:pt x="76657" y="0"/>
                    <a:pt x="72677" y="3099"/>
                    <a:pt x="71372" y="7405"/>
                  </a:cubicBezTo>
                  <a:lnTo>
                    <a:pt x="41492" y="7405"/>
                  </a:lnTo>
                  <a:cubicBezTo>
                    <a:pt x="26194" y="7405"/>
                    <a:pt x="13700" y="19637"/>
                    <a:pt x="13309" y="34806"/>
                  </a:cubicBezTo>
                  <a:cubicBezTo>
                    <a:pt x="5937" y="34936"/>
                    <a:pt x="0" y="40971"/>
                    <a:pt x="0" y="48343"/>
                  </a:cubicBezTo>
                  <a:lnTo>
                    <a:pt x="0" y="53432"/>
                  </a:lnTo>
                  <a:cubicBezTo>
                    <a:pt x="0" y="60804"/>
                    <a:pt x="5937" y="66806"/>
                    <a:pt x="13276" y="66936"/>
                  </a:cubicBezTo>
                  <a:lnTo>
                    <a:pt x="13276" y="74113"/>
                  </a:lnTo>
                  <a:cubicBezTo>
                    <a:pt x="13276" y="82692"/>
                    <a:pt x="17125" y="90683"/>
                    <a:pt x="23845" y="96066"/>
                  </a:cubicBezTo>
                  <a:cubicBezTo>
                    <a:pt x="24435" y="96535"/>
                    <a:pt x="25059" y="96736"/>
                    <a:pt x="25657" y="96736"/>
                  </a:cubicBezTo>
                  <a:cubicBezTo>
                    <a:pt x="28135" y="96736"/>
                    <a:pt x="30184" y="93300"/>
                    <a:pt x="27662" y="91303"/>
                  </a:cubicBezTo>
                  <a:cubicBezTo>
                    <a:pt x="22410" y="87095"/>
                    <a:pt x="19409" y="80800"/>
                    <a:pt x="19409" y="74113"/>
                  </a:cubicBezTo>
                  <a:lnTo>
                    <a:pt x="19409" y="35556"/>
                  </a:lnTo>
                  <a:cubicBezTo>
                    <a:pt x="19409" y="23389"/>
                    <a:pt x="29325" y="13505"/>
                    <a:pt x="41492" y="13505"/>
                  </a:cubicBezTo>
                  <a:lnTo>
                    <a:pt x="71438" y="13505"/>
                  </a:lnTo>
                  <a:cubicBezTo>
                    <a:pt x="72775" y="17713"/>
                    <a:pt x="76689" y="20779"/>
                    <a:pt x="81354" y="20779"/>
                  </a:cubicBezTo>
                  <a:lnTo>
                    <a:pt x="127413" y="20779"/>
                  </a:lnTo>
                  <a:cubicBezTo>
                    <a:pt x="132078" y="20779"/>
                    <a:pt x="135992" y="17713"/>
                    <a:pt x="137330" y="13505"/>
                  </a:cubicBezTo>
                  <a:lnTo>
                    <a:pt x="167275" y="13505"/>
                  </a:lnTo>
                  <a:cubicBezTo>
                    <a:pt x="179442" y="13505"/>
                    <a:pt x="189358" y="23389"/>
                    <a:pt x="189358" y="35556"/>
                  </a:cubicBezTo>
                  <a:lnTo>
                    <a:pt x="189358" y="74113"/>
                  </a:lnTo>
                  <a:cubicBezTo>
                    <a:pt x="189358" y="86247"/>
                    <a:pt x="179442" y="96131"/>
                    <a:pt x="167275" y="96131"/>
                  </a:cubicBezTo>
                  <a:lnTo>
                    <a:pt x="131099" y="96131"/>
                  </a:lnTo>
                  <a:cubicBezTo>
                    <a:pt x="125521" y="96131"/>
                    <a:pt x="120335" y="93358"/>
                    <a:pt x="117268" y="88694"/>
                  </a:cubicBezTo>
                  <a:cubicBezTo>
                    <a:pt x="114267" y="84143"/>
                    <a:pt x="109325" y="81868"/>
                    <a:pt x="104384" y="81868"/>
                  </a:cubicBezTo>
                  <a:cubicBezTo>
                    <a:pt x="99442" y="81868"/>
                    <a:pt x="94500" y="84143"/>
                    <a:pt x="91499" y="88694"/>
                  </a:cubicBezTo>
                  <a:cubicBezTo>
                    <a:pt x="88432" y="93358"/>
                    <a:pt x="83279" y="96131"/>
                    <a:pt x="77668" y="96131"/>
                  </a:cubicBezTo>
                  <a:lnTo>
                    <a:pt x="41492" y="96131"/>
                  </a:lnTo>
                  <a:cubicBezTo>
                    <a:pt x="37545" y="96131"/>
                    <a:pt x="37545" y="102264"/>
                    <a:pt x="41492" y="102264"/>
                  </a:cubicBezTo>
                  <a:lnTo>
                    <a:pt x="77668" y="102264"/>
                  </a:lnTo>
                  <a:cubicBezTo>
                    <a:pt x="85334" y="102264"/>
                    <a:pt x="92412" y="98447"/>
                    <a:pt x="96620" y="92053"/>
                  </a:cubicBezTo>
                  <a:cubicBezTo>
                    <a:pt x="98430" y="89313"/>
                    <a:pt x="101407" y="87943"/>
                    <a:pt x="104384" y="87943"/>
                  </a:cubicBezTo>
                  <a:cubicBezTo>
                    <a:pt x="107360" y="87943"/>
                    <a:pt x="110337" y="89313"/>
                    <a:pt x="112147" y="92053"/>
                  </a:cubicBezTo>
                  <a:cubicBezTo>
                    <a:pt x="116355" y="98447"/>
                    <a:pt x="123434" y="102264"/>
                    <a:pt x="131099" y="102264"/>
                  </a:cubicBezTo>
                  <a:lnTo>
                    <a:pt x="167275" y="102264"/>
                  </a:lnTo>
                  <a:cubicBezTo>
                    <a:pt x="182834" y="102264"/>
                    <a:pt x="195491" y="89640"/>
                    <a:pt x="195491" y="74113"/>
                  </a:cubicBezTo>
                  <a:lnTo>
                    <a:pt x="195491" y="66936"/>
                  </a:lnTo>
                  <a:cubicBezTo>
                    <a:pt x="202830" y="66806"/>
                    <a:pt x="208767" y="60804"/>
                    <a:pt x="208767" y="53432"/>
                  </a:cubicBezTo>
                  <a:lnTo>
                    <a:pt x="208767" y="48343"/>
                  </a:lnTo>
                  <a:cubicBezTo>
                    <a:pt x="208767" y="40971"/>
                    <a:pt x="202830" y="34936"/>
                    <a:pt x="195458" y="34806"/>
                  </a:cubicBezTo>
                  <a:cubicBezTo>
                    <a:pt x="195067" y="19637"/>
                    <a:pt x="182573" y="7405"/>
                    <a:pt x="167275" y="7405"/>
                  </a:cubicBezTo>
                  <a:lnTo>
                    <a:pt x="137395" y="7405"/>
                  </a:lnTo>
                  <a:cubicBezTo>
                    <a:pt x="136090" y="3099"/>
                    <a:pt x="132110" y="0"/>
                    <a:pt x="127413" y="0"/>
                  </a:cubicBezTo>
                  <a:lnTo>
                    <a:pt x="112506" y="0"/>
                  </a:lnTo>
                  <a:cubicBezTo>
                    <a:pt x="108559" y="0"/>
                    <a:pt x="108559" y="6100"/>
                    <a:pt x="112506" y="6100"/>
                  </a:cubicBezTo>
                  <a:lnTo>
                    <a:pt x="127413" y="6100"/>
                  </a:lnTo>
                  <a:cubicBezTo>
                    <a:pt x="129794" y="6100"/>
                    <a:pt x="131719" y="8025"/>
                    <a:pt x="131719" y="10373"/>
                  </a:cubicBezTo>
                  <a:cubicBezTo>
                    <a:pt x="131719" y="12755"/>
                    <a:pt x="129794" y="14679"/>
                    <a:pt x="127413" y="14679"/>
                  </a:cubicBezTo>
                  <a:lnTo>
                    <a:pt x="81354" y="14679"/>
                  </a:lnTo>
                  <a:cubicBezTo>
                    <a:pt x="78973" y="14679"/>
                    <a:pt x="77081" y="12755"/>
                    <a:pt x="77081" y="10373"/>
                  </a:cubicBezTo>
                  <a:cubicBezTo>
                    <a:pt x="77081" y="8025"/>
                    <a:pt x="78973" y="6100"/>
                    <a:pt x="81354" y="6100"/>
                  </a:cubicBezTo>
                  <a:lnTo>
                    <a:pt x="96229" y="6100"/>
                  </a:lnTo>
                  <a:cubicBezTo>
                    <a:pt x="100176" y="6100"/>
                    <a:pt x="100176" y="0"/>
                    <a:pt x="962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64"/>
            <p:cNvSpPr/>
            <p:nvPr/>
          </p:nvSpPr>
          <p:spPr>
            <a:xfrm>
              <a:off x="4479125" y="3233100"/>
              <a:ext cx="1150650" cy="1085300"/>
            </a:xfrm>
            <a:custGeom>
              <a:rect b="b" l="l" r="r" t="t"/>
              <a:pathLst>
                <a:path extrusionOk="0" h="43412" w="46026">
                  <a:moveTo>
                    <a:pt x="41565" y="0"/>
                  </a:moveTo>
                  <a:cubicBezTo>
                    <a:pt x="40872" y="0"/>
                    <a:pt x="40156" y="265"/>
                    <a:pt x="39519" y="894"/>
                  </a:cubicBezTo>
                  <a:lnTo>
                    <a:pt x="2169" y="38179"/>
                  </a:lnTo>
                  <a:cubicBezTo>
                    <a:pt x="1" y="40347"/>
                    <a:pt x="2100" y="43412"/>
                    <a:pt x="4460" y="43412"/>
                  </a:cubicBezTo>
                  <a:cubicBezTo>
                    <a:pt x="5154" y="43412"/>
                    <a:pt x="5870" y="43147"/>
                    <a:pt x="6507" y="42517"/>
                  </a:cubicBezTo>
                  <a:lnTo>
                    <a:pt x="43857" y="5233"/>
                  </a:lnTo>
                  <a:cubicBezTo>
                    <a:pt x="46025" y="3065"/>
                    <a:pt x="43926" y="0"/>
                    <a:pt x="41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64"/>
            <p:cNvSpPr/>
            <p:nvPr/>
          </p:nvSpPr>
          <p:spPr>
            <a:xfrm>
              <a:off x="4953625" y="3706075"/>
              <a:ext cx="681850" cy="618375"/>
            </a:xfrm>
            <a:custGeom>
              <a:rect b="b" l="l" r="r" t="t"/>
              <a:pathLst>
                <a:path extrusionOk="0" h="24735" w="27274">
                  <a:moveTo>
                    <a:pt x="22829" y="1"/>
                  </a:moveTo>
                  <a:cubicBezTo>
                    <a:pt x="22140" y="1"/>
                    <a:pt x="21429" y="265"/>
                    <a:pt x="20800" y="895"/>
                  </a:cubicBezTo>
                  <a:lnTo>
                    <a:pt x="2141" y="19488"/>
                  </a:lnTo>
                  <a:cubicBezTo>
                    <a:pt x="0" y="21654"/>
                    <a:pt x="2079" y="24734"/>
                    <a:pt x="4429" y="24734"/>
                  </a:cubicBezTo>
                  <a:cubicBezTo>
                    <a:pt x="5123" y="24734"/>
                    <a:pt x="5840" y="24466"/>
                    <a:pt x="6479" y="23827"/>
                  </a:cubicBezTo>
                  <a:lnTo>
                    <a:pt x="25105" y="5233"/>
                  </a:lnTo>
                  <a:cubicBezTo>
                    <a:pt x="27274" y="3065"/>
                    <a:pt x="25174" y="1"/>
                    <a:pt x="22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64"/>
            <p:cNvSpPr/>
            <p:nvPr/>
          </p:nvSpPr>
          <p:spPr>
            <a:xfrm>
              <a:off x="1931375" y="2829850"/>
              <a:ext cx="657850" cy="617950"/>
            </a:xfrm>
            <a:custGeom>
              <a:rect b="b" l="l" r="r" t="t"/>
              <a:pathLst>
                <a:path extrusionOk="0" h="24718" w="26314">
                  <a:moveTo>
                    <a:pt x="22937" y="1"/>
                  </a:moveTo>
                  <a:cubicBezTo>
                    <a:pt x="22160" y="1"/>
                    <a:pt x="21383" y="295"/>
                    <a:pt x="20800" y="878"/>
                  </a:cubicBezTo>
                  <a:lnTo>
                    <a:pt x="2142" y="19471"/>
                  </a:lnTo>
                  <a:cubicBezTo>
                    <a:pt x="1" y="21637"/>
                    <a:pt x="2080" y="24717"/>
                    <a:pt x="4430" y="24717"/>
                  </a:cubicBezTo>
                  <a:cubicBezTo>
                    <a:pt x="5124" y="24717"/>
                    <a:pt x="5841" y="24449"/>
                    <a:pt x="6480" y="23809"/>
                  </a:cubicBezTo>
                  <a:lnTo>
                    <a:pt x="25106" y="5216"/>
                  </a:lnTo>
                  <a:cubicBezTo>
                    <a:pt x="26313" y="4042"/>
                    <a:pt x="26313" y="2085"/>
                    <a:pt x="25106" y="910"/>
                  </a:cubicBezTo>
                  <a:cubicBezTo>
                    <a:pt x="24515" y="303"/>
                    <a:pt x="23725" y="1"/>
                    <a:pt x="229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64"/>
            <p:cNvSpPr/>
            <p:nvPr/>
          </p:nvSpPr>
          <p:spPr>
            <a:xfrm>
              <a:off x="3519350" y="1651575"/>
              <a:ext cx="561725" cy="224750"/>
            </a:xfrm>
            <a:custGeom>
              <a:rect b="b" l="l" r="r" t="t"/>
              <a:pathLst>
                <a:path extrusionOk="0" h="8990" w="22469">
                  <a:moveTo>
                    <a:pt x="11235" y="0"/>
                  </a:moveTo>
                  <a:cubicBezTo>
                    <a:pt x="7948" y="0"/>
                    <a:pt x="4662" y="1248"/>
                    <a:pt x="2166" y="3744"/>
                  </a:cubicBezTo>
                  <a:cubicBezTo>
                    <a:pt x="0" y="5910"/>
                    <a:pt x="2074" y="8990"/>
                    <a:pt x="4422" y="8990"/>
                  </a:cubicBezTo>
                  <a:cubicBezTo>
                    <a:pt x="5116" y="8990"/>
                    <a:pt x="5833" y="8721"/>
                    <a:pt x="6472" y="8082"/>
                  </a:cubicBezTo>
                  <a:cubicBezTo>
                    <a:pt x="7793" y="6777"/>
                    <a:pt x="9514" y="6125"/>
                    <a:pt x="11235" y="6125"/>
                  </a:cubicBezTo>
                  <a:cubicBezTo>
                    <a:pt x="12955" y="6125"/>
                    <a:pt x="14676" y="6777"/>
                    <a:pt x="15997" y="8082"/>
                  </a:cubicBezTo>
                  <a:cubicBezTo>
                    <a:pt x="16636" y="8721"/>
                    <a:pt x="17354" y="8990"/>
                    <a:pt x="18047" y="8990"/>
                  </a:cubicBezTo>
                  <a:cubicBezTo>
                    <a:pt x="20396" y="8990"/>
                    <a:pt x="22469" y="5910"/>
                    <a:pt x="20303" y="3744"/>
                  </a:cubicBezTo>
                  <a:cubicBezTo>
                    <a:pt x="17807" y="1248"/>
                    <a:pt x="14521" y="0"/>
                    <a:pt x="11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64"/>
            <p:cNvSpPr/>
            <p:nvPr/>
          </p:nvSpPr>
          <p:spPr>
            <a:xfrm>
              <a:off x="3235300" y="1297650"/>
              <a:ext cx="1121100" cy="341850"/>
            </a:xfrm>
            <a:custGeom>
              <a:rect b="b" l="l" r="r" t="t"/>
              <a:pathLst>
                <a:path extrusionOk="0" h="13674" w="44844">
                  <a:moveTo>
                    <a:pt x="22597" y="0"/>
                  </a:moveTo>
                  <a:cubicBezTo>
                    <a:pt x="15192" y="0"/>
                    <a:pt x="7787" y="2814"/>
                    <a:pt x="2144" y="8441"/>
                  </a:cubicBezTo>
                  <a:cubicBezTo>
                    <a:pt x="1" y="10609"/>
                    <a:pt x="2086" y="13673"/>
                    <a:pt x="4439" y="13673"/>
                  </a:cubicBezTo>
                  <a:cubicBezTo>
                    <a:pt x="5131" y="13673"/>
                    <a:pt x="5845" y="13409"/>
                    <a:pt x="6482" y="12779"/>
                  </a:cubicBezTo>
                  <a:cubicBezTo>
                    <a:pt x="10919" y="8327"/>
                    <a:pt x="16758" y="6100"/>
                    <a:pt x="22597" y="6100"/>
                  </a:cubicBezTo>
                  <a:cubicBezTo>
                    <a:pt x="28436" y="6100"/>
                    <a:pt x="34274" y="8327"/>
                    <a:pt x="38711" y="12779"/>
                  </a:cubicBezTo>
                  <a:cubicBezTo>
                    <a:pt x="39298" y="13366"/>
                    <a:pt x="40081" y="13660"/>
                    <a:pt x="40864" y="13660"/>
                  </a:cubicBezTo>
                  <a:cubicBezTo>
                    <a:pt x="43441" y="13660"/>
                    <a:pt x="44843" y="10267"/>
                    <a:pt x="43049" y="8441"/>
                  </a:cubicBezTo>
                  <a:cubicBezTo>
                    <a:pt x="37406" y="2814"/>
                    <a:pt x="30001" y="0"/>
                    <a:pt x="22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64"/>
            <p:cNvSpPr/>
            <p:nvPr/>
          </p:nvSpPr>
          <p:spPr>
            <a:xfrm>
              <a:off x="2940100" y="912525"/>
              <a:ext cx="1720225" cy="465200"/>
            </a:xfrm>
            <a:custGeom>
              <a:rect b="b" l="l" r="r" t="t"/>
              <a:pathLst>
                <a:path extrusionOk="0" h="18608" w="68809">
                  <a:moveTo>
                    <a:pt x="34405" y="1"/>
                  </a:moveTo>
                  <a:cubicBezTo>
                    <a:pt x="22237" y="1"/>
                    <a:pt x="10788" y="4763"/>
                    <a:pt x="2144" y="13375"/>
                  </a:cubicBezTo>
                  <a:cubicBezTo>
                    <a:pt x="1" y="15543"/>
                    <a:pt x="2086" y="18608"/>
                    <a:pt x="4439" y="18608"/>
                  </a:cubicBezTo>
                  <a:cubicBezTo>
                    <a:pt x="5130" y="18608"/>
                    <a:pt x="5845" y="18343"/>
                    <a:pt x="6482" y="17713"/>
                  </a:cubicBezTo>
                  <a:cubicBezTo>
                    <a:pt x="13952" y="10243"/>
                    <a:pt x="23868" y="6133"/>
                    <a:pt x="34405" y="6133"/>
                  </a:cubicBezTo>
                  <a:cubicBezTo>
                    <a:pt x="44941" y="6133"/>
                    <a:pt x="54857" y="10243"/>
                    <a:pt x="62327" y="17713"/>
                  </a:cubicBezTo>
                  <a:cubicBezTo>
                    <a:pt x="62964" y="18343"/>
                    <a:pt x="63679" y="18608"/>
                    <a:pt x="64370" y="18608"/>
                  </a:cubicBezTo>
                  <a:cubicBezTo>
                    <a:pt x="66723" y="18608"/>
                    <a:pt x="68809" y="15543"/>
                    <a:pt x="66666" y="13375"/>
                  </a:cubicBezTo>
                  <a:cubicBezTo>
                    <a:pt x="58021" y="4763"/>
                    <a:pt x="46572" y="1"/>
                    <a:pt x="34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 name="Google Shape;2301;p164"/>
          <p:cNvGrpSpPr/>
          <p:nvPr/>
        </p:nvGrpSpPr>
        <p:grpSpPr>
          <a:xfrm>
            <a:off x="4551303" y="2595818"/>
            <a:ext cx="464509" cy="464509"/>
            <a:chOff x="1190625" y="238125"/>
            <a:chExt cx="5219200" cy="5219200"/>
          </a:xfrm>
        </p:grpSpPr>
        <p:sp>
          <p:nvSpPr>
            <p:cNvPr id="2302" name="Google Shape;2302;p164"/>
            <p:cNvSpPr/>
            <p:nvPr/>
          </p:nvSpPr>
          <p:spPr>
            <a:xfrm>
              <a:off x="1190625" y="238125"/>
              <a:ext cx="5219200" cy="5219200"/>
            </a:xfrm>
            <a:custGeom>
              <a:rect b="b" l="l" r="r" t="t"/>
              <a:pathLst>
                <a:path extrusionOk="0" h="208768" w="208768">
                  <a:moveTo>
                    <a:pt x="132665" y="40775"/>
                  </a:moveTo>
                  <a:cubicBezTo>
                    <a:pt x="135014" y="40775"/>
                    <a:pt x="136938" y="42699"/>
                    <a:pt x="136938" y="45048"/>
                  </a:cubicBezTo>
                  <a:cubicBezTo>
                    <a:pt x="136938" y="47429"/>
                    <a:pt x="135014" y="49321"/>
                    <a:pt x="132665" y="49321"/>
                  </a:cubicBezTo>
                  <a:cubicBezTo>
                    <a:pt x="130284" y="49321"/>
                    <a:pt x="128359" y="47429"/>
                    <a:pt x="128359" y="45048"/>
                  </a:cubicBezTo>
                  <a:cubicBezTo>
                    <a:pt x="128359" y="42699"/>
                    <a:pt x="130284" y="40775"/>
                    <a:pt x="132665" y="40775"/>
                  </a:cubicBezTo>
                  <a:close/>
                  <a:moveTo>
                    <a:pt x="156021" y="62663"/>
                  </a:moveTo>
                  <a:cubicBezTo>
                    <a:pt x="158402" y="62663"/>
                    <a:pt x="160327" y="64587"/>
                    <a:pt x="160327" y="66936"/>
                  </a:cubicBezTo>
                  <a:cubicBezTo>
                    <a:pt x="160327" y="69285"/>
                    <a:pt x="158402" y="71209"/>
                    <a:pt x="156021" y="71209"/>
                  </a:cubicBezTo>
                  <a:cubicBezTo>
                    <a:pt x="153672" y="71209"/>
                    <a:pt x="151748" y="69285"/>
                    <a:pt x="151748" y="66936"/>
                  </a:cubicBezTo>
                  <a:cubicBezTo>
                    <a:pt x="151748" y="64587"/>
                    <a:pt x="153672" y="62663"/>
                    <a:pt x="156021" y="62663"/>
                  </a:cubicBezTo>
                  <a:close/>
                  <a:moveTo>
                    <a:pt x="182410" y="81419"/>
                  </a:moveTo>
                  <a:cubicBezTo>
                    <a:pt x="184759" y="81419"/>
                    <a:pt x="186683" y="83344"/>
                    <a:pt x="186683" y="85692"/>
                  </a:cubicBezTo>
                  <a:cubicBezTo>
                    <a:pt x="186683" y="88041"/>
                    <a:pt x="184759" y="89966"/>
                    <a:pt x="182410" y="89966"/>
                  </a:cubicBezTo>
                  <a:cubicBezTo>
                    <a:pt x="180029" y="89966"/>
                    <a:pt x="178104" y="88041"/>
                    <a:pt x="178104" y="85692"/>
                  </a:cubicBezTo>
                  <a:cubicBezTo>
                    <a:pt x="178104" y="83344"/>
                    <a:pt x="180029" y="81419"/>
                    <a:pt x="182410" y="81419"/>
                  </a:cubicBezTo>
                  <a:close/>
                  <a:moveTo>
                    <a:pt x="154129" y="100176"/>
                  </a:moveTo>
                  <a:cubicBezTo>
                    <a:pt x="156477" y="100176"/>
                    <a:pt x="158402" y="102100"/>
                    <a:pt x="158402" y="104449"/>
                  </a:cubicBezTo>
                  <a:cubicBezTo>
                    <a:pt x="158402" y="106797"/>
                    <a:pt x="156477" y="108722"/>
                    <a:pt x="154129" y="108722"/>
                  </a:cubicBezTo>
                  <a:cubicBezTo>
                    <a:pt x="151780" y="108722"/>
                    <a:pt x="149856" y="106797"/>
                    <a:pt x="149856" y="104449"/>
                  </a:cubicBezTo>
                  <a:cubicBezTo>
                    <a:pt x="149856" y="102100"/>
                    <a:pt x="151780" y="100176"/>
                    <a:pt x="154129" y="100176"/>
                  </a:cubicBezTo>
                  <a:close/>
                  <a:moveTo>
                    <a:pt x="182410" y="118802"/>
                  </a:moveTo>
                  <a:cubicBezTo>
                    <a:pt x="184759" y="118802"/>
                    <a:pt x="186683" y="120726"/>
                    <a:pt x="186683" y="123075"/>
                  </a:cubicBezTo>
                  <a:cubicBezTo>
                    <a:pt x="186683" y="125423"/>
                    <a:pt x="184759" y="127348"/>
                    <a:pt x="182410" y="127348"/>
                  </a:cubicBezTo>
                  <a:cubicBezTo>
                    <a:pt x="180029" y="127348"/>
                    <a:pt x="178104" y="125423"/>
                    <a:pt x="178104" y="123075"/>
                  </a:cubicBezTo>
                  <a:cubicBezTo>
                    <a:pt x="178104" y="120726"/>
                    <a:pt x="180029" y="118802"/>
                    <a:pt x="182410" y="118802"/>
                  </a:cubicBezTo>
                  <a:close/>
                  <a:moveTo>
                    <a:pt x="156021" y="137558"/>
                  </a:moveTo>
                  <a:cubicBezTo>
                    <a:pt x="158402" y="137558"/>
                    <a:pt x="160327" y="139483"/>
                    <a:pt x="160327" y="141831"/>
                  </a:cubicBezTo>
                  <a:cubicBezTo>
                    <a:pt x="160327" y="144180"/>
                    <a:pt x="158402" y="146104"/>
                    <a:pt x="156021" y="146104"/>
                  </a:cubicBezTo>
                  <a:cubicBezTo>
                    <a:pt x="153672" y="146104"/>
                    <a:pt x="151748" y="144180"/>
                    <a:pt x="151748" y="141831"/>
                  </a:cubicBezTo>
                  <a:cubicBezTo>
                    <a:pt x="151748" y="139483"/>
                    <a:pt x="153672" y="137558"/>
                    <a:pt x="156021" y="137558"/>
                  </a:cubicBezTo>
                  <a:close/>
                  <a:moveTo>
                    <a:pt x="132665" y="159446"/>
                  </a:moveTo>
                  <a:cubicBezTo>
                    <a:pt x="135014" y="159446"/>
                    <a:pt x="136938" y="161338"/>
                    <a:pt x="136938" y="163719"/>
                  </a:cubicBezTo>
                  <a:cubicBezTo>
                    <a:pt x="136938" y="166068"/>
                    <a:pt x="135014" y="167992"/>
                    <a:pt x="132665" y="167992"/>
                  </a:cubicBezTo>
                  <a:cubicBezTo>
                    <a:pt x="130284" y="167992"/>
                    <a:pt x="128359" y="166068"/>
                    <a:pt x="128359" y="163719"/>
                  </a:cubicBezTo>
                  <a:cubicBezTo>
                    <a:pt x="128359" y="161338"/>
                    <a:pt x="130284" y="159446"/>
                    <a:pt x="132665" y="159446"/>
                  </a:cubicBezTo>
                  <a:close/>
                  <a:moveTo>
                    <a:pt x="104220" y="0"/>
                  </a:moveTo>
                  <a:cubicBezTo>
                    <a:pt x="102524" y="0"/>
                    <a:pt x="101154" y="1370"/>
                    <a:pt x="101154" y="3066"/>
                  </a:cubicBezTo>
                  <a:lnTo>
                    <a:pt x="101154" y="19115"/>
                  </a:lnTo>
                  <a:cubicBezTo>
                    <a:pt x="96424" y="13570"/>
                    <a:pt x="89411" y="10014"/>
                    <a:pt x="81582" y="10014"/>
                  </a:cubicBezTo>
                  <a:cubicBezTo>
                    <a:pt x="68339" y="10014"/>
                    <a:pt x="57411" y="20094"/>
                    <a:pt x="56041" y="32946"/>
                  </a:cubicBezTo>
                  <a:cubicBezTo>
                    <a:pt x="55123" y="32846"/>
                    <a:pt x="54199" y="32797"/>
                    <a:pt x="53274" y="32797"/>
                  </a:cubicBezTo>
                  <a:cubicBezTo>
                    <a:pt x="49661" y="32797"/>
                    <a:pt x="46037" y="33553"/>
                    <a:pt x="42765" y="35034"/>
                  </a:cubicBezTo>
                  <a:cubicBezTo>
                    <a:pt x="39590" y="36435"/>
                    <a:pt x="41105" y="40897"/>
                    <a:pt x="43967" y="40897"/>
                  </a:cubicBezTo>
                  <a:cubicBezTo>
                    <a:pt x="44369" y="40897"/>
                    <a:pt x="44798" y="40809"/>
                    <a:pt x="45244" y="40612"/>
                  </a:cubicBezTo>
                  <a:cubicBezTo>
                    <a:pt x="47751" y="39490"/>
                    <a:pt x="50488" y="38930"/>
                    <a:pt x="53224" y="38930"/>
                  </a:cubicBezTo>
                  <a:cubicBezTo>
                    <a:pt x="54865" y="38930"/>
                    <a:pt x="56506" y="39132"/>
                    <a:pt x="58096" y="39535"/>
                  </a:cubicBezTo>
                  <a:cubicBezTo>
                    <a:pt x="66545" y="41721"/>
                    <a:pt x="72775" y="49386"/>
                    <a:pt x="72775" y="58487"/>
                  </a:cubicBezTo>
                  <a:cubicBezTo>
                    <a:pt x="72775" y="60461"/>
                    <a:pt x="74308" y="61448"/>
                    <a:pt x="75841" y="61448"/>
                  </a:cubicBezTo>
                  <a:cubicBezTo>
                    <a:pt x="77374" y="61448"/>
                    <a:pt x="78907" y="60461"/>
                    <a:pt x="78907" y="58487"/>
                  </a:cubicBezTo>
                  <a:cubicBezTo>
                    <a:pt x="78907" y="47429"/>
                    <a:pt x="71862" y="37970"/>
                    <a:pt x="62043" y="34381"/>
                  </a:cubicBezTo>
                  <a:cubicBezTo>
                    <a:pt x="62761" y="24204"/>
                    <a:pt x="71242" y="16147"/>
                    <a:pt x="81582" y="16147"/>
                  </a:cubicBezTo>
                  <a:cubicBezTo>
                    <a:pt x="92379" y="16147"/>
                    <a:pt x="101154" y="24922"/>
                    <a:pt x="101154" y="35719"/>
                  </a:cubicBezTo>
                  <a:lnTo>
                    <a:pt x="101154" y="173048"/>
                  </a:lnTo>
                  <a:cubicBezTo>
                    <a:pt x="101154" y="183846"/>
                    <a:pt x="92379" y="192620"/>
                    <a:pt x="81582" y="192620"/>
                  </a:cubicBezTo>
                  <a:cubicBezTo>
                    <a:pt x="71242" y="192620"/>
                    <a:pt x="62728" y="184563"/>
                    <a:pt x="62043" y="174386"/>
                  </a:cubicBezTo>
                  <a:cubicBezTo>
                    <a:pt x="66969" y="172592"/>
                    <a:pt x="71307" y="169297"/>
                    <a:pt x="74373" y="164828"/>
                  </a:cubicBezTo>
                  <a:cubicBezTo>
                    <a:pt x="75984" y="162494"/>
                    <a:pt x="73869" y="160059"/>
                    <a:pt x="71711" y="160059"/>
                  </a:cubicBezTo>
                  <a:cubicBezTo>
                    <a:pt x="70854" y="160059"/>
                    <a:pt x="69990" y="160443"/>
                    <a:pt x="69350" y="161370"/>
                  </a:cubicBezTo>
                  <a:cubicBezTo>
                    <a:pt x="65729" y="166622"/>
                    <a:pt x="59564" y="169852"/>
                    <a:pt x="53203" y="169852"/>
                  </a:cubicBezTo>
                  <a:cubicBezTo>
                    <a:pt x="42406" y="169852"/>
                    <a:pt x="33631" y="161077"/>
                    <a:pt x="33631" y="150280"/>
                  </a:cubicBezTo>
                  <a:lnTo>
                    <a:pt x="33631" y="144343"/>
                  </a:lnTo>
                  <a:cubicBezTo>
                    <a:pt x="39927" y="141472"/>
                    <a:pt x="44265" y="134851"/>
                    <a:pt x="44265" y="127902"/>
                  </a:cubicBezTo>
                  <a:cubicBezTo>
                    <a:pt x="44265" y="121313"/>
                    <a:pt x="49647" y="115931"/>
                    <a:pt x="56237" y="115931"/>
                  </a:cubicBezTo>
                  <a:cubicBezTo>
                    <a:pt x="60184" y="115931"/>
                    <a:pt x="60184" y="109831"/>
                    <a:pt x="56237" y="109831"/>
                  </a:cubicBezTo>
                  <a:cubicBezTo>
                    <a:pt x="46451" y="109831"/>
                    <a:pt x="38459" y="117627"/>
                    <a:pt x="38165" y="127348"/>
                  </a:cubicBezTo>
                  <a:cubicBezTo>
                    <a:pt x="36567" y="136025"/>
                    <a:pt x="33338" y="137721"/>
                    <a:pt x="25313" y="139972"/>
                  </a:cubicBezTo>
                  <a:cubicBezTo>
                    <a:pt x="14712" y="139776"/>
                    <a:pt x="6100" y="131067"/>
                    <a:pt x="6100" y="120400"/>
                  </a:cubicBezTo>
                  <a:lnTo>
                    <a:pt x="6100" y="91499"/>
                  </a:lnTo>
                  <a:cubicBezTo>
                    <a:pt x="6100" y="80754"/>
                    <a:pt x="15159" y="71939"/>
                    <a:pt x="25726" y="71939"/>
                  </a:cubicBezTo>
                  <a:cubicBezTo>
                    <a:pt x="26323" y="71939"/>
                    <a:pt x="26925" y="71967"/>
                    <a:pt x="27531" y="72025"/>
                  </a:cubicBezTo>
                  <a:lnTo>
                    <a:pt x="27531" y="79853"/>
                  </a:lnTo>
                  <a:cubicBezTo>
                    <a:pt x="27531" y="81827"/>
                    <a:pt x="29056" y="82814"/>
                    <a:pt x="30581" y="82814"/>
                  </a:cubicBezTo>
                  <a:cubicBezTo>
                    <a:pt x="32106" y="82814"/>
                    <a:pt x="33631" y="81827"/>
                    <a:pt x="33631" y="79853"/>
                  </a:cubicBezTo>
                  <a:lnTo>
                    <a:pt x="33631" y="69415"/>
                  </a:lnTo>
                  <a:lnTo>
                    <a:pt x="33631" y="58487"/>
                  </a:lnTo>
                  <a:cubicBezTo>
                    <a:pt x="33631" y="55584"/>
                    <a:pt x="34251" y="52779"/>
                    <a:pt x="35490" y="50137"/>
                  </a:cubicBezTo>
                  <a:cubicBezTo>
                    <a:pt x="36616" y="47777"/>
                    <a:pt x="34566" y="45833"/>
                    <a:pt x="32564" y="45833"/>
                  </a:cubicBezTo>
                  <a:cubicBezTo>
                    <a:pt x="31550" y="45833"/>
                    <a:pt x="30548" y="46332"/>
                    <a:pt x="29978" y="47527"/>
                  </a:cubicBezTo>
                  <a:cubicBezTo>
                    <a:pt x="28347" y="50985"/>
                    <a:pt x="27531" y="54671"/>
                    <a:pt x="27531" y="58487"/>
                  </a:cubicBezTo>
                  <a:lnTo>
                    <a:pt x="27531" y="65892"/>
                  </a:lnTo>
                  <a:cubicBezTo>
                    <a:pt x="26920" y="65847"/>
                    <a:pt x="26311" y="65825"/>
                    <a:pt x="25707" y="65825"/>
                  </a:cubicBezTo>
                  <a:cubicBezTo>
                    <a:pt x="11832" y="65825"/>
                    <a:pt x="0" y="77464"/>
                    <a:pt x="0" y="91499"/>
                  </a:cubicBezTo>
                  <a:lnTo>
                    <a:pt x="0" y="120400"/>
                  </a:lnTo>
                  <a:cubicBezTo>
                    <a:pt x="0" y="134557"/>
                    <a:pt x="11515" y="146104"/>
                    <a:pt x="25704" y="146104"/>
                  </a:cubicBezTo>
                  <a:cubicBezTo>
                    <a:pt x="26292" y="146104"/>
                    <a:pt x="26911" y="146072"/>
                    <a:pt x="27531" y="146039"/>
                  </a:cubicBezTo>
                  <a:lnTo>
                    <a:pt x="27531" y="150280"/>
                  </a:lnTo>
                  <a:cubicBezTo>
                    <a:pt x="27531" y="164437"/>
                    <a:pt x="39046" y="175952"/>
                    <a:pt x="53203" y="175952"/>
                  </a:cubicBezTo>
                  <a:cubicBezTo>
                    <a:pt x="54149" y="175952"/>
                    <a:pt x="55095" y="175919"/>
                    <a:pt x="56041" y="175821"/>
                  </a:cubicBezTo>
                  <a:cubicBezTo>
                    <a:pt x="57411" y="188673"/>
                    <a:pt x="68339" y="198753"/>
                    <a:pt x="81582" y="198753"/>
                  </a:cubicBezTo>
                  <a:cubicBezTo>
                    <a:pt x="89411" y="198753"/>
                    <a:pt x="96424" y="195197"/>
                    <a:pt x="101154" y="189652"/>
                  </a:cubicBezTo>
                  <a:lnTo>
                    <a:pt x="101154" y="205701"/>
                  </a:lnTo>
                  <a:cubicBezTo>
                    <a:pt x="101154" y="207397"/>
                    <a:pt x="102524" y="208767"/>
                    <a:pt x="104188" y="208767"/>
                  </a:cubicBezTo>
                  <a:cubicBezTo>
                    <a:pt x="105884" y="208767"/>
                    <a:pt x="107254" y="207397"/>
                    <a:pt x="107254" y="205701"/>
                  </a:cubicBezTo>
                  <a:lnTo>
                    <a:pt x="107254" y="189652"/>
                  </a:lnTo>
                  <a:cubicBezTo>
                    <a:pt x="112180" y="195360"/>
                    <a:pt x="119454" y="198753"/>
                    <a:pt x="126989" y="198753"/>
                  </a:cubicBezTo>
                  <a:cubicBezTo>
                    <a:pt x="141668" y="198753"/>
                    <a:pt x="156119" y="194773"/>
                    <a:pt x="168710" y="187303"/>
                  </a:cubicBezTo>
                  <a:cubicBezTo>
                    <a:pt x="170178" y="186455"/>
                    <a:pt x="170635" y="184563"/>
                    <a:pt x="169786" y="183095"/>
                  </a:cubicBezTo>
                  <a:cubicBezTo>
                    <a:pt x="169226" y="182147"/>
                    <a:pt x="168210" y="181612"/>
                    <a:pt x="167171" y="181612"/>
                  </a:cubicBezTo>
                  <a:cubicBezTo>
                    <a:pt x="166637" y="181612"/>
                    <a:pt x="166098" y="181753"/>
                    <a:pt x="165611" y="182051"/>
                  </a:cubicBezTo>
                  <a:cubicBezTo>
                    <a:pt x="153933" y="188967"/>
                    <a:pt x="140592" y="192620"/>
                    <a:pt x="126989" y="192620"/>
                  </a:cubicBezTo>
                  <a:cubicBezTo>
                    <a:pt x="116453" y="192620"/>
                    <a:pt x="107091" y="183715"/>
                    <a:pt x="107254" y="173048"/>
                  </a:cubicBezTo>
                  <a:lnTo>
                    <a:pt x="107254" y="126011"/>
                  </a:lnTo>
                  <a:lnTo>
                    <a:pt x="129175" y="126011"/>
                  </a:lnTo>
                  <a:lnTo>
                    <a:pt x="129175" y="153901"/>
                  </a:lnTo>
                  <a:cubicBezTo>
                    <a:pt x="125162" y="155336"/>
                    <a:pt x="122259" y="159185"/>
                    <a:pt x="122259" y="163719"/>
                  </a:cubicBezTo>
                  <a:cubicBezTo>
                    <a:pt x="122259" y="169460"/>
                    <a:pt x="126924" y="174125"/>
                    <a:pt x="132665" y="174125"/>
                  </a:cubicBezTo>
                  <a:cubicBezTo>
                    <a:pt x="138373" y="174125"/>
                    <a:pt x="143038" y="169460"/>
                    <a:pt x="143038" y="163719"/>
                  </a:cubicBezTo>
                  <a:cubicBezTo>
                    <a:pt x="143038" y="158891"/>
                    <a:pt x="139744" y="154846"/>
                    <a:pt x="135307" y="153672"/>
                  </a:cubicBezTo>
                  <a:lnTo>
                    <a:pt x="135307" y="144897"/>
                  </a:lnTo>
                  <a:lnTo>
                    <a:pt x="146104" y="144897"/>
                  </a:lnTo>
                  <a:cubicBezTo>
                    <a:pt x="147409" y="149138"/>
                    <a:pt x="151356" y="152237"/>
                    <a:pt x="156021" y="152237"/>
                  </a:cubicBezTo>
                  <a:cubicBezTo>
                    <a:pt x="161762" y="152237"/>
                    <a:pt x="166427" y="147572"/>
                    <a:pt x="166427" y="141831"/>
                  </a:cubicBezTo>
                  <a:cubicBezTo>
                    <a:pt x="166427" y="136090"/>
                    <a:pt x="161762" y="131425"/>
                    <a:pt x="156021" y="131425"/>
                  </a:cubicBezTo>
                  <a:cubicBezTo>
                    <a:pt x="151356" y="131425"/>
                    <a:pt x="147409" y="134524"/>
                    <a:pt x="146104" y="138765"/>
                  </a:cubicBezTo>
                  <a:lnTo>
                    <a:pt x="135307" y="138765"/>
                  </a:lnTo>
                  <a:lnTo>
                    <a:pt x="135307" y="126011"/>
                  </a:lnTo>
                  <a:lnTo>
                    <a:pt x="172429" y="126011"/>
                  </a:lnTo>
                  <a:cubicBezTo>
                    <a:pt x="173701" y="130316"/>
                    <a:pt x="177680" y="133480"/>
                    <a:pt x="182410" y="133480"/>
                  </a:cubicBezTo>
                  <a:cubicBezTo>
                    <a:pt x="188119" y="133480"/>
                    <a:pt x="192783" y="128816"/>
                    <a:pt x="192783" y="123075"/>
                  </a:cubicBezTo>
                  <a:cubicBezTo>
                    <a:pt x="192783" y="117334"/>
                    <a:pt x="188119" y="112669"/>
                    <a:pt x="182410" y="112669"/>
                  </a:cubicBezTo>
                  <a:cubicBezTo>
                    <a:pt x="177778" y="112669"/>
                    <a:pt x="173864" y="115703"/>
                    <a:pt x="172494" y="119878"/>
                  </a:cubicBezTo>
                  <a:lnTo>
                    <a:pt x="107254" y="119617"/>
                  </a:lnTo>
                  <a:lnTo>
                    <a:pt x="107254" y="107515"/>
                  </a:lnTo>
                  <a:lnTo>
                    <a:pt x="144180" y="107515"/>
                  </a:lnTo>
                  <a:cubicBezTo>
                    <a:pt x="145485" y="111756"/>
                    <a:pt x="149464" y="114855"/>
                    <a:pt x="154129" y="114855"/>
                  </a:cubicBezTo>
                  <a:cubicBezTo>
                    <a:pt x="159870" y="114855"/>
                    <a:pt x="164535" y="110190"/>
                    <a:pt x="164535" y="104449"/>
                  </a:cubicBezTo>
                  <a:cubicBezTo>
                    <a:pt x="164535" y="98708"/>
                    <a:pt x="159870" y="94043"/>
                    <a:pt x="154129" y="94043"/>
                  </a:cubicBezTo>
                  <a:cubicBezTo>
                    <a:pt x="149464" y="94043"/>
                    <a:pt x="145485" y="97142"/>
                    <a:pt x="144180" y="101383"/>
                  </a:cubicBezTo>
                  <a:lnTo>
                    <a:pt x="107254" y="101383"/>
                  </a:lnTo>
                  <a:lnTo>
                    <a:pt x="107254" y="88889"/>
                  </a:lnTo>
                  <a:lnTo>
                    <a:pt x="172494" y="88889"/>
                  </a:lnTo>
                  <a:cubicBezTo>
                    <a:pt x="173864" y="93064"/>
                    <a:pt x="177778" y="96098"/>
                    <a:pt x="182410" y="96098"/>
                  </a:cubicBezTo>
                  <a:cubicBezTo>
                    <a:pt x="188119" y="96098"/>
                    <a:pt x="192783" y="91433"/>
                    <a:pt x="192783" y="85692"/>
                  </a:cubicBezTo>
                  <a:cubicBezTo>
                    <a:pt x="192783" y="79951"/>
                    <a:pt x="188119" y="75287"/>
                    <a:pt x="182410" y="75287"/>
                  </a:cubicBezTo>
                  <a:cubicBezTo>
                    <a:pt x="177680" y="75287"/>
                    <a:pt x="173701" y="78451"/>
                    <a:pt x="172429" y="82789"/>
                  </a:cubicBezTo>
                  <a:lnTo>
                    <a:pt x="135307" y="82789"/>
                  </a:lnTo>
                  <a:lnTo>
                    <a:pt x="135307" y="70002"/>
                  </a:lnTo>
                  <a:lnTo>
                    <a:pt x="146104" y="70002"/>
                  </a:lnTo>
                  <a:cubicBezTo>
                    <a:pt x="147409" y="74243"/>
                    <a:pt x="151356" y="77342"/>
                    <a:pt x="156021" y="77342"/>
                  </a:cubicBezTo>
                  <a:cubicBezTo>
                    <a:pt x="161762" y="77342"/>
                    <a:pt x="166427" y="72677"/>
                    <a:pt x="166427" y="66936"/>
                  </a:cubicBezTo>
                  <a:cubicBezTo>
                    <a:pt x="166427" y="61195"/>
                    <a:pt x="161762" y="56530"/>
                    <a:pt x="156021" y="56530"/>
                  </a:cubicBezTo>
                  <a:cubicBezTo>
                    <a:pt x="151356" y="56530"/>
                    <a:pt x="147409" y="59629"/>
                    <a:pt x="146104" y="63870"/>
                  </a:cubicBezTo>
                  <a:lnTo>
                    <a:pt x="135307" y="63870"/>
                  </a:lnTo>
                  <a:lnTo>
                    <a:pt x="135307" y="55095"/>
                  </a:lnTo>
                  <a:cubicBezTo>
                    <a:pt x="139744" y="53921"/>
                    <a:pt x="143038" y="49876"/>
                    <a:pt x="143038" y="45048"/>
                  </a:cubicBezTo>
                  <a:cubicBezTo>
                    <a:pt x="143038" y="39340"/>
                    <a:pt x="138373" y="34675"/>
                    <a:pt x="132665" y="34675"/>
                  </a:cubicBezTo>
                  <a:cubicBezTo>
                    <a:pt x="126924" y="34675"/>
                    <a:pt x="122259" y="39340"/>
                    <a:pt x="122259" y="45048"/>
                  </a:cubicBezTo>
                  <a:cubicBezTo>
                    <a:pt x="122259" y="49582"/>
                    <a:pt x="125162" y="53431"/>
                    <a:pt x="129175" y="54867"/>
                  </a:cubicBezTo>
                  <a:lnTo>
                    <a:pt x="129175" y="82789"/>
                  </a:lnTo>
                  <a:lnTo>
                    <a:pt x="107254" y="82789"/>
                  </a:lnTo>
                  <a:lnTo>
                    <a:pt x="107254" y="35719"/>
                  </a:lnTo>
                  <a:cubicBezTo>
                    <a:pt x="107254" y="25052"/>
                    <a:pt x="116355" y="16147"/>
                    <a:pt x="126989" y="16147"/>
                  </a:cubicBezTo>
                  <a:cubicBezTo>
                    <a:pt x="168710" y="16147"/>
                    <a:pt x="202635" y="49908"/>
                    <a:pt x="202635" y="91401"/>
                  </a:cubicBezTo>
                  <a:lnTo>
                    <a:pt x="202635" y="117366"/>
                  </a:lnTo>
                  <a:cubicBezTo>
                    <a:pt x="202635" y="138373"/>
                    <a:pt x="193697" y="158565"/>
                    <a:pt x="178039" y="172820"/>
                  </a:cubicBezTo>
                  <a:cubicBezTo>
                    <a:pt x="176800" y="173962"/>
                    <a:pt x="176702" y="175886"/>
                    <a:pt x="177844" y="177158"/>
                  </a:cubicBezTo>
                  <a:cubicBezTo>
                    <a:pt x="178449" y="177816"/>
                    <a:pt x="179276" y="178153"/>
                    <a:pt x="180104" y="178153"/>
                  </a:cubicBezTo>
                  <a:cubicBezTo>
                    <a:pt x="180835" y="178153"/>
                    <a:pt x="181568" y="177890"/>
                    <a:pt x="182149" y="177354"/>
                  </a:cubicBezTo>
                  <a:cubicBezTo>
                    <a:pt x="199079" y="161958"/>
                    <a:pt x="208767" y="140070"/>
                    <a:pt x="208767" y="117366"/>
                  </a:cubicBezTo>
                  <a:lnTo>
                    <a:pt x="208767" y="91401"/>
                  </a:lnTo>
                  <a:cubicBezTo>
                    <a:pt x="208767" y="46516"/>
                    <a:pt x="172070" y="10014"/>
                    <a:pt x="126989" y="10014"/>
                  </a:cubicBezTo>
                  <a:cubicBezTo>
                    <a:pt x="119454" y="10014"/>
                    <a:pt x="112180" y="13407"/>
                    <a:pt x="107254" y="19115"/>
                  </a:cubicBezTo>
                  <a:lnTo>
                    <a:pt x="107254" y="3066"/>
                  </a:lnTo>
                  <a:cubicBezTo>
                    <a:pt x="107254" y="1370"/>
                    <a:pt x="105884" y="0"/>
                    <a:pt x="104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64"/>
            <p:cNvSpPr/>
            <p:nvPr/>
          </p:nvSpPr>
          <p:spPr>
            <a:xfrm>
              <a:off x="3019775" y="2166150"/>
              <a:ext cx="569550" cy="774025"/>
            </a:xfrm>
            <a:custGeom>
              <a:rect b="b" l="l" r="r" t="t"/>
              <a:pathLst>
                <a:path extrusionOk="0" h="30961" w="22782">
                  <a:moveTo>
                    <a:pt x="3050" y="1"/>
                  </a:moveTo>
                  <a:cubicBezTo>
                    <a:pt x="1525" y="1"/>
                    <a:pt x="0" y="987"/>
                    <a:pt x="0" y="2961"/>
                  </a:cubicBezTo>
                  <a:cubicBezTo>
                    <a:pt x="0" y="14704"/>
                    <a:pt x="6492" y="25305"/>
                    <a:pt x="16963" y="30622"/>
                  </a:cubicBezTo>
                  <a:cubicBezTo>
                    <a:pt x="17422" y="30856"/>
                    <a:pt x="17872" y="30960"/>
                    <a:pt x="18298" y="30960"/>
                  </a:cubicBezTo>
                  <a:cubicBezTo>
                    <a:pt x="21023" y="30960"/>
                    <a:pt x="22782" y="26726"/>
                    <a:pt x="19735" y="25175"/>
                  </a:cubicBezTo>
                  <a:cubicBezTo>
                    <a:pt x="11319" y="20902"/>
                    <a:pt x="6100" y="12388"/>
                    <a:pt x="6100" y="2961"/>
                  </a:cubicBezTo>
                  <a:cubicBezTo>
                    <a:pt x="6100" y="987"/>
                    <a:pt x="4575" y="1"/>
                    <a:pt x="30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164"/>
          <p:cNvGrpSpPr/>
          <p:nvPr/>
        </p:nvGrpSpPr>
        <p:grpSpPr>
          <a:xfrm>
            <a:off x="5443803" y="2615042"/>
            <a:ext cx="423799" cy="423651"/>
            <a:chOff x="1190625" y="238925"/>
            <a:chExt cx="5219200" cy="5217375"/>
          </a:xfrm>
        </p:grpSpPr>
        <p:sp>
          <p:nvSpPr>
            <p:cNvPr id="2305" name="Google Shape;2305;p164"/>
            <p:cNvSpPr/>
            <p:nvPr/>
          </p:nvSpPr>
          <p:spPr>
            <a:xfrm>
              <a:off x="1190625" y="238925"/>
              <a:ext cx="3925000" cy="5217375"/>
            </a:xfrm>
            <a:custGeom>
              <a:rect b="b" l="l" r="r" t="t"/>
              <a:pathLst>
                <a:path extrusionOk="0" h="208695" w="157000">
                  <a:moveTo>
                    <a:pt x="106765" y="48343"/>
                  </a:moveTo>
                  <a:cubicBezTo>
                    <a:pt x="107809" y="48343"/>
                    <a:pt x="108624" y="49191"/>
                    <a:pt x="108624" y="50203"/>
                  </a:cubicBezTo>
                  <a:lnTo>
                    <a:pt x="108624" y="76298"/>
                  </a:lnTo>
                  <a:cubicBezTo>
                    <a:pt x="108624" y="77310"/>
                    <a:pt x="107809" y="78158"/>
                    <a:pt x="106765" y="78158"/>
                  </a:cubicBezTo>
                  <a:lnTo>
                    <a:pt x="50202" y="78158"/>
                  </a:lnTo>
                  <a:cubicBezTo>
                    <a:pt x="49191" y="78158"/>
                    <a:pt x="48343" y="77310"/>
                    <a:pt x="48343" y="76298"/>
                  </a:cubicBezTo>
                  <a:lnTo>
                    <a:pt x="48343" y="50203"/>
                  </a:lnTo>
                  <a:cubicBezTo>
                    <a:pt x="48343" y="49191"/>
                    <a:pt x="49191" y="48343"/>
                    <a:pt x="50202" y="48343"/>
                  </a:cubicBezTo>
                  <a:close/>
                  <a:moveTo>
                    <a:pt x="89607" y="84258"/>
                  </a:moveTo>
                  <a:lnTo>
                    <a:pt x="107548" y="109636"/>
                  </a:lnTo>
                  <a:lnTo>
                    <a:pt x="102687" y="115508"/>
                  </a:lnTo>
                  <a:cubicBezTo>
                    <a:pt x="96718" y="122749"/>
                    <a:pt x="87878" y="126925"/>
                    <a:pt x="78483" y="126925"/>
                  </a:cubicBezTo>
                  <a:cubicBezTo>
                    <a:pt x="69089" y="126925"/>
                    <a:pt x="60282" y="122749"/>
                    <a:pt x="54279" y="115508"/>
                  </a:cubicBezTo>
                  <a:lnTo>
                    <a:pt x="49843" y="110125"/>
                  </a:lnTo>
                  <a:lnTo>
                    <a:pt x="67719" y="84258"/>
                  </a:lnTo>
                  <a:close/>
                  <a:moveTo>
                    <a:pt x="63772" y="130056"/>
                  </a:moveTo>
                  <a:cubicBezTo>
                    <a:pt x="68371" y="131981"/>
                    <a:pt x="73362" y="133024"/>
                    <a:pt x="78483" y="133024"/>
                  </a:cubicBezTo>
                  <a:cubicBezTo>
                    <a:pt x="83181" y="133024"/>
                    <a:pt x="87747" y="132176"/>
                    <a:pt x="91988" y="130545"/>
                  </a:cubicBezTo>
                  <a:lnTo>
                    <a:pt x="91988" y="143495"/>
                  </a:lnTo>
                  <a:cubicBezTo>
                    <a:pt x="91988" y="146399"/>
                    <a:pt x="90194" y="148943"/>
                    <a:pt x="87519" y="149856"/>
                  </a:cubicBezTo>
                  <a:cubicBezTo>
                    <a:pt x="84420" y="150916"/>
                    <a:pt x="81150" y="151446"/>
                    <a:pt x="77880" y="151446"/>
                  </a:cubicBezTo>
                  <a:cubicBezTo>
                    <a:pt x="74610" y="151446"/>
                    <a:pt x="71340" y="150916"/>
                    <a:pt x="68241" y="149856"/>
                  </a:cubicBezTo>
                  <a:cubicBezTo>
                    <a:pt x="65566" y="148943"/>
                    <a:pt x="63772" y="146399"/>
                    <a:pt x="63772" y="143495"/>
                  </a:cubicBezTo>
                  <a:lnTo>
                    <a:pt x="63772" y="130056"/>
                  </a:lnTo>
                  <a:close/>
                  <a:moveTo>
                    <a:pt x="78483" y="1"/>
                  </a:moveTo>
                  <a:cubicBezTo>
                    <a:pt x="69741" y="1"/>
                    <a:pt x="61064" y="2251"/>
                    <a:pt x="53431" y="6459"/>
                  </a:cubicBezTo>
                  <a:cubicBezTo>
                    <a:pt x="51963" y="7307"/>
                    <a:pt x="51442" y="9167"/>
                    <a:pt x="52257" y="10635"/>
                  </a:cubicBezTo>
                  <a:cubicBezTo>
                    <a:pt x="52811" y="11633"/>
                    <a:pt x="53848" y="12208"/>
                    <a:pt x="54916" y="12208"/>
                  </a:cubicBezTo>
                  <a:cubicBezTo>
                    <a:pt x="55420" y="12208"/>
                    <a:pt x="55930" y="12081"/>
                    <a:pt x="56400" y="11809"/>
                  </a:cubicBezTo>
                  <a:cubicBezTo>
                    <a:pt x="63119" y="8090"/>
                    <a:pt x="70752" y="6133"/>
                    <a:pt x="78483" y="6133"/>
                  </a:cubicBezTo>
                  <a:cubicBezTo>
                    <a:pt x="103666" y="6133"/>
                    <a:pt x="124119" y="26618"/>
                    <a:pt x="124119" y="51768"/>
                  </a:cubicBezTo>
                  <a:lnTo>
                    <a:pt x="124119" y="78256"/>
                  </a:lnTo>
                  <a:cubicBezTo>
                    <a:pt x="124119" y="89249"/>
                    <a:pt x="118149" y="96784"/>
                    <a:pt x="111593" y="104743"/>
                  </a:cubicBezTo>
                  <a:lnTo>
                    <a:pt x="97109" y="84258"/>
                  </a:lnTo>
                  <a:lnTo>
                    <a:pt x="106765" y="84258"/>
                  </a:lnTo>
                  <a:cubicBezTo>
                    <a:pt x="111169" y="84258"/>
                    <a:pt x="114757" y="80670"/>
                    <a:pt x="114757" y="76298"/>
                  </a:cubicBezTo>
                  <a:lnTo>
                    <a:pt x="114757" y="50203"/>
                  </a:lnTo>
                  <a:cubicBezTo>
                    <a:pt x="114757" y="45799"/>
                    <a:pt x="111169" y="42243"/>
                    <a:pt x="106765" y="42243"/>
                  </a:cubicBezTo>
                  <a:lnTo>
                    <a:pt x="50202" y="42243"/>
                  </a:lnTo>
                  <a:cubicBezTo>
                    <a:pt x="45798" y="42243"/>
                    <a:pt x="42243" y="45799"/>
                    <a:pt x="42243" y="50203"/>
                  </a:cubicBezTo>
                  <a:lnTo>
                    <a:pt x="42243" y="76298"/>
                  </a:lnTo>
                  <a:cubicBezTo>
                    <a:pt x="42243" y="80670"/>
                    <a:pt x="45798" y="84258"/>
                    <a:pt x="50202" y="84258"/>
                  </a:cubicBezTo>
                  <a:lnTo>
                    <a:pt x="60282" y="84258"/>
                  </a:lnTo>
                  <a:lnTo>
                    <a:pt x="45798" y="105232"/>
                  </a:lnTo>
                  <a:cubicBezTo>
                    <a:pt x="39144" y="97143"/>
                    <a:pt x="32848" y="89444"/>
                    <a:pt x="32848" y="78256"/>
                  </a:cubicBezTo>
                  <a:lnTo>
                    <a:pt x="32848" y="51768"/>
                  </a:lnTo>
                  <a:cubicBezTo>
                    <a:pt x="32848" y="40449"/>
                    <a:pt x="37024" y="29587"/>
                    <a:pt x="44591" y="21204"/>
                  </a:cubicBezTo>
                  <a:cubicBezTo>
                    <a:pt x="45733" y="19964"/>
                    <a:pt x="45635" y="18007"/>
                    <a:pt x="44396" y="16898"/>
                  </a:cubicBezTo>
                  <a:cubicBezTo>
                    <a:pt x="43799" y="16362"/>
                    <a:pt x="43058" y="16099"/>
                    <a:pt x="42322" y="16099"/>
                  </a:cubicBezTo>
                  <a:cubicBezTo>
                    <a:pt x="41490" y="16099"/>
                    <a:pt x="40663" y="16435"/>
                    <a:pt x="40057" y="17093"/>
                  </a:cubicBezTo>
                  <a:cubicBezTo>
                    <a:pt x="31478" y="26618"/>
                    <a:pt x="26748" y="38949"/>
                    <a:pt x="26748" y="51768"/>
                  </a:cubicBezTo>
                  <a:lnTo>
                    <a:pt x="26748" y="78256"/>
                  </a:lnTo>
                  <a:cubicBezTo>
                    <a:pt x="26748" y="86933"/>
                    <a:pt x="29782" y="95414"/>
                    <a:pt x="35295" y="102101"/>
                  </a:cubicBezTo>
                  <a:cubicBezTo>
                    <a:pt x="42112" y="110354"/>
                    <a:pt x="48701" y="120727"/>
                    <a:pt x="57672" y="126729"/>
                  </a:cubicBezTo>
                  <a:lnTo>
                    <a:pt x="57672" y="135373"/>
                  </a:lnTo>
                  <a:lnTo>
                    <a:pt x="39437" y="135373"/>
                  </a:lnTo>
                  <a:cubicBezTo>
                    <a:pt x="32816" y="135373"/>
                    <a:pt x="27140" y="139483"/>
                    <a:pt x="24791" y="145289"/>
                  </a:cubicBezTo>
                  <a:cubicBezTo>
                    <a:pt x="10373" y="148812"/>
                    <a:pt x="0" y="161893"/>
                    <a:pt x="0" y="176866"/>
                  </a:cubicBezTo>
                  <a:lnTo>
                    <a:pt x="0" y="205734"/>
                  </a:lnTo>
                  <a:cubicBezTo>
                    <a:pt x="0" y="207708"/>
                    <a:pt x="1533" y="208694"/>
                    <a:pt x="3066" y="208694"/>
                  </a:cubicBezTo>
                  <a:cubicBezTo>
                    <a:pt x="4599" y="208694"/>
                    <a:pt x="6133" y="207708"/>
                    <a:pt x="6133" y="205734"/>
                  </a:cubicBezTo>
                  <a:lnTo>
                    <a:pt x="6133" y="176866"/>
                  </a:lnTo>
                  <a:cubicBezTo>
                    <a:pt x="6133" y="165612"/>
                    <a:pt x="13309" y="155695"/>
                    <a:pt x="23649" y="152009"/>
                  </a:cubicBezTo>
                  <a:lnTo>
                    <a:pt x="23649" y="205734"/>
                  </a:lnTo>
                  <a:cubicBezTo>
                    <a:pt x="23649" y="207708"/>
                    <a:pt x="25183" y="208694"/>
                    <a:pt x="26716" y="208694"/>
                  </a:cubicBezTo>
                  <a:cubicBezTo>
                    <a:pt x="28249" y="208694"/>
                    <a:pt x="29782" y="207708"/>
                    <a:pt x="29782" y="205734"/>
                  </a:cubicBezTo>
                  <a:lnTo>
                    <a:pt x="29782" y="151161"/>
                  </a:lnTo>
                  <a:cubicBezTo>
                    <a:pt x="29782" y="145844"/>
                    <a:pt x="34120" y="141506"/>
                    <a:pt x="39437" y="141506"/>
                  </a:cubicBezTo>
                  <a:lnTo>
                    <a:pt x="57672" y="141506"/>
                  </a:lnTo>
                  <a:cubicBezTo>
                    <a:pt x="57444" y="147638"/>
                    <a:pt x="60086" y="153510"/>
                    <a:pt x="66251" y="155630"/>
                  </a:cubicBezTo>
                  <a:cubicBezTo>
                    <a:pt x="69986" y="156918"/>
                    <a:pt x="73933" y="157563"/>
                    <a:pt x="77880" y="157563"/>
                  </a:cubicBezTo>
                  <a:cubicBezTo>
                    <a:pt x="81827" y="157563"/>
                    <a:pt x="85774" y="156918"/>
                    <a:pt x="89509" y="155630"/>
                  </a:cubicBezTo>
                  <a:cubicBezTo>
                    <a:pt x="95674" y="153510"/>
                    <a:pt x="98316" y="147638"/>
                    <a:pt x="98088" y="141506"/>
                  </a:cubicBezTo>
                  <a:lnTo>
                    <a:pt x="117562" y="141506"/>
                  </a:lnTo>
                  <a:cubicBezTo>
                    <a:pt x="122879" y="141506"/>
                    <a:pt x="127217" y="145844"/>
                    <a:pt x="127217" y="151161"/>
                  </a:cubicBezTo>
                  <a:lnTo>
                    <a:pt x="127217" y="163981"/>
                  </a:lnTo>
                  <a:cubicBezTo>
                    <a:pt x="127217" y="165677"/>
                    <a:pt x="128588" y="167047"/>
                    <a:pt x="130284" y="167047"/>
                  </a:cubicBezTo>
                  <a:cubicBezTo>
                    <a:pt x="131980" y="167047"/>
                    <a:pt x="133350" y="165677"/>
                    <a:pt x="133350" y="163981"/>
                  </a:cubicBezTo>
                  <a:lnTo>
                    <a:pt x="133350" y="152009"/>
                  </a:lnTo>
                  <a:cubicBezTo>
                    <a:pt x="143691" y="155695"/>
                    <a:pt x="150867" y="165612"/>
                    <a:pt x="150867" y="176866"/>
                  </a:cubicBezTo>
                  <a:lnTo>
                    <a:pt x="150867" y="205734"/>
                  </a:lnTo>
                  <a:cubicBezTo>
                    <a:pt x="150867" y="207708"/>
                    <a:pt x="152400" y="208694"/>
                    <a:pt x="153933" y="208694"/>
                  </a:cubicBezTo>
                  <a:cubicBezTo>
                    <a:pt x="155466" y="208694"/>
                    <a:pt x="156999" y="207708"/>
                    <a:pt x="156999" y="205734"/>
                  </a:cubicBezTo>
                  <a:lnTo>
                    <a:pt x="156999" y="176866"/>
                  </a:lnTo>
                  <a:cubicBezTo>
                    <a:pt x="156999" y="161860"/>
                    <a:pt x="146626" y="148812"/>
                    <a:pt x="132176" y="145289"/>
                  </a:cubicBezTo>
                  <a:cubicBezTo>
                    <a:pt x="129860" y="139483"/>
                    <a:pt x="124184" y="135373"/>
                    <a:pt x="117562" y="135373"/>
                  </a:cubicBezTo>
                  <a:lnTo>
                    <a:pt x="98088" y="135373"/>
                  </a:lnTo>
                  <a:lnTo>
                    <a:pt x="98088" y="127512"/>
                  </a:lnTo>
                  <a:cubicBezTo>
                    <a:pt x="107678" y="121607"/>
                    <a:pt x="114594" y="110680"/>
                    <a:pt x="121672" y="102101"/>
                  </a:cubicBezTo>
                  <a:cubicBezTo>
                    <a:pt x="127217" y="95414"/>
                    <a:pt x="130251" y="86933"/>
                    <a:pt x="130251" y="78256"/>
                  </a:cubicBezTo>
                  <a:lnTo>
                    <a:pt x="130251" y="51768"/>
                  </a:lnTo>
                  <a:cubicBezTo>
                    <a:pt x="130251" y="23226"/>
                    <a:pt x="107026" y="1"/>
                    <a:pt x="78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64"/>
            <p:cNvSpPr/>
            <p:nvPr/>
          </p:nvSpPr>
          <p:spPr>
            <a:xfrm>
              <a:off x="4371050" y="4659725"/>
              <a:ext cx="153325" cy="796575"/>
            </a:xfrm>
            <a:custGeom>
              <a:rect b="b" l="l" r="r" t="t"/>
              <a:pathLst>
                <a:path extrusionOk="0" h="31863" w="6133">
                  <a:moveTo>
                    <a:pt x="3067" y="1"/>
                  </a:moveTo>
                  <a:cubicBezTo>
                    <a:pt x="1371" y="1"/>
                    <a:pt x="0" y="1371"/>
                    <a:pt x="0" y="3067"/>
                  </a:cubicBezTo>
                  <a:lnTo>
                    <a:pt x="0" y="28902"/>
                  </a:lnTo>
                  <a:cubicBezTo>
                    <a:pt x="0" y="30876"/>
                    <a:pt x="1534" y="31862"/>
                    <a:pt x="3067" y="31862"/>
                  </a:cubicBezTo>
                  <a:cubicBezTo>
                    <a:pt x="4600" y="31862"/>
                    <a:pt x="6133" y="30876"/>
                    <a:pt x="6133" y="28902"/>
                  </a:cubicBezTo>
                  <a:lnTo>
                    <a:pt x="6133" y="3067"/>
                  </a:lnTo>
                  <a:cubicBezTo>
                    <a:pt x="6133" y="1371"/>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64"/>
            <p:cNvSpPr/>
            <p:nvPr/>
          </p:nvSpPr>
          <p:spPr>
            <a:xfrm>
              <a:off x="2860750" y="2816700"/>
              <a:ext cx="595325" cy="152525"/>
            </a:xfrm>
            <a:custGeom>
              <a:rect b="b" l="l" r="r" t="t"/>
              <a:pathLst>
                <a:path extrusionOk="0" h="6101" w="23813">
                  <a:moveTo>
                    <a:pt x="20806" y="0"/>
                  </a:moveTo>
                  <a:cubicBezTo>
                    <a:pt x="20786" y="0"/>
                    <a:pt x="20767" y="1"/>
                    <a:pt x="20747" y="1"/>
                  </a:cubicBezTo>
                  <a:lnTo>
                    <a:pt x="3067" y="1"/>
                  </a:lnTo>
                  <a:cubicBezTo>
                    <a:pt x="1371" y="1"/>
                    <a:pt x="0" y="1338"/>
                    <a:pt x="0" y="3035"/>
                  </a:cubicBezTo>
                  <a:cubicBezTo>
                    <a:pt x="0" y="4731"/>
                    <a:pt x="1371" y="6101"/>
                    <a:pt x="3067" y="6101"/>
                  </a:cubicBezTo>
                  <a:lnTo>
                    <a:pt x="20747" y="6101"/>
                  </a:lnTo>
                  <a:cubicBezTo>
                    <a:pt x="22443" y="6101"/>
                    <a:pt x="23813" y="4731"/>
                    <a:pt x="23813" y="3035"/>
                  </a:cubicBezTo>
                  <a:cubicBezTo>
                    <a:pt x="23813" y="1358"/>
                    <a:pt x="22475" y="0"/>
                    <a:pt x="208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64"/>
            <p:cNvSpPr/>
            <p:nvPr/>
          </p:nvSpPr>
          <p:spPr>
            <a:xfrm>
              <a:off x="2159425" y="4417325"/>
              <a:ext cx="1987375" cy="1038975"/>
            </a:xfrm>
            <a:custGeom>
              <a:rect b="b" l="l" r="r" t="t"/>
              <a:pathLst>
                <a:path extrusionOk="0" h="41559" w="79495">
                  <a:moveTo>
                    <a:pt x="39748" y="1"/>
                  </a:moveTo>
                  <a:cubicBezTo>
                    <a:pt x="37554" y="1"/>
                    <a:pt x="35360" y="351"/>
                    <a:pt x="33273" y="1053"/>
                  </a:cubicBezTo>
                  <a:lnTo>
                    <a:pt x="13701" y="7707"/>
                  </a:lnTo>
                  <a:cubicBezTo>
                    <a:pt x="5481" y="10480"/>
                    <a:pt x="0" y="18145"/>
                    <a:pt x="0" y="26822"/>
                  </a:cubicBezTo>
                  <a:lnTo>
                    <a:pt x="0" y="38598"/>
                  </a:lnTo>
                  <a:cubicBezTo>
                    <a:pt x="0" y="40572"/>
                    <a:pt x="1525" y="41558"/>
                    <a:pt x="3050" y="41558"/>
                  </a:cubicBezTo>
                  <a:cubicBezTo>
                    <a:pt x="4575" y="41558"/>
                    <a:pt x="6100" y="40572"/>
                    <a:pt x="6100" y="38598"/>
                  </a:cubicBezTo>
                  <a:lnTo>
                    <a:pt x="6100" y="26822"/>
                  </a:lnTo>
                  <a:cubicBezTo>
                    <a:pt x="6100" y="20788"/>
                    <a:pt x="9949" y="15438"/>
                    <a:pt x="15658" y="13481"/>
                  </a:cubicBezTo>
                  <a:lnTo>
                    <a:pt x="35230" y="6859"/>
                  </a:lnTo>
                  <a:cubicBezTo>
                    <a:pt x="36681" y="6370"/>
                    <a:pt x="38206" y="6125"/>
                    <a:pt x="39735" y="6125"/>
                  </a:cubicBezTo>
                  <a:cubicBezTo>
                    <a:pt x="41265" y="6125"/>
                    <a:pt x="42798" y="6370"/>
                    <a:pt x="44266" y="6859"/>
                  </a:cubicBezTo>
                  <a:lnTo>
                    <a:pt x="63837" y="13481"/>
                  </a:lnTo>
                  <a:cubicBezTo>
                    <a:pt x="69546" y="15438"/>
                    <a:pt x="73395" y="20788"/>
                    <a:pt x="73395" y="26822"/>
                  </a:cubicBezTo>
                  <a:lnTo>
                    <a:pt x="73395" y="38598"/>
                  </a:lnTo>
                  <a:cubicBezTo>
                    <a:pt x="73395" y="40572"/>
                    <a:pt x="74920" y="41558"/>
                    <a:pt x="76445" y="41558"/>
                  </a:cubicBezTo>
                  <a:cubicBezTo>
                    <a:pt x="77970" y="41558"/>
                    <a:pt x="79495" y="40572"/>
                    <a:pt x="79495" y="38598"/>
                  </a:cubicBezTo>
                  <a:lnTo>
                    <a:pt x="79495" y="26822"/>
                  </a:lnTo>
                  <a:cubicBezTo>
                    <a:pt x="79495" y="18145"/>
                    <a:pt x="73982" y="10480"/>
                    <a:pt x="65795" y="7707"/>
                  </a:cubicBezTo>
                  <a:lnTo>
                    <a:pt x="46223" y="1053"/>
                  </a:lnTo>
                  <a:cubicBezTo>
                    <a:pt x="44135" y="351"/>
                    <a:pt x="41941" y="1"/>
                    <a:pt x="397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64"/>
            <p:cNvSpPr/>
            <p:nvPr/>
          </p:nvSpPr>
          <p:spPr>
            <a:xfrm>
              <a:off x="4584700" y="952500"/>
              <a:ext cx="1825125" cy="2230075"/>
            </a:xfrm>
            <a:custGeom>
              <a:rect b="b" l="l" r="r" t="t"/>
              <a:pathLst>
                <a:path extrusionOk="0" h="89203" w="73005">
                  <a:moveTo>
                    <a:pt x="61783" y="6133"/>
                  </a:moveTo>
                  <a:cubicBezTo>
                    <a:pt x="64588" y="6133"/>
                    <a:pt x="66904" y="8416"/>
                    <a:pt x="66904" y="11221"/>
                  </a:cubicBezTo>
                  <a:lnTo>
                    <a:pt x="66904" y="61815"/>
                  </a:lnTo>
                  <a:cubicBezTo>
                    <a:pt x="66904" y="64620"/>
                    <a:pt x="64588" y="66903"/>
                    <a:pt x="61783" y="66903"/>
                  </a:cubicBezTo>
                  <a:lnTo>
                    <a:pt x="35067" y="66903"/>
                  </a:lnTo>
                  <a:cubicBezTo>
                    <a:pt x="34284" y="66903"/>
                    <a:pt x="33501" y="67230"/>
                    <a:pt x="32914" y="67817"/>
                  </a:cubicBezTo>
                  <a:lnTo>
                    <a:pt x="21954" y="78744"/>
                  </a:lnTo>
                  <a:lnTo>
                    <a:pt x="21954" y="69970"/>
                  </a:lnTo>
                  <a:cubicBezTo>
                    <a:pt x="21954" y="68273"/>
                    <a:pt x="20584" y="66903"/>
                    <a:pt x="18888" y="66903"/>
                  </a:cubicBezTo>
                  <a:lnTo>
                    <a:pt x="11222" y="66903"/>
                  </a:lnTo>
                  <a:cubicBezTo>
                    <a:pt x="8384" y="66903"/>
                    <a:pt x="6101" y="64620"/>
                    <a:pt x="6101" y="61815"/>
                  </a:cubicBezTo>
                  <a:lnTo>
                    <a:pt x="6101" y="11221"/>
                  </a:lnTo>
                  <a:cubicBezTo>
                    <a:pt x="6101" y="8416"/>
                    <a:pt x="8384" y="6133"/>
                    <a:pt x="11222" y="6133"/>
                  </a:cubicBezTo>
                  <a:close/>
                  <a:moveTo>
                    <a:pt x="11222" y="0"/>
                  </a:moveTo>
                  <a:cubicBezTo>
                    <a:pt x="5024" y="0"/>
                    <a:pt x="1" y="5056"/>
                    <a:pt x="1" y="11221"/>
                  </a:cubicBezTo>
                  <a:lnTo>
                    <a:pt x="1" y="61815"/>
                  </a:lnTo>
                  <a:cubicBezTo>
                    <a:pt x="1" y="67980"/>
                    <a:pt x="5024" y="73036"/>
                    <a:pt x="11222" y="73036"/>
                  </a:cubicBezTo>
                  <a:lnTo>
                    <a:pt x="15854" y="73036"/>
                  </a:lnTo>
                  <a:lnTo>
                    <a:pt x="15854" y="86149"/>
                  </a:lnTo>
                  <a:cubicBezTo>
                    <a:pt x="15854" y="87948"/>
                    <a:pt x="17366" y="89202"/>
                    <a:pt x="18949" y="89202"/>
                  </a:cubicBezTo>
                  <a:cubicBezTo>
                    <a:pt x="19691" y="89202"/>
                    <a:pt x="20449" y="88927"/>
                    <a:pt x="21073" y="88302"/>
                  </a:cubicBezTo>
                  <a:lnTo>
                    <a:pt x="36339" y="73036"/>
                  </a:lnTo>
                  <a:lnTo>
                    <a:pt x="61783" y="73036"/>
                  </a:lnTo>
                  <a:cubicBezTo>
                    <a:pt x="67981" y="73036"/>
                    <a:pt x="73004" y="67980"/>
                    <a:pt x="73004" y="61815"/>
                  </a:cubicBezTo>
                  <a:lnTo>
                    <a:pt x="73004" y="11221"/>
                  </a:lnTo>
                  <a:cubicBezTo>
                    <a:pt x="73004" y="5056"/>
                    <a:pt x="67981" y="0"/>
                    <a:pt x="61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64"/>
            <p:cNvSpPr/>
            <p:nvPr/>
          </p:nvSpPr>
          <p:spPr>
            <a:xfrm>
              <a:off x="4931300" y="1299900"/>
              <a:ext cx="1131925" cy="1131100"/>
            </a:xfrm>
            <a:custGeom>
              <a:rect b="b" l="l" r="r" t="t"/>
              <a:pathLst>
                <a:path extrusionOk="0" h="45244" w="45277">
                  <a:moveTo>
                    <a:pt x="26292" y="6100"/>
                  </a:moveTo>
                  <a:lnTo>
                    <a:pt x="26292" y="15919"/>
                  </a:lnTo>
                  <a:cubicBezTo>
                    <a:pt x="26292" y="17582"/>
                    <a:pt x="27662" y="18952"/>
                    <a:pt x="29358" y="18952"/>
                  </a:cubicBezTo>
                  <a:lnTo>
                    <a:pt x="39144" y="18952"/>
                  </a:lnTo>
                  <a:lnTo>
                    <a:pt x="39144" y="26292"/>
                  </a:lnTo>
                  <a:lnTo>
                    <a:pt x="29358" y="26292"/>
                  </a:lnTo>
                  <a:cubicBezTo>
                    <a:pt x="27662" y="26292"/>
                    <a:pt x="26292" y="27662"/>
                    <a:pt x="26292" y="29325"/>
                  </a:cubicBezTo>
                  <a:lnTo>
                    <a:pt x="26292" y="39144"/>
                  </a:lnTo>
                  <a:lnTo>
                    <a:pt x="18985" y="39144"/>
                  </a:lnTo>
                  <a:lnTo>
                    <a:pt x="18985" y="29325"/>
                  </a:lnTo>
                  <a:cubicBezTo>
                    <a:pt x="18985" y="27662"/>
                    <a:pt x="17615" y="26292"/>
                    <a:pt x="15919" y="26292"/>
                  </a:cubicBezTo>
                  <a:lnTo>
                    <a:pt x="6133" y="26292"/>
                  </a:lnTo>
                  <a:lnTo>
                    <a:pt x="6133" y="18952"/>
                  </a:lnTo>
                  <a:lnTo>
                    <a:pt x="15919" y="18952"/>
                  </a:lnTo>
                  <a:cubicBezTo>
                    <a:pt x="17615" y="18952"/>
                    <a:pt x="18985" y="17582"/>
                    <a:pt x="18985" y="15919"/>
                  </a:cubicBezTo>
                  <a:lnTo>
                    <a:pt x="18985" y="6100"/>
                  </a:lnTo>
                  <a:close/>
                  <a:moveTo>
                    <a:pt x="15919" y="0"/>
                  </a:moveTo>
                  <a:cubicBezTo>
                    <a:pt x="14223" y="0"/>
                    <a:pt x="12853" y="1370"/>
                    <a:pt x="12853" y="3066"/>
                  </a:cubicBezTo>
                  <a:lnTo>
                    <a:pt x="12853" y="12852"/>
                  </a:lnTo>
                  <a:lnTo>
                    <a:pt x="3067" y="12852"/>
                  </a:lnTo>
                  <a:cubicBezTo>
                    <a:pt x="1370" y="12852"/>
                    <a:pt x="0" y="14222"/>
                    <a:pt x="0" y="15919"/>
                  </a:cubicBezTo>
                  <a:lnTo>
                    <a:pt x="0" y="29325"/>
                  </a:lnTo>
                  <a:cubicBezTo>
                    <a:pt x="0" y="31022"/>
                    <a:pt x="1370" y="32392"/>
                    <a:pt x="3067" y="32392"/>
                  </a:cubicBezTo>
                  <a:lnTo>
                    <a:pt x="12853" y="32392"/>
                  </a:lnTo>
                  <a:lnTo>
                    <a:pt x="12853" y="42178"/>
                  </a:lnTo>
                  <a:cubicBezTo>
                    <a:pt x="12853" y="43874"/>
                    <a:pt x="14223" y="45244"/>
                    <a:pt x="15919" y="45244"/>
                  </a:cubicBezTo>
                  <a:lnTo>
                    <a:pt x="29358" y="45244"/>
                  </a:lnTo>
                  <a:cubicBezTo>
                    <a:pt x="31054" y="45244"/>
                    <a:pt x="32424" y="43874"/>
                    <a:pt x="32424" y="42178"/>
                  </a:cubicBezTo>
                  <a:lnTo>
                    <a:pt x="32424" y="32392"/>
                  </a:lnTo>
                  <a:lnTo>
                    <a:pt x="42210" y="32392"/>
                  </a:lnTo>
                  <a:cubicBezTo>
                    <a:pt x="43907" y="32392"/>
                    <a:pt x="45277" y="31022"/>
                    <a:pt x="45277" y="29325"/>
                  </a:cubicBezTo>
                  <a:lnTo>
                    <a:pt x="45277" y="15919"/>
                  </a:lnTo>
                  <a:cubicBezTo>
                    <a:pt x="45277" y="14222"/>
                    <a:pt x="43907" y="12852"/>
                    <a:pt x="42210" y="12852"/>
                  </a:cubicBezTo>
                  <a:lnTo>
                    <a:pt x="32424" y="12852"/>
                  </a:lnTo>
                  <a:lnTo>
                    <a:pt x="32424" y="3066"/>
                  </a:lnTo>
                  <a:cubicBezTo>
                    <a:pt x="32424" y="1370"/>
                    <a:pt x="31054" y="0"/>
                    <a:pt x="29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164"/>
          <p:cNvGrpSpPr/>
          <p:nvPr/>
        </p:nvGrpSpPr>
        <p:grpSpPr>
          <a:xfrm>
            <a:off x="6194979" y="2608552"/>
            <a:ext cx="438624" cy="436845"/>
            <a:chOff x="1180000" y="238150"/>
            <a:chExt cx="5240425" cy="5219175"/>
          </a:xfrm>
        </p:grpSpPr>
        <p:sp>
          <p:nvSpPr>
            <p:cNvPr id="2312" name="Google Shape;2312;p164"/>
            <p:cNvSpPr/>
            <p:nvPr/>
          </p:nvSpPr>
          <p:spPr>
            <a:xfrm>
              <a:off x="2164325" y="4274825"/>
              <a:ext cx="3271775" cy="1182500"/>
            </a:xfrm>
            <a:custGeom>
              <a:rect b="b" l="l" r="r" t="t"/>
              <a:pathLst>
                <a:path extrusionOk="0" h="47300" w="130871">
                  <a:moveTo>
                    <a:pt x="95283" y="6100"/>
                  </a:moveTo>
                  <a:cubicBezTo>
                    <a:pt x="97305" y="6100"/>
                    <a:pt x="98936" y="7764"/>
                    <a:pt x="98936" y="9786"/>
                  </a:cubicBezTo>
                  <a:cubicBezTo>
                    <a:pt x="98936" y="11809"/>
                    <a:pt x="97305" y="13440"/>
                    <a:pt x="95283" y="13440"/>
                  </a:cubicBezTo>
                  <a:lnTo>
                    <a:pt x="35588" y="13440"/>
                  </a:lnTo>
                  <a:cubicBezTo>
                    <a:pt x="33566" y="13440"/>
                    <a:pt x="31935" y="11809"/>
                    <a:pt x="31935" y="9786"/>
                  </a:cubicBezTo>
                  <a:cubicBezTo>
                    <a:pt x="31935" y="7764"/>
                    <a:pt x="33566" y="6100"/>
                    <a:pt x="35588" y="6100"/>
                  </a:cubicBezTo>
                  <a:close/>
                  <a:moveTo>
                    <a:pt x="35588" y="0"/>
                  </a:moveTo>
                  <a:cubicBezTo>
                    <a:pt x="30206" y="0"/>
                    <a:pt x="25802" y="4404"/>
                    <a:pt x="25802" y="9786"/>
                  </a:cubicBezTo>
                  <a:cubicBezTo>
                    <a:pt x="25802" y="11189"/>
                    <a:pt x="26129" y="12526"/>
                    <a:pt x="26651" y="13733"/>
                  </a:cubicBezTo>
                  <a:cubicBezTo>
                    <a:pt x="11613" y="15756"/>
                    <a:pt x="0" y="28673"/>
                    <a:pt x="0" y="44233"/>
                  </a:cubicBezTo>
                  <a:cubicBezTo>
                    <a:pt x="0" y="45929"/>
                    <a:pt x="1370" y="47299"/>
                    <a:pt x="3066" y="47299"/>
                  </a:cubicBezTo>
                  <a:lnTo>
                    <a:pt x="94891" y="47299"/>
                  </a:lnTo>
                  <a:cubicBezTo>
                    <a:pt x="98871" y="47299"/>
                    <a:pt x="98871" y="41167"/>
                    <a:pt x="94891" y="41167"/>
                  </a:cubicBezTo>
                  <a:lnTo>
                    <a:pt x="6296" y="41167"/>
                  </a:lnTo>
                  <a:cubicBezTo>
                    <a:pt x="7796" y="29032"/>
                    <a:pt x="18202" y="19572"/>
                    <a:pt x="30761" y="19572"/>
                  </a:cubicBezTo>
                  <a:lnTo>
                    <a:pt x="100078" y="19572"/>
                  </a:lnTo>
                  <a:cubicBezTo>
                    <a:pt x="112669" y="19572"/>
                    <a:pt x="123075" y="29032"/>
                    <a:pt x="124575" y="41167"/>
                  </a:cubicBezTo>
                  <a:lnTo>
                    <a:pt x="111071" y="41167"/>
                  </a:lnTo>
                  <a:cubicBezTo>
                    <a:pt x="107124" y="41167"/>
                    <a:pt x="107124" y="47299"/>
                    <a:pt x="111071" y="47299"/>
                  </a:cubicBezTo>
                  <a:lnTo>
                    <a:pt x="127805" y="47299"/>
                  </a:lnTo>
                  <a:cubicBezTo>
                    <a:pt x="129501" y="47299"/>
                    <a:pt x="130871" y="45929"/>
                    <a:pt x="130871" y="44233"/>
                  </a:cubicBezTo>
                  <a:cubicBezTo>
                    <a:pt x="130871" y="28673"/>
                    <a:pt x="119258" y="15756"/>
                    <a:pt x="104221" y="13733"/>
                  </a:cubicBezTo>
                  <a:cubicBezTo>
                    <a:pt x="104743" y="12526"/>
                    <a:pt x="105069" y="11189"/>
                    <a:pt x="105069" y="9786"/>
                  </a:cubicBezTo>
                  <a:cubicBezTo>
                    <a:pt x="105069" y="4404"/>
                    <a:pt x="100665" y="0"/>
                    <a:pt x="95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64"/>
            <p:cNvSpPr/>
            <p:nvPr/>
          </p:nvSpPr>
          <p:spPr>
            <a:xfrm>
              <a:off x="1180000" y="1665100"/>
              <a:ext cx="1778625" cy="2502925"/>
            </a:xfrm>
            <a:custGeom>
              <a:rect b="b" l="l" r="r" t="t"/>
              <a:pathLst>
                <a:path extrusionOk="0" h="100117" w="71145">
                  <a:moveTo>
                    <a:pt x="3479" y="0"/>
                  </a:moveTo>
                  <a:cubicBezTo>
                    <a:pt x="2889" y="0"/>
                    <a:pt x="2291" y="171"/>
                    <a:pt x="1762" y="528"/>
                  </a:cubicBezTo>
                  <a:cubicBezTo>
                    <a:pt x="360" y="1474"/>
                    <a:pt x="1" y="3398"/>
                    <a:pt x="947" y="4768"/>
                  </a:cubicBezTo>
                  <a:lnTo>
                    <a:pt x="64751" y="98779"/>
                  </a:lnTo>
                  <a:cubicBezTo>
                    <a:pt x="65371" y="99627"/>
                    <a:pt x="66317" y="100116"/>
                    <a:pt x="67296" y="100116"/>
                  </a:cubicBezTo>
                  <a:cubicBezTo>
                    <a:pt x="69546" y="100116"/>
                    <a:pt x="71145" y="97246"/>
                    <a:pt x="69840" y="95321"/>
                  </a:cubicBezTo>
                  <a:lnTo>
                    <a:pt x="6003" y="1343"/>
                  </a:lnTo>
                  <a:cubicBezTo>
                    <a:pt x="5413" y="469"/>
                    <a:pt x="4456" y="0"/>
                    <a:pt x="34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64"/>
            <p:cNvSpPr/>
            <p:nvPr/>
          </p:nvSpPr>
          <p:spPr>
            <a:xfrm>
              <a:off x="4635700" y="1665100"/>
              <a:ext cx="1784725" cy="2500925"/>
            </a:xfrm>
            <a:custGeom>
              <a:rect b="b" l="l" r="r" t="t"/>
              <a:pathLst>
                <a:path extrusionOk="0" h="100037" w="71389">
                  <a:moveTo>
                    <a:pt x="67910" y="0"/>
                  </a:moveTo>
                  <a:cubicBezTo>
                    <a:pt x="66933" y="0"/>
                    <a:pt x="65976" y="469"/>
                    <a:pt x="65386" y="1343"/>
                  </a:cubicBezTo>
                  <a:lnTo>
                    <a:pt x="1549" y="95321"/>
                  </a:lnTo>
                  <a:cubicBezTo>
                    <a:pt x="1" y="97620"/>
                    <a:pt x="2180" y="100036"/>
                    <a:pt x="4340" y="100036"/>
                  </a:cubicBezTo>
                  <a:cubicBezTo>
                    <a:pt x="5183" y="100036"/>
                    <a:pt x="6024" y="99668"/>
                    <a:pt x="6638" y="98779"/>
                  </a:cubicBezTo>
                  <a:lnTo>
                    <a:pt x="70442" y="4768"/>
                  </a:lnTo>
                  <a:cubicBezTo>
                    <a:pt x="71388" y="3398"/>
                    <a:pt x="71029" y="1474"/>
                    <a:pt x="69627" y="528"/>
                  </a:cubicBezTo>
                  <a:cubicBezTo>
                    <a:pt x="69098" y="171"/>
                    <a:pt x="68501" y="0"/>
                    <a:pt x="67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64"/>
            <p:cNvSpPr/>
            <p:nvPr/>
          </p:nvSpPr>
          <p:spPr>
            <a:xfrm>
              <a:off x="4119750" y="3518875"/>
              <a:ext cx="290475" cy="446525"/>
            </a:xfrm>
            <a:custGeom>
              <a:rect b="b" l="l" r="r" t="t"/>
              <a:pathLst>
                <a:path extrusionOk="0" h="17861" w="11619">
                  <a:moveTo>
                    <a:pt x="8151" y="1"/>
                  </a:moveTo>
                  <a:cubicBezTo>
                    <a:pt x="6907" y="1"/>
                    <a:pt x="5745" y="750"/>
                    <a:pt x="5290" y="1990"/>
                  </a:cubicBezTo>
                  <a:lnTo>
                    <a:pt x="854" y="13798"/>
                  </a:lnTo>
                  <a:cubicBezTo>
                    <a:pt x="0" y="16108"/>
                    <a:pt x="2002" y="17861"/>
                    <a:pt x="3927" y="17861"/>
                  </a:cubicBezTo>
                  <a:cubicBezTo>
                    <a:pt x="5020" y="17861"/>
                    <a:pt x="6087" y="17297"/>
                    <a:pt x="6595" y="15951"/>
                  </a:cubicBezTo>
                  <a:lnTo>
                    <a:pt x="11031" y="4142"/>
                  </a:lnTo>
                  <a:cubicBezTo>
                    <a:pt x="11618" y="2544"/>
                    <a:pt x="10803" y="783"/>
                    <a:pt x="9237" y="195"/>
                  </a:cubicBezTo>
                  <a:cubicBezTo>
                    <a:pt x="8878" y="64"/>
                    <a:pt x="8511" y="1"/>
                    <a:pt x="8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64"/>
            <p:cNvSpPr/>
            <p:nvPr/>
          </p:nvSpPr>
          <p:spPr>
            <a:xfrm>
              <a:off x="5158825" y="238350"/>
              <a:ext cx="340900" cy="662775"/>
            </a:xfrm>
            <a:custGeom>
              <a:rect b="b" l="l" r="r" t="t"/>
              <a:pathLst>
                <a:path extrusionOk="0" h="26511" w="13636">
                  <a:moveTo>
                    <a:pt x="10227" y="0"/>
                  </a:moveTo>
                  <a:cubicBezTo>
                    <a:pt x="8947" y="0"/>
                    <a:pt x="7751" y="799"/>
                    <a:pt x="7307" y="2079"/>
                  </a:cubicBezTo>
                  <a:lnTo>
                    <a:pt x="522" y="22499"/>
                  </a:lnTo>
                  <a:cubicBezTo>
                    <a:pt x="0" y="24097"/>
                    <a:pt x="848" y="25826"/>
                    <a:pt x="2479" y="26380"/>
                  </a:cubicBezTo>
                  <a:cubicBezTo>
                    <a:pt x="2744" y="26469"/>
                    <a:pt x="3023" y="26510"/>
                    <a:pt x="3305" y="26510"/>
                  </a:cubicBezTo>
                  <a:cubicBezTo>
                    <a:pt x="4584" y="26510"/>
                    <a:pt x="5928" y="25653"/>
                    <a:pt x="6329" y="24423"/>
                  </a:cubicBezTo>
                  <a:lnTo>
                    <a:pt x="13113" y="4003"/>
                  </a:lnTo>
                  <a:cubicBezTo>
                    <a:pt x="13635" y="2405"/>
                    <a:pt x="12787" y="676"/>
                    <a:pt x="11189" y="154"/>
                  </a:cubicBezTo>
                  <a:cubicBezTo>
                    <a:pt x="10870" y="50"/>
                    <a:pt x="10546" y="0"/>
                    <a:pt x="10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64"/>
            <p:cNvSpPr/>
            <p:nvPr/>
          </p:nvSpPr>
          <p:spPr>
            <a:xfrm>
              <a:off x="3199175" y="3518875"/>
              <a:ext cx="290025" cy="446075"/>
            </a:xfrm>
            <a:custGeom>
              <a:rect b="b" l="l" r="r" t="t"/>
              <a:pathLst>
                <a:path extrusionOk="0" h="17843" w="11601">
                  <a:moveTo>
                    <a:pt x="3451" y="1"/>
                  </a:moveTo>
                  <a:cubicBezTo>
                    <a:pt x="3095" y="1"/>
                    <a:pt x="2733" y="64"/>
                    <a:pt x="2382" y="195"/>
                  </a:cubicBezTo>
                  <a:cubicBezTo>
                    <a:pt x="784" y="783"/>
                    <a:pt x="1" y="2544"/>
                    <a:pt x="588" y="4142"/>
                  </a:cubicBezTo>
                  <a:lnTo>
                    <a:pt x="4992" y="15951"/>
                  </a:lnTo>
                  <a:cubicBezTo>
                    <a:pt x="5494" y="17278"/>
                    <a:pt x="6582" y="17842"/>
                    <a:pt x="7693" y="17842"/>
                  </a:cubicBezTo>
                  <a:cubicBezTo>
                    <a:pt x="9614" y="17842"/>
                    <a:pt x="11601" y="16154"/>
                    <a:pt x="10733" y="13798"/>
                  </a:cubicBezTo>
                  <a:lnTo>
                    <a:pt x="6296" y="1990"/>
                  </a:lnTo>
                  <a:cubicBezTo>
                    <a:pt x="5841" y="750"/>
                    <a:pt x="4679" y="1"/>
                    <a:pt x="3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64"/>
            <p:cNvSpPr/>
            <p:nvPr/>
          </p:nvSpPr>
          <p:spPr>
            <a:xfrm>
              <a:off x="2108850" y="238350"/>
              <a:ext cx="347600" cy="660600"/>
            </a:xfrm>
            <a:custGeom>
              <a:rect b="b" l="l" r="r" t="t"/>
              <a:pathLst>
                <a:path extrusionOk="0" h="26424" w="13904">
                  <a:moveTo>
                    <a:pt x="3442" y="0"/>
                  </a:moveTo>
                  <a:cubicBezTo>
                    <a:pt x="3123" y="0"/>
                    <a:pt x="2799" y="50"/>
                    <a:pt x="2480" y="154"/>
                  </a:cubicBezTo>
                  <a:cubicBezTo>
                    <a:pt x="882" y="676"/>
                    <a:pt x="1" y="2405"/>
                    <a:pt x="523" y="4003"/>
                  </a:cubicBezTo>
                  <a:lnTo>
                    <a:pt x="7308" y="24423"/>
                  </a:lnTo>
                  <a:cubicBezTo>
                    <a:pt x="7779" y="25824"/>
                    <a:pt x="8913" y="26424"/>
                    <a:pt x="10070" y="26424"/>
                  </a:cubicBezTo>
                  <a:cubicBezTo>
                    <a:pt x="11957" y="26424"/>
                    <a:pt x="13903" y="24825"/>
                    <a:pt x="13114" y="22499"/>
                  </a:cubicBezTo>
                  <a:lnTo>
                    <a:pt x="6329" y="2079"/>
                  </a:lnTo>
                  <a:cubicBezTo>
                    <a:pt x="5911" y="799"/>
                    <a:pt x="4720" y="0"/>
                    <a:pt x="3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64"/>
            <p:cNvSpPr/>
            <p:nvPr/>
          </p:nvSpPr>
          <p:spPr>
            <a:xfrm>
              <a:off x="2124350" y="259225"/>
              <a:ext cx="3352525" cy="3326625"/>
            </a:xfrm>
            <a:custGeom>
              <a:rect b="b" l="l" r="r" t="t"/>
              <a:pathLst>
                <a:path extrusionOk="0" h="133065" w="134101">
                  <a:moveTo>
                    <a:pt x="67035" y="6161"/>
                  </a:moveTo>
                  <a:cubicBezTo>
                    <a:pt x="68975" y="6161"/>
                    <a:pt x="70916" y="7980"/>
                    <a:pt x="73591" y="11617"/>
                  </a:cubicBezTo>
                  <a:cubicBezTo>
                    <a:pt x="77753" y="17256"/>
                    <a:pt x="81409" y="19717"/>
                    <a:pt x="86432" y="19717"/>
                  </a:cubicBezTo>
                  <a:cubicBezTo>
                    <a:pt x="88732" y="19717"/>
                    <a:pt x="91318" y="19201"/>
                    <a:pt x="94370" y="18239"/>
                  </a:cubicBezTo>
                  <a:cubicBezTo>
                    <a:pt x="96835" y="17471"/>
                    <a:pt x="98722" y="17042"/>
                    <a:pt x="100160" y="17042"/>
                  </a:cubicBezTo>
                  <a:cubicBezTo>
                    <a:pt x="103613" y="17042"/>
                    <a:pt x="104478" y="19514"/>
                    <a:pt x="104547" y="25709"/>
                  </a:cubicBezTo>
                  <a:cubicBezTo>
                    <a:pt x="104645" y="35951"/>
                    <a:pt x="107875" y="40257"/>
                    <a:pt x="117367" y="43421"/>
                  </a:cubicBezTo>
                  <a:cubicBezTo>
                    <a:pt x="125652" y="46161"/>
                    <a:pt x="126533" y="48151"/>
                    <a:pt x="121445" y="55295"/>
                  </a:cubicBezTo>
                  <a:cubicBezTo>
                    <a:pt x="115377" y="63841"/>
                    <a:pt x="115377" y="69223"/>
                    <a:pt x="121445" y="77770"/>
                  </a:cubicBezTo>
                  <a:cubicBezTo>
                    <a:pt x="126533" y="84914"/>
                    <a:pt x="125652" y="86871"/>
                    <a:pt x="117367" y="89644"/>
                  </a:cubicBezTo>
                  <a:cubicBezTo>
                    <a:pt x="107744" y="92840"/>
                    <a:pt x="104645" y="97113"/>
                    <a:pt x="104547" y="107356"/>
                  </a:cubicBezTo>
                  <a:cubicBezTo>
                    <a:pt x="104478" y="113551"/>
                    <a:pt x="103613" y="116022"/>
                    <a:pt x="100160" y="116022"/>
                  </a:cubicBezTo>
                  <a:cubicBezTo>
                    <a:pt x="98722" y="116022"/>
                    <a:pt x="96835" y="115593"/>
                    <a:pt x="94370" y="114826"/>
                  </a:cubicBezTo>
                  <a:cubicBezTo>
                    <a:pt x="91318" y="113863"/>
                    <a:pt x="88732" y="113347"/>
                    <a:pt x="86432" y="113347"/>
                  </a:cubicBezTo>
                  <a:cubicBezTo>
                    <a:pt x="81409" y="113347"/>
                    <a:pt x="77753" y="115809"/>
                    <a:pt x="73591" y="121448"/>
                  </a:cubicBezTo>
                  <a:cubicBezTo>
                    <a:pt x="70916" y="125085"/>
                    <a:pt x="68975" y="126904"/>
                    <a:pt x="67035" y="126904"/>
                  </a:cubicBezTo>
                  <a:cubicBezTo>
                    <a:pt x="65094" y="126904"/>
                    <a:pt x="63153" y="125085"/>
                    <a:pt x="60478" y="121448"/>
                  </a:cubicBezTo>
                  <a:cubicBezTo>
                    <a:pt x="56332" y="115823"/>
                    <a:pt x="52648" y="113354"/>
                    <a:pt x="47606" y="113354"/>
                  </a:cubicBezTo>
                  <a:cubicBezTo>
                    <a:pt x="45310" y="113354"/>
                    <a:pt x="42731" y="113866"/>
                    <a:pt x="39699" y="114826"/>
                  </a:cubicBezTo>
                  <a:cubicBezTo>
                    <a:pt x="37234" y="115593"/>
                    <a:pt x="35347" y="116022"/>
                    <a:pt x="33909" y="116022"/>
                  </a:cubicBezTo>
                  <a:cubicBezTo>
                    <a:pt x="30456" y="116022"/>
                    <a:pt x="29591" y="113551"/>
                    <a:pt x="29522" y="107356"/>
                  </a:cubicBezTo>
                  <a:cubicBezTo>
                    <a:pt x="29456" y="97113"/>
                    <a:pt x="26194" y="92808"/>
                    <a:pt x="16702" y="89644"/>
                  </a:cubicBezTo>
                  <a:cubicBezTo>
                    <a:pt x="8417" y="86871"/>
                    <a:pt x="7536" y="84914"/>
                    <a:pt x="12625" y="77770"/>
                  </a:cubicBezTo>
                  <a:cubicBezTo>
                    <a:pt x="18692" y="69223"/>
                    <a:pt x="18692" y="63841"/>
                    <a:pt x="12625" y="55295"/>
                  </a:cubicBezTo>
                  <a:cubicBezTo>
                    <a:pt x="10765" y="52718"/>
                    <a:pt x="8254" y="49162"/>
                    <a:pt x="8775" y="47596"/>
                  </a:cubicBezTo>
                  <a:cubicBezTo>
                    <a:pt x="9330" y="45868"/>
                    <a:pt x="13408" y="44498"/>
                    <a:pt x="16702" y="43421"/>
                  </a:cubicBezTo>
                  <a:cubicBezTo>
                    <a:pt x="26325" y="40224"/>
                    <a:pt x="29456" y="35951"/>
                    <a:pt x="29522" y="25709"/>
                  </a:cubicBezTo>
                  <a:cubicBezTo>
                    <a:pt x="29591" y="19514"/>
                    <a:pt x="30456" y="17042"/>
                    <a:pt x="33909" y="17042"/>
                  </a:cubicBezTo>
                  <a:cubicBezTo>
                    <a:pt x="35347" y="17042"/>
                    <a:pt x="37234" y="17471"/>
                    <a:pt x="39699" y="18239"/>
                  </a:cubicBezTo>
                  <a:cubicBezTo>
                    <a:pt x="42752" y="19201"/>
                    <a:pt x="45338" y="19717"/>
                    <a:pt x="47637" y="19717"/>
                  </a:cubicBezTo>
                  <a:cubicBezTo>
                    <a:pt x="52660" y="19717"/>
                    <a:pt x="56316" y="17256"/>
                    <a:pt x="60478" y="11617"/>
                  </a:cubicBezTo>
                  <a:cubicBezTo>
                    <a:pt x="63153" y="7980"/>
                    <a:pt x="65094" y="6161"/>
                    <a:pt x="67035" y="6161"/>
                  </a:cubicBezTo>
                  <a:close/>
                  <a:moveTo>
                    <a:pt x="67026" y="0"/>
                  </a:moveTo>
                  <a:cubicBezTo>
                    <a:pt x="63245" y="0"/>
                    <a:pt x="59464" y="2650"/>
                    <a:pt x="55552" y="7963"/>
                  </a:cubicBezTo>
                  <a:cubicBezTo>
                    <a:pt x="52609" y="11981"/>
                    <a:pt x="50657" y="13635"/>
                    <a:pt x="47560" y="13635"/>
                  </a:cubicBezTo>
                  <a:cubicBezTo>
                    <a:pt x="45955" y="13635"/>
                    <a:pt x="44043" y="13190"/>
                    <a:pt x="41526" y="12400"/>
                  </a:cubicBezTo>
                  <a:cubicBezTo>
                    <a:pt x="38572" y="11477"/>
                    <a:pt x="36011" y="11014"/>
                    <a:pt x="33819" y="11014"/>
                  </a:cubicBezTo>
                  <a:cubicBezTo>
                    <a:pt x="26715" y="11014"/>
                    <a:pt x="23497" y="15871"/>
                    <a:pt x="23422" y="25643"/>
                  </a:cubicBezTo>
                  <a:cubicBezTo>
                    <a:pt x="23357" y="33244"/>
                    <a:pt x="22084" y="35168"/>
                    <a:pt x="14778" y="37615"/>
                  </a:cubicBezTo>
                  <a:cubicBezTo>
                    <a:pt x="9689" y="39311"/>
                    <a:pt x="4470" y="41040"/>
                    <a:pt x="2937" y="45705"/>
                  </a:cubicBezTo>
                  <a:cubicBezTo>
                    <a:pt x="1469" y="50206"/>
                    <a:pt x="4600" y="54610"/>
                    <a:pt x="7634" y="58850"/>
                  </a:cubicBezTo>
                  <a:cubicBezTo>
                    <a:pt x="12168" y="65211"/>
                    <a:pt x="12266" y="67723"/>
                    <a:pt x="7634" y="74214"/>
                  </a:cubicBezTo>
                  <a:cubicBezTo>
                    <a:pt x="1" y="84914"/>
                    <a:pt x="2643" y="91405"/>
                    <a:pt x="14778" y="95450"/>
                  </a:cubicBezTo>
                  <a:cubicBezTo>
                    <a:pt x="21954" y="97831"/>
                    <a:pt x="23357" y="99658"/>
                    <a:pt x="23422" y="107389"/>
                  </a:cubicBezTo>
                  <a:cubicBezTo>
                    <a:pt x="23497" y="117181"/>
                    <a:pt x="26674" y="122063"/>
                    <a:pt x="33783" y="122063"/>
                  </a:cubicBezTo>
                  <a:cubicBezTo>
                    <a:pt x="35980" y="122063"/>
                    <a:pt x="38553" y="121597"/>
                    <a:pt x="41526" y="120665"/>
                  </a:cubicBezTo>
                  <a:cubicBezTo>
                    <a:pt x="44019" y="119875"/>
                    <a:pt x="45919" y="119421"/>
                    <a:pt x="47527" y="119421"/>
                  </a:cubicBezTo>
                  <a:cubicBezTo>
                    <a:pt x="50568" y="119421"/>
                    <a:pt x="52565" y="121047"/>
                    <a:pt x="55552" y="125101"/>
                  </a:cubicBezTo>
                  <a:cubicBezTo>
                    <a:pt x="59470" y="130406"/>
                    <a:pt x="63256" y="133065"/>
                    <a:pt x="67043" y="133065"/>
                  </a:cubicBezTo>
                  <a:cubicBezTo>
                    <a:pt x="70824" y="133065"/>
                    <a:pt x="74605" y="130414"/>
                    <a:pt x="78517" y="125101"/>
                  </a:cubicBezTo>
                  <a:cubicBezTo>
                    <a:pt x="81460" y="121084"/>
                    <a:pt x="83413" y="119430"/>
                    <a:pt x="86509" y="119430"/>
                  </a:cubicBezTo>
                  <a:cubicBezTo>
                    <a:pt x="88114" y="119430"/>
                    <a:pt x="90026" y="119874"/>
                    <a:pt x="92543" y="120665"/>
                  </a:cubicBezTo>
                  <a:cubicBezTo>
                    <a:pt x="95495" y="121588"/>
                    <a:pt x="98056" y="122050"/>
                    <a:pt x="100247" y="122050"/>
                  </a:cubicBezTo>
                  <a:cubicBezTo>
                    <a:pt x="107353" y="122050"/>
                    <a:pt x="110573" y="117187"/>
                    <a:pt x="110647" y="107389"/>
                  </a:cubicBezTo>
                  <a:cubicBezTo>
                    <a:pt x="110713" y="99821"/>
                    <a:pt x="111985" y="97896"/>
                    <a:pt x="119292" y="95450"/>
                  </a:cubicBezTo>
                  <a:cubicBezTo>
                    <a:pt x="131426" y="91405"/>
                    <a:pt x="134101" y="84979"/>
                    <a:pt x="126435" y="74214"/>
                  </a:cubicBezTo>
                  <a:cubicBezTo>
                    <a:pt x="121901" y="67853"/>
                    <a:pt x="121803" y="65342"/>
                    <a:pt x="126435" y="58850"/>
                  </a:cubicBezTo>
                  <a:cubicBezTo>
                    <a:pt x="134068" y="48151"/>
                    <a:pt x="131426" y="41660"/>
                    <a:pt x="119292" y="37615"/>
                  </a:cubicBezTo>
                  <a:cubicBezTo>
                    <a:pt x="112115" y="35234"/>
                    <a:pt x="110713" y="33407"/>
                    <a:pt x="110647" y="25643"/>
                  </a:cubicBezTo>
                  <a:cubicBezTo>
                    <a:pt x="110573" y="15877"/>
                    <a:pt x="107396" y="11001"/>
                    <a:pt x="100289" y="11001"/>
                  </a:cubicBezTo>
                  <a:cubicBezTo>
                    <a:pt x="98091" y="11001"/>
                    <a:pt x="95518" y="11467"/>
                    <a:pt x="92543" y="12400"/>
                  </a:cubicBezTo>
                  <a:cubicBezTo>
                    <a:pt x="90050" y="13189"/>
                    <a:pt x="88150" y="13643"/>
                    <a:pt x="86543" y="13643"/>
                  </a:cubicBezTo>
                  <a:cubicBezTo>
                    <a:pt x="83501" y="13643"/>
                    <a:pt x="81504" y="12018"/>
                    <a:pt x="78517" y="7963"/>
                  </a:cubicBezTo>
                  <a:cubicBezTo>
                    <a:pt x="74599" y="2659"/>
                    <a:pt x="70813" y="0"/>
                    <a:pt x="670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64"/>
            <p:cNvSpPr/>
            <p:nvPr/>
          </p:nvSpPr>
          <p:spPr>
            <a:xfrm>
              <a:off x="2566350" y="636675"/>
              <a:ext cx="2467725" cy="2571700"/>
            </a:xfrm>
            <a:custGeom>
              <a:rect b="b" l="l" r="r" t="t"/>
              <a:pathLst>
                <a:path extrusionOk="0" h="102868" w="98709">
                  <a:moveTo>
                    <a:pt x="49355" y="1"/>
                  </a:moveTo>
                  <a:cubicBezTo>
                    <a:pt x="48539" y="1"/>
                    <a:pt x="47724" y="417"/>
                    <a:pt x="46908" y="1249"/>
                  </a:cubicBezTo>
                  <a:cubicBezTo>
                    <a:pt x="42051" y="7733"/>
                    <a:pt x="36784" y="10877"/>
                    <a:pt x="30160" y="10877"/>
                  </a:cubicBezTo>
                  <a:cubicBezTo>
                    <a:pt x="27620" y="10877"/>
                    <a:pt x="24881" y="10415"/>
                    <a:pt x="21889" y="9501"/>
                  </a:cubicBezTo>
                  <a:cubicBezTo>
                    <a:pt x="21601" y="9460"/>
                    <a:pt x="21327" y="9439"/>
                    <a:pt x="21069" y="9439"/>
                  </a:cubicBezTo>
                  <a:cubicBezTo>
                    <a:pt x="19312" y="9439"/>
                    <a:pt x="18255" y="10409"/>
                    <a:pt x="17942" y="12372"/>
                  </a:cubicBezTo>
                  <a:cubicBezTo>
                    <a:pt x="17909" y="15373"/>
                    <a:pt x="17713" y="18570"/>
                    <a:pt x="16735" y="21603"/>
                  </a:cubicBezTo>
                  <a:cubicBezTo>
                    <a:pt x="16213" y="23202"/>
                    <a:pt x="17094" y="24931"/>
                    <a:pt x="18725" y="25453"/>
                  </a:cubicBezTo>
                  <a:cubicBezTo>
                    <a:pt x="19036" y="25554"/>
                    <a:pt x="19352" y="25603"/>
                    <a:pt x="19664" y="25603"/>
                  </a:cubicBezTo>
                  <a:cubicBezTo>
                    <a:pt x="20951" y="25603"/>
                    <a:pt x="22153" y="24776"/>
                    <a:pt x="22574" y="23463"/>
                  </a:cubicBezTo>
                  <a:cubicBezTo>
                    <a:pt x="23324" y="21082"/>
                    <a:pt x="23715" y="18668"/>
                    <a:pt x="23878" y="16417"/>
                  </a:cubicBezTo>
                  <a:cubicBezTo>
                    <a:pt x="26084" y="16939"/>
                    <a:pt x="28245" y="17197"/>
                    <a:pt x="30345" y="17197"/>
                  </a:cubicBezTo>
                  <a:cubicBezTo>
                    <a:pt x="37689" y="17197"/>
                    <a:pt x="44281" y="14045"/>
                    <a:pt x="49355" y="8034"/>
                  </a:cubicBezTo>
                  <a:cubicBezTo>
                    <a:pt x="51899" y="11067"/>
                    <a:pt x="55618" y="14590"/>
                    <a:pt x="60772" y="16254"/>
                  </a:cubicBezTo>
                  <a:cubicBezTo>
                    <a:pt x="63012" y="16990"/>
                    <a:pt x="65323" y="17302"/>
                    <a:pt x="67642" y="17302"/>
                  </a:cubicBezTo>
                  <a:cubicBezTo>
                    <a:pt x="70052" y="17302"/>
                    <a:pt x="72471" y="16965"/>
                    <a:pt x="74831" y="16417"/>
                  </a:cubicBezTo>
                  <a:cubicBezTo>
                    <a:pt x="75646" y="26562"/>
                    <a:pt x="81094" y="34097"/>
                    <a:pt x="90521" y="38011"/>
                  </a:cubicBezTo>
                  <a:cubicBezTo>
                    <a:pt x="85236" y="46721"/>
                    <a:pt x="85236" y="56148"/>
                    <a:pt x="90521" y="64857"/>
                  </a:cubicBezTo>
                  <a:cubicBezTo>
                    <a:pt x="81094" y="68772"/>
                    <a:pt x="75646" y="76307"/>
                    <a:pt x="74831" y="86452"/>
                  </a:cubicBezTo>
                  <a:cubicBezTo>
                    <a:pt x="72625" y="85929"/>
                    <a:pt x="70464" y="85672"/>
                    <a:pt x="68364" y="85672"/>
                  </a:cubicBezTo>
                  <a:cubicBezTo>
                    <a:pt x="61020" y="85672"/>
                    <a:pt x="54428" y="88823"/>
                    <a:pt x="49355" y="94835"/>
                  </a:cubicBezTo>
                  <a:cubicBezTo>
                    <a:pt x="44262" y="88805"/>
                    <a:pt x="37694" y="85668"/>
                    <a:pt x="30368" y="85668"/>
                  </a:cubicBezTo>
                  <a:cubicBezTo>
                    <a:pt x="28262" y="85668"/>
                    <a:pt x="26093" y="85927"/>
                    <a:pt x="23878" y="86452"/>
                  </a:cubicBezTo>
                  <a:cubicBezTo>
                    <a:pt x="23063" y="76307"/>
                    <a:pt x="17615" y="68772"/>
                    <a:pt x="8188" y="64857"/>
                  </a:cubicBezTo>
                  <a:cubicBezTo>
                    <a:pt x="13473" y="56148"/>
                    <a:pt x="13473" y="46721"/>
                    <a:pt x="8188" y="38011"/>
                  </a:cubicBezTo>
                  <a:cubicBezTo>
                    <a:pt x="9134" y="37620"/>
                    <a:pt x="10080" y="37196"/>
                    <a:pt x="11026" y="36674"/>
                  </a:cubicBezTo>
                  <a:cubicBezTo>
                    <a:pt x="12527" y="35924"/>
                    <a:pt x="13114" y="34064"/>
                    <a:pt x="12364" y="32564"/>
                  </a:cubicBezTo>
                  <a:cubicBezTo>
                    <a:pt x="11816" y="31515"/>
                    <a:pt x="10743" y="30912"/>
                    <a:pt x="9633" y="30912"/>
                  </a:cubicBezTo>
                  <a:cubicBezTo>
                    <a:pt x="9156" y="30912"/>
                    <a:pt x="8672" y="31023"/>
                    <a:pt x="8221" y="31259"/>
                  </a:cubicBezTo>
                  <a:cubicBezTo>
                    <a:pt x="6296" y="32270"/>
                    <a:pt x="4274" y="32988"/>
                    <a:pt x="2545" y="33575"/>
                  </a:cubicBezTo>
                  <a:cubicBezTo>
                    <a:pt x="490" y="34619"/>
                    <a:pt x="1" y="36185"/>
                    <a:pt x="1045" y="38240"/>
                  </a:cubicBezTo>
                  <a:cubicBezTo>
                    <a:pt x="7373" y="47341"/>
                    <a:pt x="7373" y="55528"/>
                    <a:pt x="1045" y="64629"/>
                  </a:cubicBezTo>
                  <a:cubicBezTo>
                    <a:pt x="490" y="65445"/>
                    <a:pt x="327" y="66423"/>
                    <a:pt x="620" y="67337"/>
                  </a:cubicBezTo>
                  <a:cubicBezTo>
                    <a:pt x="947" y="68250"/>
                    <a:pt x="1632" y="68968"/>
                    <a:pt x="2545" y="69294"/>
                  </a:cubicBezTo>
                  <a:cubicBezTo>
                    <a:pt x="13049" y="72882"/>
                    <a:pt x="17746" y="79373"/>
                    <a:pt x="17942" y="90464"/>
                  </a:cubicBezTo>
                  <a:cubicBezTo>
                    <a:pt x="18255" y="92456"/>
                    <a:pt x="19312" y="93430"/>
                    <a:pt x="21071" y="93430"/>
                  </a:cubicBezTo>
                  <a:cubicBezTo>
                    <a:pt x="21328" y="93430"/>
                    <a:pt x="21601" y="93409"/>
                    <a:pt x="21889" y="93367"/>
                  </a:cubicBezTo>
                  <a:cubicBezTo>
                    <a:pt x="24881" y="92451"/>
                    <a:pt x="27625" y="91987"/>
                    <a:pt x="30170" y="91987"/>
                  </a:cubicBezTo>
                  <a:cubicBezTo>
                    <a:pt x="36780" y="91987"/>
                    <a:pt x="42057" y="95120"/>
                    <a:pt x="46908" y="101620"/>
                  </a:cubicBezTo>
                  <a:cubicBezTo>
                    <a:pt x="47724" y="102452"/>
                    <a:pt x="48539" y="102868"/>
                    <a:pt x="49355" y="102868"/>
                  </a:cubicBezTo>
                  <a:cubicBezTo>
                    <a:pt x="50170" y="102868"/>
                    <a:pt x="50986" y="102452"/>
                    <a:pt x="51801" y="101620"/>
                  </a:cubicBezTo>
                  <a:cubicBezTo>
                    <a:pt x="56658" y="95136"/>
                    <a:pt x="61925" y="91992"/>
                    <a:pt x="68549" y="91992"/>
                  </a:cubicBezTo>
                  <a:cubicBezTo>
                    <a:pt x="71089" y="91992"/>
                    <a:pt x="73828" y="92454"/>
                    <a:pt x="76820" y="93367"/>
                  </a:cubicBezTo>
                  <a:cubicBezTo>
                    <a:pt x="77108" y="93409"/>
                    <a:pt x="77381" y="93430"/>
                    <a:pt x="77638" y="93430"/>
                  </a:cubicBezTo>
                  <a:cubicBezTo>
                    <a:pt x="79397" y="93430"/>
                    <a:pt x="80455" y="92456"/>
                    <a:pt x="80767" y="90464"/>
                  </a:cubicBezTo>
                  <a:cubicBezTo>
                    <a:pt x="80963" y="79406"/>
                    <a:pt x="85660" y="72882"/>
                    <a:pt x="96164" y="69294"/>
                  </a:cubicBezTo>
                  <a:cubicBezTo>
                    <a:pt x="98219" y="68250"/>
                    <a:pt x="98708" y="66684"/>
                    <a:pt x="97665" y="64629"/>
                  </a:cubicBezTo>
                  <a:cubicBezTo>
                    <a:pt x="91336" y="55528"/>
                    <a:pt x="91336" y="47341"/>
                    <a:pt x="97665" y="38207"/>
                  </a:cubicBezTo>
                  <a:cubicBezTo>
                    <a:pt x="98708" y="36185"/>
                    <a:pt x="98219" y="34619"/>
                    <a:pt x="96164" y="33575"/>
                  </a:cubicBezTo>
                  <a:cubicBezTo>
                    <a:pt x="85660" y="29987"/>
                    <a:pt x="80963" y="23495"/>
                    <a:pt x="80767" y="12372"/>
                  </a:cubicBezTo>
                  <a:cubicBezTo>
                    <a:pt x="80455" y="10409"/>
                    <a:pt x="79398" y="9439"/>
                    <a:pt x="77640" y="9439"/>
                  </a:cubicBezTo>
                  <a:cubicBezTo>
                    <a:pt x="77382" y="9439"/>
                    <a:pt x="77109" y="9460"/>
                    <a:pt x="76820" y="9501"/>
                  </a:cubicBezTo>
                  <a:cubicBezTo>
                    <a:pt x="73828" y="10417"/>
                    <a:pt x="71085" y="10882"/>
                    <a:pt x="68539" y="10882"/>
                  </a:cubicBezTo>
                  <a:cubicBezTo>
                    <a:pt x="61929" y="10882"/>
                    <a:pt x="56653" y="7749"/>
                    <a:pt x="51801" y="1249"/>
                  </a:cubicBezTo>
                  <a:cubicBezTo>
                    <a:pt x="50986" y="417"/>
                    <a:pt x="50170" y="1"/>
                    <a:pt x="49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64"/>
            <p:cNvSpPr/>
            <p:nvPr/>
          </p:nvSpPr>
          <p:spPr>
            <a:xfrm>
              <a:off x="1622000" y="1115100"/>
              <a:ext cx="319525" cy="410250"/>
            </a:xfrm>
            <a:custGeom>
              <a:rect b="b" l="l" r="r" t="t"/>
              <a:pathLst>
                <a:path extrusionOk="0" h="16410" w="12781">
                  <a:moveTo>
                    <a:pt x="3521" y="0"/>
                  </a:moveTo>
                  <a:cubicBezTo>
                    <a:pt x="3050" y="0"/>
                    <a:pt x="2571" y="112"/>
                    <a:pt x="2121" y="346"/>
                  </a:cubicBezTo>
                  <a:cubicBezTo>
                    <a:pt x="588" y="1129"/>
                    <a:pt x="1" y="2956"/>
                    <a:pt x="784" y="4456"/>
                  </a:cubicBezTo>
                  <a:lnTo>
                    <a:pt x="6133" y="14829"/>
                  </a:lnTo>
                  <a:cubicBezTo>
                    <a:pt x="6707" y="15944"/>
                    <a:pt x="7674" y="16409"/>
                    <a:pt x="8655" y="16409"/>
                  </a:cubicBezTo>
                  <a:cubicBezTo>
                    <a:pt x="10688" y="16409"/>
                    <a:pt x="12781" y="14411"/>
                    <a:pt x="11548" y="12057"/>
                  </a:cubicBezTo>
                  <a:lnTo>
                    <a:pt x="6231" y="1684"/>
                  </a:lnTo>
                  <a:cubicBezTo>
                    <a:pt x="5683" y="610"/>
                    <a:pt x="4623" y="0"/>
                    <a:pt x="3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64"/>
            <p:cNvSpPr/>
            <p:nvPr/>
          </p:nvSpPr>
          <p:spPr>
            <a:xfrm>
              <a:off x="1180000" y="238150"/>
              <a:ext cx="447150" cy="669800"/>
            </a:xfrm>
            <a:custGeom>
              <a:rect b="b" l="l" r="r" t="t"/>
              <a:pathLst>
                <a:path extrusionOk="0" h="26792" w="17886">
                  <a:moveTo>
                    <a:pt x="3489" y="0"/>
                  </a:moveTo>
                  <a:cubicBezTo>
                    <a:pt x="3029" y="0"/>
                    <a:pt x="2561" y="105"/>
                    <a:pt x="2121" y="325"/>
                  </a:cubicBezTo>
                  <a:cubicBezTo>
                    <a:pt x="588" y="1075"/>
                    <a:pt x="1" y="2935"/>
                    <a:pt x="751" y="4435"/>
                  </a:cubicBezTo>
                  <a:lnTo>
                    <a:pt x="11222" y="25182"/>
                  </a:lnTo>
                  <a:cubicBezTo>
                    <a:pt x="11790" y="26317"/>
                    <a:pt x="12766" y="26791"/>
                    <a:pt x="13758" y="26791"/>
                  </a:cubicBezTo>
                  <a:cubicBezTo>
                    <a:pt x="15787" y="26791"/>
                    <a:pt x="17885" y="24808"/>
                    <a:pt x="16702" y="22441"/>
                  </a:cubicBezTo>
                  <a:lnTo>
                    <a:pt x="6199" y="1695"/>
                  </a:lnTo>
                  <a:cubicBezTo>
                    <a:pt x="5668" y="611"/>
                    <a:pt x="4600" y="0"/>
                    <a:pt x="34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64"/>
            <p:cNvSpPr/>
            <p:nvPr/>
          </p:nvSpPr>
          <p:spPr>
            <a:xfrm>
              <a:off x="5670125" y="1115100"/>
              <a:ext cx="308300" cy="411675"/>
            </a:xfrm>
            <a:custGeom>
              <a:rect b="b" l="l" r="r" t="t"/>
              <a:pathLst>
                <a:path extrusionOk="0" h="16467" w="12332">
                  <a:moveTo>
                    <a:pt x="8822" y="0"/>
                  </a:moveTo>
                  <a:cubicBezTo>
                    <a:pt x="7710" y="0"/>
                    <a:pt x="6649" y="610"/>
                    <a:pt x="6101" y="1684"/>
                  </a:cubicBezTo>
                  <a:lnTo>
                    <a:pt x="784" y="12057"/>
                  </a:lnTo>
                  <a:cubicBezTo>
                    <a:pt x="1" y="13557"/>
                    <a:pt x="588" y="15384"/>
                    <a:pt x="2089" y="16167"/>
                  </a:cubicBezTo>
                  <a:cubicBezTo>
                    <a:pt x="2496" y="16371"/>
                    <a:pt x="2946" y="16467"/>
                    <a:pt x="3398" y="16467"/>
                  </a:cubicBezTo>
                  <a:cubicBezTo>
                    <a:pt x="4536" y="16467"/>
                    <a:pt x="5685" y="15857"/>
                    <a:pt x="6199" y="14829"/>
                  </a:cubicBezTo>
                  <a:lnTo>
                    <a:pt x="11548" y="4456"/>
                  </a:lnTo>
                  <a:cubicBezTo>
                    <a:pt x="12331" y="2956"/>
                    <a:pt x="11744" y="1129"/>
                    <a:pt x="10244" y="346"/>
                  </a:cubicBezTo>
                  <a:cubicBezTo>
                    <a:pt x="9784" y="112"/>
                    <a:pt x="9299" y="0"/>
                    <a:pt x="8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64"/>
            <p:cNvSpPr/>
            <p:nvPr/>
          </p:nvSpPr>
          <p:spPr>
            <a:xfrm>
              <a:off x="5984100" y="238150"/>
              <a:ext cx="436325" cy="671150"/>
            </a:xfrm>
            <a:custGeom>
              <a:rect b="b" l="l" r="r" t="t"/>
              <a:pathLst>
                <a:path extrusionOk="0" h="26846" w="17453">
                  <a:moveTo>
                    <a:pt x="13964" y="0"/>
                  </a:moveTo>
                  <a:cubicBezTo>
                    <a:pt x="12853" y="0"/>
                    <a:pt x="11785" y="611"/>
                    <a:pt x="11254" y="1695"/>
                  </a:cubicBezTo>
                  <a:lnTo>
                    <a:pt x="751" y="22441"/>
                  </a:lnTo>
                  <a:cubicBezTo>
                    <a:pt x="1" y="23942"/>
                    <a:pt x="620" y="25801"/>
                    <a:pt x="2121" y="26552"/>
                  </a:cubicBezTo>
                  <a:cubicBezTo>
                    <a:pt x="2521" y="26751"/>
                    <a:pt x="2961" y="26845"/>
                    <a:pt x="3404" y="26845"/>
                  </a:cubicBezTo>
                  <a:cubicBezTo>
                    <a:pt x="4550" y="26845"/>
                    <a:pt x="5713" y="26217"/>
                    <a:pt x="6231" y="25182"/>
                  </a:cubicBezTo>
                  <a:lnTo>
                    <a:pt x="16702" y="4435"/>
                  </a:lnTo>
                  <a:cubicBezTo>
                    <a:pt x="17452" y="2935"/>
                    <a:pt x="16865" y="1075"/>
                    <a:pt x="15332" y="325"/>
                  </a:cubicBezTo>
                  <a:cubicBezTo>
                    <a:pt x="14892" y="105"/>
                    <a:pt x="14424" y="0"/>
                    <a:pt x="139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64"/>
            <p:cNvSpPr/>
            <p:nvPr/>
          </p:nvSpPr>
          <p:spPr>
            <a:xfrm>
              <a:off x="3338625" y="1331150"/>
              <a:ext cx="923175" cy="1182225"/>
            </a:xfrm>
            <a:custGeom>
              <a:rect b="b" l="l" r="r" t="t"/>
              <a:pathLst>
                <a:path extrusionOk="0" h="47289" w="36927">
                  <a:moveTo>
                    <a:pt x="33464" y="1"/>
                  </a:moveTo>
                  <a:cubicBezTo>
                    <a:pt x="32515" y="1"/>
                    <a:pt x="31580" y="435"/>
                    <a:pt x="30990" y="1262"/>
                  </a:cubicBezTo>
                  <a:lnTo>
                    <a:pt x="1012" y="42428"/>
                  </a:lnTo>
                  <a:cubicBezTo>
                    <a:pt x="1" y="43798"/>
                    <a:pt x="327" y="45723"/>
                    <a:pt x="1664" y="46701"/>
                  </a:cubicBezTo>
                  <a:cubicBezTo>
                    <a:pt x="2219" y="47125"/>
                    <a:pt x="2839" y="47288"/>
                    <a:pt x="3491" y="47288"/>
                  </a:cubicBezTo>
                  <a:cubicBezTo>
                    <a:pt x="4437" y="47288"/>
                    <a:pt x="5350" y="46864"/>
                    <a:pt x="5938" y="46049"/>
                  </a:cubicBezTo>
                  <a:lnTo>
                    <a:pt x="35915" y="4850"/>
                  </a:lnTo>
                  <a:cubicBezTo>
                    <a:pt x="36926" y="3513"/>
                    <a:pt x="36600" y="1588"/>
                    <a:pt x="35263" y="577"/>
                  </a:cubicBezTo>
                  <a:cubicBezTo>
                    <a:pt x="34719" y="189"/>
                    <a:pt x="34088" y="1"/>
                    <a:pt x="334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64"/>
            <p:cNvSpPr/>
            <p:nvPr/>
          </p:nvSpPr>
          <p:spPr>
            <a:xfrm>
              <a:off x="3247300" y="1330875"/>
              <a:ext cx="458325" cy="459150"/>
            </a:xfrm>
            <a:custGeom>
              <a:rect b="b" l="l" r="r" t="t"/>
              <a:pathLst>
                <a:path extrusionOk="0" h="18366" w="18333">
                  <a:moveTo>
                    <a:pt x="9166" y="6133"/>
                  </a:moveTo>
                  <a:cubicBezTo>
                    <a:pt x="10863" y="6133"/>
                    <a:pt x="12233" y="7503"/>
                    <a:pt x="12233" y="9199"/>
                  </a:cubicBezTo>
                  <a:cubicBezTo>
                    <a:pt x="12233" y="10863"/>
                    <a:pt x="10863" y="12233"/>
                    <a:pt x="9166" y="12233"/>
                  </a:cubicBezTo>
                  <a:cubicBezTo>
                    <a:pt x="7470" y="12233"/>
                    <a:pt x="6100" y="10863"/>
                    <a:pt x="6100" y="9199"/>
                  </a:cubicBezTo>
                  <a:cubicBezTo>
                    <a:pt x="6100" y="7503"/>
                    <a:pt x="7470" y="6133"/>
                    <a:pt x="9166" y="6133"/>
                  </a:cubicBezTo>
                  <a:close/>
                  <a:moveTo>
                    <a:pt x="9166" y="1"/>
                  </a:moveTo>
                  <a:cubicBezTo>
                    <a:pt x="4110" y="1"/>
                    <a:pt x="0" y="4143"/>
                    <a:pt x="0" y="9199"/>
                  </a:cubicBezTo>
                  <a:cubicBezTo>
                    <a:pt x="0" y="14256"/>
                    <a:pt x="4110" y="18366"/>
                    <a:pt x="9166" y="18366"/>
                  </a:cubicBezTo>
                  <a:cubicBezTo>
                    <a:pt x="14223" y="18366"/>
                    <a:pt x="18333" y="14256"/>
                    <a:pt x="18333" y="9199"/>
                  </a:cubicBezTo>
                  <a:cubicBezTo>
                    <a:pt x="18333" y="4143"/>
                    <a:pt x="14223" y="1"/>
                    <a:pt x="91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64"/>
            <p:cNvSpPr/>
            <p:nvPr/>
          </p:nvSpPr>
          <p:spPr>
            <a:xfrm>
              <a:off x="3894800" y="2055050"/>
              <a:ext cx="458325" cy="458325"/>
            </a:xfrm>
            <a:custGeom>
              <a:rect b="b" l="l" r="r" t="t"/>
              <a:pathLst>
                <a:path extrusionOk="0" h="18333" w="18333">
                  <a:moveTo>
                    <a:pt x="9167" y="6100"/>
                  </a:moveTo>
                  <a:cubicBezTo>
                    <a:pt x="10863" y="6100"/>
                    <a:pt x="12233" y="7470"/>
                    <a:pt x="12233" y="9166"/>
                  </a:cubicBezTo>
                  <a:cubicBezTo>
                    <a:pt x="12233" y="10862"/>
                    <a:pt x="10863" y="12233"/>
                    <a:pt x="9167" y="12233"/>
                  </a:cubicBezTo>
                  <a:cubicBezTo>
                    <a:pt x="7470" y="12233"/>
                    <a:pt x="6100" y="10862"/>
                    <a:pt x="6100" y="9166"/>
                  </a:cubicBezTo>
                  <a:cubicBezTo>
                    <a:pt x="6100" y="7470"/>
                    <a:pt x="7470" y="6100"/>
                    <a:pt x="9167" y="6100"/>
                  </a:cubicBezTo>
                  <a:close/>
                  <a:moveTo>
                    <a:pt x="9167" y="0"/>
                  </a:moveTo>
                  <a:cubicBezTo>
                    <a:pt x="4111" y="0"/>
                    <a:pt x="0" y="4110"/>
                    <a:pt x="0" y="9166"/>
                  </a:cubicBezTo>
                  <a:cubicBezTo>
                    <a:pt x="0" y="14222"/>
                    <a:pt x="4111" y="18332"/>
                    <a:pt x="9167" y="18332"/>
                  </a:cubicBezTo>
                  <a:cubicBezTo>
                    <a:pt x="14223" y="18332"/>
                    <a:pt x="18333" y="14222"/>
                    <a:pt x="18333" y="9166"/>
                  </a:cubicBezTo>
                  <a:cubicBezTo>
                    <a:pt x="18333" y="4110"/>
                    <a:pt x="14223" y="0"/>
                    <a:pt x="9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164"/>
          <p:cNvGrpSpPr/>
          <p:nvPr/>
        </p:nvGrpSpPr>
        <p:grpSpPr>
          <a:xfrm>
            <a:off x="7053659" y="2581316"/>
            <a:ext cx="320309" cy="491127"/>
            <a:chOff x="2098250" y="238125"/>
            <a:chExt cx="3403925" cy="5219200"/>
          </a:xfrm>
        </p:grpSpPr>
        <p:sp>
          <p:nvSpPr>
            <p:cNvPr id="2329" name="Google Shape;2329;p164"/>
            <p:cNvSpPr/>
            <p:nvPr/>
          </p:nvSpPr>
          <p:spPr>
            <a:xfrm>
              <a:off x="5064400" y="4430900"/>
              <a:ext cx="437775" cy="1026425"/>
            </a:xfrm>
            <a:custGeom>
              <a:rect b="b" l="l" r="r" t="t"/>
              <a:pathLst>
                <a:path extrusionOk="0" h="41057" w="17511">
                  <a:moveTo>
                    <a:pt x="4265" y="1"/>
                  </a:moveTo>
                  <a:cubicBezTo>
                    <a:pt x="2129" y="1"/>
                    <a:pt x="0" y="2359"/>
                    <a:pt x="1526" y="4718"/>
                  </a:cubicBezTo>
                  <a:cubicBezTo>
                    <a:pt x="6485" y="12285"/>
                    <a:pt x="9714" y="21028"/>
                    <a:pt x="10888" y="29998"/>
                  </a:cubicBezTo>
                  <a:cubicBezTo>
                    <a:pt x="11215" y="32640"/>
                    <a:pt x="11410" y="35315"/>
                    <a:pt x="11410" y="37990"/>
                  </a:cubicBezTo>
                  <a:cubicBezTo>
                    <a:pt x="11410" y="39686"/>
                    <a:pt x="12780" y="41056"/>
                    <a:pt x="14444" y="41056"/>
                  </a:cubicBezTo>
                  <a:cubicBezTo>
                    <a:pt x="16140" y="41056"/>
                    <a:pt x="17510" y="39686"/>
                    <a:pt x="17510" y="37990"/>
                  </a:cubicBezTo>
                  <a:cubicBezTo>
                    <a:pt x="17510" y="35054"/>
                    <a:pt x="17315" y="32086"/>
                    <a:pt x="16956" y="29215"/>
                  </a:cubicBezTo>
                  <a:cubicBezTo>
                    <a:pt x="15651" y="19331"/>
                    <a:pt x="12095" y="9708"/>
                    <a:pt x="6648" y="1358"/>
                  </a:cubicBezTo>
                  <a:cubicBezTo>
                    <a:pt x="6021" y="399"/>
                    <a:pt x="5143" y="1"/>
                    <a:pt x="4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64"/>
            <p:cNvSpPr/>
            <p:nvPr/>
          </p:nvSpPr>
          <p:spPr>
            <a:xfrm>
              <a:off x="2098250" y="238125"/>
              <a:ext cx="3381075" cy="5219200"/>
            </a:xfrm>
            <a:custGeom>
              <a:rect b="b" l="l" r="r" t="t"/>
              <a:pathLst>
                <a:path extrusionOk="0" h="208768" w="135243">
                  <a:moveTo>
                    <a:pt x="117987" y="83344"/>
                  </a:moveTo>
                  <a:cubicBezTo>
                    <a:pt x="119553" y="83344"/>
                    <a:pt x="120858" y="84649"/>
                    <a:pt x="120858" y="86214"/>
                  </a:cubicBezTo>
                  <a:lnTo>
                    <a:pt x="120858" y="101904"/>
                  </a:lnTo>
                  <a:cubicBezTo>
                    <a:pt x="120858" y="103470"/>
                    <a:pt x="119553" y="104775"/>
                    <a:pt x="117987" y="104775"/>
                  </a:cubicBezTo>
                  <a:lnTo>
                    <a:pt x="88368" y="104775"/>
                  </a:lnTo>
                  <a:cubicBezTo>
                    <a:pt x="82464" y="104775"/>
                    <a:pt x="77669" y="99947"/>
                    <a:pt x="77669" y="94043"/>
                  </a:cubicBezTo>
                  <a:cubicBezTo>
                    <a:pt x="77669" y="88171"/>
                    <a:pt x="82464" y="83344"/>
                    <a:pt x="88368" y="83344"/>
                  </a:cubicBezTo>
                  <a:close/>
                  <a:moveTo>
                    <a:pt x="97208" y="65860"/>
                  </a:moveTo>
                  <a:cubicBezTo>
                    <a:pt x="105037" y="65860"/>
                    <a:pt x="111920" y="70394"/>
                    <a:pt x="115019" y="77244"/>
                  </a:cubicBezTo>
                  <a:lnTo>
                    <a:pt x="88368" y="77244"/>
                  </a:lnTo>
                  <a:cubicBezTo>
                    <a:pt x="79104" y="77244"/>
                    <a:pt x="71569" y="84779"/>
                    <a:pt x="71569" y="94043"/>
                  </a:cubicBezTo>
                  <a:cubicBezTo>
                    <a:pt x="71569" y="103340"/>
                    <a:pt x="79104" y="110875"/>
                    <a:pt x="88368" y="110875"/>
                  </a:cubicBezTo>
                  <a:lnTo>
                    <a:pt x="115182" y="110875"/>
                  </a:lnTo>
                  <a:cubicBezTo>
                    <a:pt x="109604" y="131784"/>
                    <a:pt x="89999" y="147116"/>
                    <a:pt x="68111" y="147116"/>
                  </a:cubicBezTo>
                  <a:lnTo>
                    <a:pt x="68046" y="147116"/>
                  </a:lnTo>
                  <a:cubicBezTo>
                    <a:pt x="41232" y="147116"/>
                    <a:pt x="19377" y="125456"/>
                    <a:pt x="19377" y="98838"/>
                  </a:cubicBezTo>
                  <a:lnTo>
                    <a:pt x="19377" y="85758"/>
                  </a:lnTo>
                  <a:cubicBezTo>
                    <a:pt x="19377" y="75156"/>
                    <a:pt x="28087" y="66447"/>
                    <a:pt x="38786" y="66349"/>
                  </a:cubicBezTo>
                  <a:lnTo>
                    <a:pt x="97012" y="65860"/>
                  </a:lnTo>
                  <a:close/>
                  <a:moveTo>
                    <a:pt x="85791" y="150247"/>
                  </a:moveTo>
                  <a:lnTo>
                    <a:pt x="85791" y="150247"/>
                  </a:lnTo>
                  <a:cubicBezTo>
                    <a:pt x="85041" y="159218"/>
                    <a:pt x="77506" y="166329"/>
                    <a:pt x="68372" y="166394"/>
                  </a:cubicBezTo>
                  <a:lnTo>
                    <a:pt x="67981" y="166394"/>
                  </a:lnTo>
                  <a:cubicBezTo>
                    <a:pt x="58880" y="166361"/>
                    <a:pt x="51377" y="159315"/>
                    <a:pt x="50562" y="150378"/>
                  </a:cubicBezTo>
                  <a:lnTo>
                    <a:pt x="50562" y="150378"/>
                  </a:lnTo>
                  <a:cubicBezTo>
                    <a:pt x="56074" y="152237"/>
                    <a:pt x="61946" y="153216"/>
                    <a:pt x="68046" y="153216"/>
                  </a:cubicBezTo>
                  <a:lnTo>
                    <a:pt x="68111" y="153216"/>
                  </a:lnTo>
                  <a:cubicBezTo>
                    <a:pt x="74146" y="153216"/>
                    <a:pt x="80115" y="152204"/>
                    <a:pt x="85791" y="150247"/>
                  </a:cubicBezTo>
                  <a:close/>
                  <a:moveTo>
                    <a:pt x="81420" y="0"/>
                  </a:moveTo>
                  <a:cubicBezTo>
                    <a:pt x="58488" y="815"/>
                    <a:pt x="44984" y="9786"/>
                    <a:pt x="37709" y="17191"/>
                  </a:cubicBezTo>
                  <a:cubicBezTo>
                    <a:pt x="35915" y="19017"/>
                    <a:pt x="34415" y="20811"/>
                    <a:pt x="33143" y="22540"/>
                  </a:cubicBezTo>
                  <a:lnTo>
                    <a:pt x="33143" y="14027"/>
                  </a:lnTo>
                  <a:cubicBezTo>
                    <a:pt x="33143" y="12245"/>
                    <a:pt x="31620" y="10982"/>
                    <a:pt x="30024" y="10982"/>
                  </a:cubicBezTo>
                  <a:cubicBezTo>
                    <a:pt x="29428" y="10982"/>
                    <a:pt x="28823" y="11158"/>
                    <a:pt x="28282" y="11547"/>
                  </a:cubicBezTo>
                  <a:cubicBezTo>
                    <a:pt x="21400" y="16571"/>
                    <a:pt x="15626" y="22769"/>
                    <a:pt x="11124" y="29945"/>
                  </a:cubicBezTo>
                  <a:cubicBezTo>
                    <a:pt x="9631" y="32288"/>
                    <a:pt x="11762" y="34599"/>
                    <a:pt x="13882" y="34599"/>
                  </a:cubicBezTo>
                  <a:cubicBezTo>
                    <a:pt x="14772" y="34599"/>
                    <a:pt x="15661" y="34191"/>
                    <a:pt x="16278" y="33207"/>
                  </a:cubicBezTo>
                  <a:cubicBezTo>
                    <a:pt x="19279" y="28445"/>
                    <a:pt x="22867" y="24171"/>
                    <a:pt x="27043" y="20453"/>
                  </a:cubicBezTo>
                  <a:lnTo>
                    <a:pt x="27043" y="34512"/>
                  </a:lnTo>
                  <a:cubicBezTo>
                    <a:pt x="27043" y="36427"/>
                    <a:pt x="28593" y="37495"/>
                    <a:pt x="30136" y="37495"/>
                  </a:cubicBezTo>
                  <a:cubicBezTo>
                    <a:pt x="31353" y="37495"/>
                    <a:pt x="32566" y="36831"/>
                    <a:pt x="33012" y="35393"/>
                  </a:cubicBezTo>
                  <a:cubicBezTo>
                    <a:pt x="33045" y="35327"/>
                    <a:pt x="35263" y="28314"/>
                    <a:pt x="42309" y="21268"/>
                  </a:cubicBezTo>
                  <a:cubicBezTo>
                    <a:pt x="51736" y="11808"/>
                    <a:pt x="64947" y="6720"/>
                    <a:pt x="81583" y="6100"/>
                  </a:cubicBezTo>
                  <a:cubicBezTo>
                    <a:pt x="83475" y="6133"/>
                    <a:pt x="86183" y="6361"/>
                    <a:pt x="88205" y="6589"/>
                  </a:cubicBezTo>
                  <a:cubicBezTo>
                    <a:pt x="87618" y="12983"/>
                    <a:pt x="87650" y="27335"/>
                    <a:pt x="98317" y="36795"/>
                  </a:cubicBezTo>
                  <a:cubicBezTo>
                    <a:pt x="98875" y="37305"/>
                    <a:pt x="99614" y="37580"/>
                    <a:pt x="100358" y="37580"/>
                  </a:cubicBezTo>
                  <a:cubicBezTo>
                    <a:pt x="100615" y="37580"/>
                    <a:pt x="100872" y="37547"/>
                    <a:pt x="101122" y="37480"/>
                  </a:cubicBezTo>
                  <a:cubicBezTo>
                    <a:pt x="101514" y="37350"/>
                    <a:pt x="109734" y="35099"/>
                    <a:pt x="114660" y="26129"/>
                  </a:cubicBezTo>
                  <a:cubicBezTo>
                    <a:pt x="124022" y="37056"/>
                    <a:pt x="129110" y="50789"/>
                    <a:pt x="129110" y="65272"/>
                  </a:cubicBezTo>
                  <a:cubicBezTo>
                    <a:pt x="129176" y="71796"/>
                    <a:pt x="128588" y="78255"/>
                    <a:pt x="126794" y="84583"/>
                  </a:cubicBezTo>
                  <a:cubicBezTo>
                    <a:pt x="126272" y="81745"/>
                    <a:pt x="124413" y="79364"/>
                    <a:pt x="121869" y="78125"/>
                  </a:cubicBezTo>
                  <a:cubicBezTo>
                    <a:pt x="118672" y="67230"/>
                    <a:pt x="108723" y="59760"/>
                    <a:pt x="97208" y="59760"/>
                  </a:cubicBezTo>
                  <a:lnTo>
                    <a:pt x="96980" y="59760"/>
                  </a:lnTo>
                  <a:lnTo>
                    <a:pt x="38753" y="60249"/>
                  </a:lnTo>
                  <a:cubicBezTo>
                    <a:pt x="24694" y="60379"/>
                    <a:pt x="13277" y="71829"/>
                    <a:pt x="13277" y="85758"/>
                  </a:cubicBezTo>
                  <a:lnTo>
                    <a:pt x="13277" y="94761"/>
                  </a:lnTo>
                  <a:cubicBezTo>
                    <a:pt x="8678" y="85529"/>
                    <a:pt x="6949" y="75515"/>
                    <a:pt x="7047" y="65272"/>
                  </a:cubicBezTo>
                  <a:cubicBezTo>
                    <a:pt x="7047" y="59466"/>
                    <a:pt x="7862" y="53725"/>
                    <a:pt x="9493" y="48245"/>
                  </a:cubicBezTo>
                  <a:cubicBezTo>
                    <a:pt x="10168" y="45924"/>
                    <a:pt x="8262" y="44376"/>
                    <a:pt x="6414" y="44376"/>
                  </a:cubicBezTo>
                  <a:cubicBezTo>
                    <a:pt x="5223" y="44376"/>
                    <a:pt x="4057" y="45020"/>
                    <a:pt x="3622" y="46516"/>
                  </a:cubicBezTo>
                  <a:cubicBezTo>
                    <a:pt x="1828" y="52583"/>
                    <a:pt x="914" y="58879"/>
                    <a:pt x="914" y="65272"/>
                  </a:cubicBezTo>
                  <a:cubicBezTo>
                    <a:pt x="816" y="79201"/>
                    <a:pt x="3883" y="96946"/>
                    <a:pt x="13962" y="107515"/>
                  </a:cubicBezTo>
                  <a:cubicBezTo>
                    <a:pt x="16507" y="123140"/>
                    <a:pt x="25771" y="136547"/>
                    <a:pt x="38688" y="144734"/>
                  </a:cubicBezTo>
                  <a:cubicBezTo>
                    <a:pt x="27989" y="149823"/>
                    <a:pt x="18823" y="157554"/>
                    <a:pt x="12005" y="167340"/>
                  </a:cubicBezTo>
                  <a:cubicBezTo>
                    <a:pt x="4144" y="178659"/>
                    <a:pt x="1" y="191935"/>
                    <a:pt x="1" y="205701"/>
                  </a:cubicBezTo>
                  <a:cubicBezTo>
                    <a:pt x="1" y="207397"/>
                    <a:pt x="1371" y="208767"/>
                    <a:pt x="3067" y="208767"/>
                  </a:cubicBezTo>
                  <a:cubicBezTo>
                    <a:pt x="4731" y="208767"/>
                    <a:pt x="6101" y="207397"/>
                    <a:pt x="6101" y="205701"/>
                  </a:cubicBezTo>
                  <a:cubicBezTo>
                    <a:pt x="6101" y="193175"/>
                    <a:pt x="9885" y="181105"/>
                    <a:pt x="17028" y="170830"/>
                  </a:cubicBezTo>
                  <a:cubicBezTo>
                    <a:pt x="23879" y="161012"/>
                    <a:pt x="33306" y="153444"/>
                    <a:pt x="44364" y="148910"/>
                  </a:cubicBezTo>
                  <a:cubicBezTo>
                    <a:pt x="44429" y="161860"/>
                    <a:pt x="54998" y="172461"/>
                    <a:pt x="67948" y="172494"/>
                  </a:cubicBezTo>
                  <a:lnTo>
                    <a:pt x="68437" y="172494"/>
                  </a:lnTo>
                  <a:cubicBezTo>
                    <a:pt x="81322" y="172396"/>
                    <a:pt x="91858" y="161860"/>
                    <a:pt x="91956" y="148975"/>
                  </a:cubicBezTo>
                  <a:cubicBezTo>
                    <a:pt x="98089" y="151487"/>
                    <a:pt x="103732" y="154977"/>
                    <a:pt x="108756" y="159315"/>
                  </a:cubicBezTo>
                  <a:cubicBezTo>
                    <a:pt x="109363" y="159842"/>
                    <a:pt x="110020" y="160065"/>
                    <a:pt x="110652" y="160065"/>
                  </a:cubicBezTo>
                  <a:cubicBezTo>
                    <a:pt x="113076" y="160065"/>
                    <a:pt x="115148" y="156786"/>
                    <a:pt x="112768" y="154716"/>
                  </a:cubicBezTo>
                  <a:cubicBezTo>
                    <a:pt x="108071" y="150639"/>
                    <a:pt x="102884" y="147279"/>
                    <a:pt x="97306" y="144636"/>
                  </a:cubicBezTo>
                  <a:cubicBezTo>
                    <a:pt x="99394" y="143332"/>
                    <a:pt x="101383" y="141864"/>
                    <a:pt x="103308" y="140265"/>
                  </a:cubicBezTo>
                  <a:cubicBezTo>
                    <a:pt x="112637" y="132404"/>
                    <a:pt x="119129" y="121737"/>
                    <a:pt x="121673" y="110092"/>
                  </a:cubicBezTo>
                  <a:cubicBezTo>
                    <a:pt x="124772" y="108657"/>
                    <a:pt x="126957" y="105525"/>
                    <a:pt x="126957" y="101904"/>
                  </a:cubicBezTo>
                  <a:lnTo>
                    <a:pt x="126957" y="99784"/>
                  </a:lnTo>
                  <a:cubicBezTo>
                    <a:pt x="126957" y="99491"/>
                    <a:pt x="135243" y="90422"/>
                    <a:pt x="135243" y="65272"/>
                  </a:cubicBezTo>
                  <a:cubicBezTo>
                    <a:pt x="135243" y="47625"/>
                    <a:pt x="128360" y="31021"/>
                    <a:pt x="115899" y="18463"/>
                  </a:cubicBezTo>
                  <a:cubicBezTo>
                    <a:pt x="115293" y="17857"/>
                    <a:pt x="114519" y="17575"/>
                    <a:pt x="113752" y="17575"/>
                  </a:cubicBezTo>
                  <a:cubicBezTo>
                    <a:pt x="112494" y="17575"/>
                    <a:pt x="111256" y="18333"/>
                    <a:pt x="110811" y="19670"/>
                  </a:cubicBezTo>
                  <a:cubicBezTo>
                    <a:pt x="108462" y="26748"/>
                    <a:pt x="103569" y="29815"/>
                    <a:pt x="101090" y="30956"/>
                  </a:cubicBezTo>
                  <a:cubicBezTo>
                    <a:pt x="91532" y="20975"/>
                    <a:pt x="94599" y="4730"/>
                    <a:pt x="94631" y="4567"/>
                  </a:cubicBezTo>
                  <a:cubicBezTo>
                    <a:pt x="94957" y="2968"/>
                    <a:pt x="93979" y="1403"/>
                    <a:pt x="92380" y="1011"/>
                  </a:cubicBezTo>
                  <a:cubicBezTo>
                    <a:pt x="91402" y="750"/>
                    <a:pt x="85171" y="0"/>
                    <a:pt x="815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64"/>
            <p:cNvSpPr/>
            <p:nvPr/>
          </p:nvSpPr>
          <p:spPr>
            <a:xfrm>
              <a:off x="3380600" y="3353875"/>
              <a:ext cx="839250" cy="280800"/>
            </a:xfrm>
            <a:custGeom>
              <a:rect b="b" l="l" r="r" t="t"/>
              <a:pathLst>
                <a:path extrusionOk="0" h="11232" w="33570">
                  <a:moveTo>
                    <a:pt x="4443" y="1"/>
                  </a:moveTo>
                  <a:cubicBezTo>
                    <a:pt x="2088" y="1"/>
                    <a:pt x="0" y="3084"/>
                    <a:pt x="2171" y="5230"/>
                  </a:cubicBezTo>
                  <a:cubicBezTo>
                    <a:pt x="6183" y="9242"/>
                    <a:pt x="11500" y="11232"/>
                    <a:pt x="16785" y="11232"/>
                  </a:cubicBezTo>
                  <a:cubicBezTo>
                    <a:pt x="22069" y="11232"/>
                    <a:pt x="27386" y="9242"/>
                    <a:pt x="31398" y="5230"/>
                  </a:cubicBezTo>
                  <a:cubicBezTo>
                    <a:pt x="33569" y="3084"/>
                    <a:pt x="31482" y="1"/>
                    <a:pt x="29126" y="1"/>
                  </a:cubicBezTo>
                  <a:cubicBezTo>
                    <a:pt x="28438" y="1"/>
                    <a:pt x="27727" y="264"/>
                    <a:pt x="27092" y="891"/>
                  </a:cubicBezTo>
                  <a:cubicBezTo>
                    <a:pt x="24255" y="3713"/>
                    <a:pt x="20520" y="5124"/>
                    <a:pt x="16785" y="5124"/>
                  </a:cubicBezTo>
                  <a:cubicBezTo>
                    <a:pt x="13050" y="5124"/>
                    <a:pt x="9315" y="3713"/>
                    <a:pt x="6477" y="891"/>
                  </a:cubicBezTo>
                  <a:cubicBezTo>
                    <a:pt x="5842" y="264"/>
                    <a:pt x="5131" y="1"/>
                    <a:pt x="4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64"/>
            <p:cNvSpPr/>
            <p:nvPr/>
          </p:nvSpPr>
          <p:spPr>
            <a:xfrm>
              <a:off x="4243825" y="2513350"/>
              <a:ext cx="566800" cy="152525"/>
            </a:xfrm>
            <a:custGeom>
              <a:rect b="b" l="l" r="r" t="t"/>
              <a:pathLst>
                <a:path extrusionOk="0" h="6101" w="22672">
                  <a:moveTo>
                    <a:pt x="3067" y="0"/>
                  </a:moveTo>
                  <a:cubicBezTo>
                    <a:pt x="1371" y="0"/>
                    <a:pt x="1" y="1370"/>
                    <a:pt x="1" y="3067"/>
                  </a:cubicBezTo>
                  <a:cubicBezTo>
                    <a:pt x="1" y="4730"/>
                    <a:pt x="1371" y="6100"/>
                    <a:pt x="3067" y="6100"/>
                  </a:cubicBezTo>
                  <a:lnTo>
                    <a:pt x="18725" y="6100"/>
                  </a:lnTo>
                  <a:cubicBezTo>
                    <a:pt x="22672" y="6100"/>
                    <a:pt x="22672" y="0"/>
                    <a:pt x="18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 name="Google Shape;2333;p164"/>
          <p:cNvGrpSpPr/>
          <p:nvPr/>
        </p:nvGrpSpPr>
        <p:grpSpPr>
          <a:xfrm>
            <a:off x="1733261" y="3304862"/>
            <a:ext cx="390065" cy="457724"/>
            <a:chOff x="1576350" y="238125"/>
            <a:chExt cx="4447725" cy="5219200"/>
          </a:xfrm>
        </p:grpSpPr>
        <p:sp>
          <p:nvSpPr>
            <p:cNvPr id="2334" name="Google Shape;2334;p164"/>
            <p:cNvSpPr/>
            <p:nvPr/>
          </p:nvSpPr>
          <p:spPr>
            <a:xfrm>
              <a:off x="1576350" y="238125"/>
              <a:ext cx="4447725" cy="5219200"/>
            </a:xfrm>
            <a:custGeom>
              <a:rect b="b" l="l" r="r" t="t"/>
              <a:pathLst>
                <a:path extrusionOk="0" h="208768" w="177909">
                  <a:moveTo>
                    <a:pt x="93260" y="21333"/>
                  </a:moveTo>
                  <a:cubicBezTo>
                    <a:pt x="94826" y="21333"/>
                    <a:pt x="96066" y="22606"/>
                    <a:pt x="96066" y="24139"/>
                  </a:cubicBezTo>
                  <a:lnTo>
                    <a:pt x="96066" y="53497"/>
                  </a:lnTo>
                  <a:cubicBezTo>
                    <a:pt x="93717" y="53154"/>
                    <a:pt x="91336" y="52983"/>
                    <a:pt x="88955" y="52983"/>
                  </a:cubicBezTo>
                  <a:cubicBezTo>
                    <a:pt x="86573" y="52983"/>
                    <a:pt x="84192" y="53154"/>
                    <a:pt x="81843" y="53497"/>
                  </a:cubicBezTo>
                  <a:lnTo>
                    <a:pt x="81843" y="24139"/>
                  </a:lnTo>
                  <a:cubicBezTo>
                    <a:pt x="81843" y="22606"/>
                    <a:pt x="83083" y="21333"/>
                    <a:pt x="84649" y="21333"/>
                  </a:cubicBezTo>
                  <a:close/>
                  <a:moveTo>
                    <a:pt x="49680" y="6100"/>
                  </a:moveTo>
                  <a:cubicBezTo>
                    <a:pt x="55063" y="6100"/>
                    <a:pt x="59434" y="10471"/>
                    <a:pt x="59434" y="15853"/>
                  </a:cubicBezTo>
                  <a:lnTo>
                    <a:pt x="59434" y="20551"/>
                  </a:lnTo>
                  <a:cubicBezTo>
                    <a:pt x="59434" y="26650"/>
                    <a:pt x="64392" y="31641"/>
                    <a:pt x="70524" y="31641"/>
                  </a:cubicBezTo>
                  <a:lnTo>
                    <a:pt x="75711" y="31641"/>
                  </a:lnTo>
                  <a:lnTo>
                    <a:pt x="75711" y="54867"/>
                  </a:lnTo>
                  <a:cubicBezTo>
                    <a:pt x="71666" y="56041"/>
                    <a:pt x="67850" y="57737"/>
                    <a:pt x="64327" y="59890"/>
                  </a:cubicBezTo>
                  <a:lnTo>
                    <a:pt x="64327" y="52877"/>
                  </a:lnTo>
                  <a:cubicBezTo>
                    <a:pt x="64327" y="38818"/>
                    <a:pt x="53627" y="27238"/>
                    <a:pt x="39927" y="25802"/>
                  </a:cubicBezTo>
                  <a:lnTo>
                    <a:pt x="39927" y="15853"/>
                  </a:lnTo>
                  <a:cubicBezTo>
                    <a:pt x="39927" y="10471"/>
                    <a:pt x="44298" y="6100"/>
                    <a:pt x="49680" y="6100"/>
                  </a:cubicBezTo>
                  <a:close/>
                  <a:moveTo>
                    <a:pt x="128229" y="6100"/>
                  </a:moveTo>
                  <a:cubicBezTo>
                    <a:pt x="133611" y="6100"/>
                    <a:pt x="137982" y="10471"/>
                    <a:pt x="137982" y="15853"/>
                  </a:cubicBezTo>
                  <a:lnTo>
                    <a:pt x="137982" y="25802"/>
                  </a:lnTo>
                  <a:cubicBezTo>
                    <a:pt x="124282" y="27205"/>
                    <a:pt x="113583" y="38818"/>
                    <a:pt x="113583" y="52877"/>
                  </a:cubicBezTo>
                  <a:lnTo>
                    <a:pt x="113583" y="59890"/>
                  </a:lnTo>
                  <a:cubicBezTo>
                    <a:pt x="110060" y="57737"/>
                    <a:pt x="106243" y="56041"/>
                    <a:pt x="102198" y="54867"/>
                  </a:cubicBezTo>
                  <a:lnTo>
                    <a:pt x="102198" y="31641"/>
                  </a:lnTo>
                  <a:lnTo>
                    <a:pt x="107385" y="31641"/>
                  </a:lnTo>
                  <a:cubicBezTo>
                    <a:pt x="113517" y="31641"/>
                    <a:pt x="118476" y="26650"/>
                    <a:pt x="118476" y="20551"/>
                  </a:cubicBezTo>
                  <a:lnTo>
                    <a:pt x="118476" y="15853"/>
                  </a:lnTo>
                  <a:cubicBezTo>
                    <a:pt x="118476" y="10471"/>
                    <a:pt x="122847" y="6100"/>
                    <a:pt x="128229" y="6100"/>
                  </a:cubicBezTo>
                  <a:close/>
                  <a:moveTo>
                    <a:pt x="37122" y="31772"/>
                  </a:moveTo>
                  <a:cubicBezTo>
                    <a:pt x="48767" y="31772"/>
                    <a:pt x="58227" y="41232"/>
                    <a:pt x="58227" y="52877"/>
                  </a:cubicBezTo>
                  <a:lnTo>
                    <a:pt x="58227" y="64326"/>
                  </a:lnTo>
                  <a:cubicBezTo>
                    <a:pt x="50659" y="70752"/>
                    <a:pt x="45179" y="79527"/>
                    <a:pt x="42830" y="89476"/>
                  </a:cubicBezTo>
                  <a:lnTo>
                    <a:pt x="15984" y="89476"/>
                  </a:lnTo>
                  <a:lnTo>
                    <a:pt x="15984" y="52877"/>
                  </a:lnTo>
                  <a:cubicBezTo>
                    <a:pt x="15984" y="41232"/>
                    <a:pt x="25444" y="31772"/>
                    <a:pt x="37122" y="31772"/>
                  </a:cubicBezTo>
                  <a:close/>
                  <a:moveTo>
                    <a:pt x="140820" y="31772"/>
                  </a:moveTo>
                  <a:cubicBezTo>
                    <a:pt x="152465" y="31772"/>
                    <a:pt x="161925" y="41232"/>
                    <a:pt x="161925" y="52877"/>
                  </a:cubicBezTo>
                  <a:lnTo>
                    <a:pt x="161925" y="89476"/>
                  </a:lnTo>
                  <a:lnTo>
                    <a:pt x="135079" y="89476"/>
                  </a:lnTo>
                  <a:cubicBezTo>
                    <a:pt x="132730" y="79527"/>
                    <a:pt x="127250" y="70752"/>
                    <a:pt x="119682" y="64326"/>
                  </a:cubicBezTo>
                  <a:lnTo>
                    <a:pt x="119682" y="52877"/>
                  </a:lnTo>
                  <a:cubicBezTo>
                    <a:pt x="119682" y="41232"/>
                    <a:pt x="129142" y="31772"/>
                    <a:pt x="140820" y="31772"/>
                  </a:cubicBezTo>
                  <a:close/>
                  <a:moveTo>
                    <a:pt x="41819" y="95609"/>
                  </a:moveTo>
                  <a:cubicBezTo>
                    <a:pt x="41656" y="97142"/>
                    <a:pt x="41591" y="98708"/>
                    <a:pt x="41591" y="100306"/>
                  </a:cubicBezTo>
                  <a:cubicBezTo>
                    <a:pt x="41591" y="102883"/>
                    <a:pt x="41786" y="105395"/>
                    <a:pt x="42178" y="107841"/>
                  </a:cubicBezTo>
                  <a:lnTo>
                    <a:pt x="10863" y="107841"/>
                  </a:lnTo>
                  <a:cubicBezTo>
                    <a:pt x="8253" y="107841"/>
                    <a:pt x="6100" y="105721"/>
                    <a:pt x="6100" y="103079"/>
                  </a:cubicBezTo>
                  <a:lnTo>
                    <a:pt x="6100" y="100371"/>
                  </a:lnTo>
                  <a:cubicBezTo>
                    <a:pt x="6100" y="97729"/>
                    <a:pt x="8253" y="95609"/>
                    <a:pt x="10863" y="95609"/>
                  </a:cubicBezTo>
                  <a:close/>
                  <a:moveTo>
                    <a:pt x="167047" y="95609"/>
                  </a:moveTo>
                  <a:cubicBezTo>
                    <a:pt x="169656" y="95609"/>
                    <a:pt x="171809" y="97729"/>
                    <a:pt x="171809" y="100371"/>
                  </a:cubicBezTo>
                  <a:lnTo>
                    <a:pt x="171809" y="103079"/>
                  </a:lnTo>
                  <a:cubicBezTo>
                    <a:pt x="171809" y="105721"/>
                    <a:pt x="169656" y="107841"/>
                    <a:pt x="167047" y="107841"/>
                  </a:cubicBezTo>
                  <a:lnTo>
                    <a:pt x="135731" y="107841"/>
                  </a:lnTo>
                  <a:cubicBezTo>
                    <a:pt x="136123" y="105395"/>
                    <a:pt x="136319" y="102883"/>
                    <a:pt x="136319" y="100306"/>
                  </a:cubicBezTo>
                  <a:cubicBezTo>
                    <a:pt x="136319" y="98708"/>
                    <a:pt x="136253" y="97142"/>
                    <a:pt x="136090" y="95609"/>
                  </a:cubicBezTo>
                  <a:close/>
                  <a:moveTo>
                    <a:pt x="88955" y="59107"/>
                  </a:moveTo>
                  <a:cubicBezTo>
                    <a:pt x="111723" y="59107"/>
                    <a:pt x="130219" y="77570"/>
                    <a:pt x="130219" y="100306"/>
                  </a:cubicBezTo>
                  <a:cubicBezTo>
                    <a:pt x="130219" y="123010"/>
                    <a:pt x="111723" y="141505"/>
                    <a:pt x="88955" y="141505"/>
                  </a:cubicBezTo>
                  <a:cubicBezTo>
                    <a:pt x="66219" y="141505"/>
                    <a:pt x="47690" y="123010"/>
                    <a:pt x="47690" y="100306"/>
                  </a:cubicBezTo>
                  <a:cubicBezTo>
                    <a:pt x="47690" y="77570"/>
                    <a:pt x="66219" y="59107"/>
                    <a:pt x="88955" y="59107"/>
                  </a:cubicBezTo>
                  <a:close/>
                  <a:moveTo>
                    <a:pt x="43580" y="113974"/>
                  </a:moveTo>
                  <a:cubicBezTo>
                    <a:pt x="46255" y="122749"/>
                    <a:pt x="51409" y="130447"/>
                    <a:pt x="58227" y="136286"/>
                  </a:cubicBezTo>
                  <a:lnTo>
                    <a:pt x="58227" y="148844"/>
                  </a:lnTo>
                  <a:cubicBezTo>
                    <a:pt x="58227" y="152824"/>
                    <a:pt x="54997" y="156053"/>
                    <a:pt x="51018" y="156053"/>
                  </a:cubicBezTo>
                  <a:lnTo>
                    <a:pt x="23160" y="156053"/>
                  </a:lnTo>
                  <a:cubicBezTo>
                    <a:pt x="19213" y="156053"/>
                    <a:pt x="15984" y="152824"/>
                    <a:pt x="15984" y="148844"/>
                  </a:cubicBezTo>
                  <a:lnTo>
                    <a:pt x="15984" y="113974"/>
                  </a:lnTo>
                  <a:close/>
                  <a:moveTo>
                    <a:pt x="46777" y="162153"/>
                  </a:moveTo>
                  <a:lnTo>
                    <a:pt x="46777" y="167177"/>
                  </a:lnTo>
                  <a:cubicBezTo>
                    <a:pt x="46777" y="167666"/>
                    <a:pt x="46386" y="168025"/>
                    <a:pt x="45929" y="168025"/>
                  </a:cubicBezTo>
                  <a:lnTo>
                    <a:pt x="28282" y="168025"/>
                  </a:lnTo>
                  <a:cubicBezTo>
                    <a:pt x="27792" y="168025"/>
                    <a:pt x="27434" y="167666"/>
                    <a:pt x="27434" y="167177"/>
                  </a:cubicBezTo>
                  <a:lnTo>
                    <a:pt x="27434" y="162153"/>
                  </a:lnTo>
                  <a:close/>
                  <a:moveTo>
                    <a:pt x="150476" y="162153"/>
                  </a:moveTo>
                  <a:lnTo>
                    <a:pt x="150476" y="167177"/>
                  </a:lnTo>
                  <a:cubicBezTo>
                    <a:pt x="150476" y="167666"/>
                    <a:pt x="150117" y="168025"/>
                    <a:pt x="149628" y="168025"/>
                  </a:cubicBezTo>
                  <a:lnTo>
                    <a:pt x="131980" y="168025"/>
                  </a:lnTo>
                  <a:cubicBezTo>
                    <a:pt x="131523" y="168025"/>
                    <a:pt x="131132" y="167666"/>
                    <a:pt x="131132" y="167177"/>
                  </a:cubicBezTo>
                  <a:lnTo>
                    <a:pt x="131132" y="162153"/>
                  </a:lnTo>
                  <a:close/>
                  <a:moveTo>
                    <a:pt x="43743" y="174157"/>
                  </a:moveTo>
                  <a:cubicBezTo>
                    <a:pt x="45929" y="176049"/>
                    <a:pt x="47136" y="178757"/>
                    <a:pt x="47136" y="181660"/>
                  </a:cubicBezTo>
                  <a:cubicBezTo>
                    <a:pt x="47136" y="185313"/>
                    <a:pt x="41851" y="193990"/>
                    <a:pt x="37089" y="200612"/>
                  </a:cubicBezTo>
                  <a:cubicBezTo>
                    <a:pt x="32326" y="194023"/>
                    <a:pt x="27042" y="185313"/>
                    <a:pt x="27042" y="181660"/>
                  </a:cubicBezTo>
                  <a:cubicBezTo>
                    <a:pt x="27042" y="178789"/>
                    <a:pt x="28282" y="176049"/>
                    <a:pt x="30435" y="174157"/>
                  </a:cubicBezTo>
                  <a:close/>
                  <a:moveTo>
                    <a:pt x="147475" y="174157"/>
                  </a:moveTo>
                  <a:cubicBezTo>
                    <a:pt x="149628" y="176049"/>
                    <a:pt x="150867" y="178789"/>
                    <a:pt x="150867" y="181660"/>
                  </a:cubicBezTo>
                  <a:cubicBezTo>
                    <a:pt x="150867" y="185313"/>
                    <a:pt x="145583" y="193990"/>
                    <a:pt x="140820" y="200612"/>
                  </a:cubicBezTo>
                  <a:cubicBezTo>
                    <a:pt x="136058" y="194023"/>
                    <a:pt x="130773" y="185313"/>
                    <a:pt x="130773" y="181660"/>
                  </a:cubicBezTo>
                  <a:cubicBezTo>
                    <a:pt x="130773" y="178789"/>
                    <a:pt x="131980" y="176049"/>
                    <a:pt x="134166" y="174157"/>
                  </a:cubicBezTo>
                  <a:close/>
                  <a:moveTo>
                    <a:pt x="49680" y="0"/>
                  </a:moveTo>
                  <a:cubicBezTo>
                    <a:pt x="40938" y="0"/>
                    <a:pt x="33827" y="7111"/>
                    <a:pt x="33827" y="15853"/>
                  </a:cubicBezTo>
                  <a:lnTo>
                    <a:pt x="33827" y="25835"/>
                  </a:lnTo>
                  <a:cubicBezTo>
                    <a:pt x="20322" y="27466"/>
                    <a:pt x="9851" y="38981"/>
                    <a:pt x="9851" y="52877"/>
                  </a:cubicBezTo>
                  <a:lnTo>
                    <a:pt x="9851" y="89542"/>
                  </a:lnTo>
                  <a:cubicBezTo>
                    <a:pt x="4339" y="90031"/>
                    <a:pt x="0" y="94695"/>
                    <a:pt x="0" y="100371"/>
                  </a:cubicBezTo>
                  <a:lnTo>
                    <a:pt x="0" y="103079"/>
                  </a:lnTo>
                  <a:cubicBezTo>
                    <a:pt x="0" y="108755"/>
                    <a:pt x="4339" y="113419"/>
                    <a:pt x="9851" y="113909"/>
                  </a:cubicBezTo>
                  <a:lnTo>
                    <a:pt x="9851" y="148844"/>
                  </a:lnTo>
                  <a:cubicBezTo>
                    <a:pt x="9851" y="155564"/>
                    <a:pt x="14842" y="161110"/>
                    <a:pt x="21301" y="162023"/>
                  </a:cubicBezTo>
                  <a:lnTo>
                    <a:pt x="21301" y="167177"/>
                  </a:lnTo>
                  <a:cubicBezTo>
                    <a:pt x="21301" y="169330"/>
                    <a:pt x="22280" y="171222"/>
                    <a:pt x="23780" y="172494"/>
                  </a:cubicBezTo>
                  <a:cubicBezTo>
                    <a:pt x="21953" y="175169"/>
                    <a:pt x="20942" y="178333"/>
                    <a:pt x="20942" y="181660"/>
                  </a:cubicBezTo>
                  <a:cubicBezTo>
                    <a:pt x="20942" y="189554"/>
                    <a:pt x="32392" y="204657"/>
                    <a:pt x="34675" y="207593"/>
                  </a:cubicBezTo>
                  <a:cubicBezTo>
                    <a:pt x="35491" y="208376"/>
                    <a:pt x="36298" y="208767"/>
                    <a:pt x="37101" y="208767"/>
                  </a:cubicBezTo>
                  <a:cubicBezTo>
                    <a:pt x="37904" y="208767"/>
                    <a:pt x="38704" y="208376"/>
                    <a:pt x="39503" y="207593"/>
                  </a:cubicBezTo>
                  <a:cubicBezTo>
                    <a:pt x="41819" y="204657"/>
                    <a:pt x="53268" y="189554"/>
                    <a:pt x="53268" y="181660"/>
                  </a:cubicBezTo>
                  <a:cubicBezTo>
                    <a:pt x="53268" y="178333"/>
                    <a:pt x="52257" y="175169"/>
                    <a:pt x="50398" y="172494"/>
                  </a:cubicBezTo>
                  <a:cubicBezTo>
                    <a:pt x="51931" y="171222"/>
                    <a:pt x="52877" y="169330"/>
                    <a:pt x="52877" y="167177"/>
                  </a:cubicBezTo>
                  <a:lnTo>
                    <a:pt x="52877" y="162023"/>
                  </a:lnTo>
                  <a:cubicBezTo>
                    <a:pt x="59336" y="161110"/>
                    <a:pt x="64327" y="155564"/>
                    <a:pt x="64327" y="148844"/>
                  </a:cubicBezTo>
                  <a:lnTo>
                    <a:pt x="64327" y="140722"/>
                  </a:lnTo>
                  <a:cubicBezTo>
                    <a:pt x="71503" y="145093"/>
                    <a:pt x="79951" y="147605"/>
                    <a:pt x="88955" y="147605"/>
                  </a:cubicBezTo>
                  <a:cubicBezTo>
                    <a:pt x="97958" y="147605"/>
                    <a:pt x="106406" y="145093"/>
                    <a:pt x="113583" y="140722"/>
                  </a:cubicBezTo>
                  <a:lnTo>
                    <a:pt x="113583" y="148844"/>
                  </a:lnTo>
                  <a:cubicBezTo>
                    <a:pt x="113583" y="155564"/>
                    <a:pt x="118573" y="161110"/>
                    <a:pt x="125032" y="162023"/>
                  </a:cubicBezTo>
                  <a:lnTo>
                    <a:pt x="125032" y="167177"/>
                  </a:lnTo>
                  <a:cubicBezTo>
                    <a:pt x="125032" y="169330"/>
                    <a:pt x="125978" y="171222"/>
                    <a:pt x="127511" y="172494"/>
                  </a:cubicBezTo>
                  <a:cubicBezTo>
                    <a:pt x="125652" y="175169"/>
                    <a:pt x="124641" y="178333"/>
                    <a:pt x="124641" y="181660"/>
                  </a:cubicBezTo>
                  <a:cubicBezTo>
                    <a:pt x="124641" y="189554"/>
                    <a:pt x="136090" y="204657"/>
                    <a:pt x="138406" y="207593"/>
                  </a:cubicBezTo>
                  <a:cubicBezTo>
                    <a:pt x="139205" y="208376"/>
                    <a:pt x="140005" y="208767"/>
                    <a:pt x="140808" y="208767"/>
                  </a:cubicBezTo>
                  <a:cubicBezTo>
                    <a:pt x="141611" y="208767"/>
                    <a:pt x="142419" y="208376"/>
                    <a:pt x="143234" y="207593"/>
                  </a:cubicBezTo>
                  <a:cubicBezTo>
                    <a:pt x="145517" y="204657"/>
                    <a:pt x="156967" y="189554"/>
                    <a:pt x="156967" y="181660"/>
                  </a:cubicBezTo>
                  <a:cubicBezTo>
                    <a:pt x="156967" y="178333"/>
                    <a:pt x="155956" y="175169"/>
                    <a:pt x="154129" y="172494"/>
                  </a:cubicBezTo>
                  <a:cubicBezTo>
                    <a:pt x="155630" y="171222"/>
                    <a:pt x="156608" y="169330"/>
                    <a:pt x="156608" y="167177"/>
                  </a:cubicBezTo>
                  <a:lnTo>
                    <a:pt x="156608" y="162023"/>
                  </a:lnTo>
                  <a:cubicBezTo>
                    <a:pt x="163067" y="161110"/>
                    <a:pt x="168058" y="155564"/>
                    <a:pt x="168058" y="148844"/>
                  </a:cubicBezTo>
                  <a:lnTo>
                    <a:pt x="168058" y="139874"/>
                  </a:lnTo>
                  <a:cubicBezTo>
                    <a:pt x="168058" y="138178"/>
                    <a:pt x="166688" y="136808"/>
                    <a:pt x="164991" y="136808"/>
                  </a:cubicBezTo>
                  <a:cubicBezTo>
                    <a:pt x="163295" y="136808"/>
                    <a:pt x="161925" y="138178"/>
                    <a:pt x="161925" y="139874"/>
                  </a:cubicBezTo>
                  <a:lnTo>
                    <a:pt x="161925" y="148844"/>
                  </a:lnTo>
                  <a:cubicBezTo>
                    <a:pt x="161925" y="152824"/>
                    <a:pt x="158696" y="156053"/>
                    <a:pt x="154749" y="156053"/>
                  </a:cubicBezTo>
                  <a:lnTo>
                    <a:pt x="126891" y="156053"/>
                  </a:lnTo>
                  <a:cubicBezTo>
                    <a:pt x="122912" y="156053"/>
                    <a:pt x="119682" y="152824"/>
                    <a:pt x="119682" y="148844"/>
                  </a:cubicBezTo>
                  <a:lnTo>
                    <a:pt x="119682" y="136286"/>
                  </a:lnTo>
                  <a:cubicBezTo>
                    <a:pt x="126500" y="130447"/>
                    <a:pt x="131654" y="122749"/>
                    <a:pt x="134329" y="113974"/>
                  </a:cubicBezTo>
                  <a:lnTo>
                    <a:pt x="161925" y="113974"/>
                  </a:lnTo>
                  <a:lnTo>
                    <a:pt x="161925" y="123955"/>
                  </a:lnTo>
                  <a:cubicBezTo>
                    <a:pt x="161925" y="125652"/>
                    <a:pt x="163295" y="127022"/>
                    <a:pt x="164991" y="127022"/>
                  </a:cubicBezTo>
                  <a:cubicBezTo>
                    <a:pt x="166688" y="127022"/>
                    <a:pt x="168058" y="125652"/>
                    <a:pt x="168058" y="123955"/>
                  </a:cubicBezTo>
                  <a:lnTo>
                    <a:pt x="168058" y="113909"/>
                  </a:lnTo>
                  <a:cubicBezTo>
                    <a:pt x="173570" y="113419"/>
                    <a:pt x="177909" y="108755"/>
                    <a:pt x="177909" y="103079"/>
                  </a:cubicBezTo>
                  <a:lnTo>
                    <a:pt x="177909" y="100371"/>
                  </a:lnTo>
                  <a:cubicBezTo>
                    <a:pt x="177909" y="94695"/>
                    <a:pt x="173570" y="90031"/>
                    <a:pt x="168058" y="89542"/>
                  </a:cubicBezTo>
                  <a:lnTo>
                    <a:pt x="168058" y="52877"/>
                  </a:lnTo>
                  <a:cubicBezTo>
                    <a:pt x="168058" y="38981"/>
                    <a:pt x="157587" y="27499"/>
                    <a:pt x="144082" y="25868"/>
                  </a:cubicBezTo>
                  <a:lnTo>
                    <a:pt x="144082" y="15853"/>
                  </a:lnTo>
                  <a:cubicBezTo>
                    <a:pt x="144082" y="7111"/>
                    <a:pt x="136971" y="0"/>
                    <a:pt x="128229" y="0"/>
                  </a:cubicBezTo>
                  <a:cubicBezTo>
                    <a:pt x="119487" y="0"/>
                    <a:pt x="112376" y="7111"/>
                    <a:pt x="112376" y="15853"/>
                  </a:cubicBezTo>
                  <a:lnTo>
                    <a:pt x="112376" y="20551"/>
                  </a:lnTo>
                  <a:cubicBezTo>
                    <a:pt x="112376" y="23291"/>
                    <a:pt x="110125" y="25509"/>
                    <a:pt x="107385" y="25509"/>
                  </a:cubicBezTo>
                  <a:lnTo>
                    <a:pt x="102198" y="25509"/>
                  </a:lnTo>
                  <a:cubicBezTo>
                    <a:pt x="102622" y="20192"/>
                    <a:pt x="98838" y="15233"/>
                    <a:pt x="93260" y="15233"/>
                  </a:cubicBezTo>
                  <a:lnTo>
                    <a:pt x="84649" y="15233"/>
                  </a:lnTo>
                  <a:cubicBezTo>
                    <a:pt x="79071" y="15233"/>
                    <a:pt x="75287" y="20192"/>
                    <a:pt x="75711" y="25509"/>
                  </a:cubicBezTo>
                  <a:lnTo>
                    <a:pt x="70524" y="25509"/>
                  </a:lnTo>
                  <a:cubicBezTo>
                    <a:pt x="67784" y="25509"/>
                    <a:pt x="65534" y="23291"/>
                    <a:pt x="65534" y="20551"/>
                  </a:cubicBezTo>
                  <a:lnTo>
                    <a:pt x="65534" y="15853"/>
                  </a:lnTo>
                  <a:cubicBezTo>
                    <a:pt x="65534" y="7111"/>
                    <a:pt x="58422" y="0"/>
                    <a:pt x="496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64"/>
            <p:cNvSpPr/>
            <p:nvPr/>
          </p:nvSpPr>
          <p:spPr>
            <a:xfrm>
              <a:off x="3104575" y="2050950"/>
              <a:ext cx="1391275" cy="1388825"/>
            </a:xfrm>
            <a:custGeom>
              <a:rect b="b" l="l" r="r" t="t"/>
              <a:pathLst>
                <a:path extrusionOk="0" h="55553" w="55651">
                  <a:moveTo>
                    <a:pt x="27826" y="1"/>
                  </a:moveTo>
                  <a:cubicBezTo>
                    <a:pt x="24368" y="1"/>
                    <a:pt x="21008" y="653"/>
                    <a:pt x="17779" y="1893"/>
                  </a:cubicBezTo>
                  <a:cubicBezTo>
                    <a:pt x="14493" y="3172"/>
                    <a:pt x="15899" y="7822"/>
                    <a:pt x="18855" y="7822"/>
                  </a:cubicBezTo>
                  <a:cubicBezTo>
                    <a:pt x="19214" y="7822"/>
                    <a:pt x="19597" y="7754"/>
                    <a:pt x="19997" y="7601"/>
                  </a:cubicBezTo>
                  <a:cubicBezTo>
                    <a:pt x="22509" y="6623"/>
                    <a:pt x="25151" y="6133"/>
                    <a:pt x="27826" y="6133"/>
                  </a:cubicBezTo>
                  <a:cubicBezTo>
                    <a:pt x="39797" y="6133"/>
                    <a:pt x="49518" y="15854"/>
                    <a:pt x="49518" y="27793"/>
                  </a:cubicBezTo>
                  <a:cubicBezTo>
                    <a:pt x="49518" y="39732"/>
                    <a:pt x="39797" y="49453"/>
                    <a:pt x="27826" y="49453"/>
                  </a:cubicBezTo>
                  <a:cubicBezTo>
                    <a:pt x="15854" y="49453"/>
                    <a:pt x="6133" y="39732"/>
                    <a:pt x="6133" y="27793"/>
                  </a:cubicBezTo>
                  <a:cubicBezTo>
                    <a:pt x="6133" y="23879"/>
                    <a:pt x="7177" y="20062"/>
                    <a:pt x="9200" y="16702"/>
                  </a:cubicBezTo>
                  <a:cubicBezTo>
                    <a:pt x="10606" y="14343"/>
                    <a:pt x="8494" y="12110"/>
                    <a:pt x="6397" y="12110"/>
                  </a:cubicBezTo>
                  <a:cubicBezTo>
                    <a:pt x="5479" y="12110"/>
                    <a:pt x="4564" y="12538"/>
                    <a:pt x="3948" y="13571"/>
                  </a:cubicBezTo>
                  <a:cubicBezTo>
                    <a:pt x="1371" y="17844"/>
                    <a:pt x="1" y="22770"/>
                    <a:pt x="1" y="27793"/>
                  </a:cubicBezTo>
                  <a:cubicBezTo>
                    <a:pt x="1" y="43092"/>
                    <a:pt x="12494" y="55553"/>
                    <a:pt x="27826" y="55553"/>
                  </a:cubicBezTo>
                  <a:cubicBezTo>
                    <a:pt x="43157" y="55553"/>
                    <a:pt x="55650" y="43092"/>
                    <a:pt x="55650" y="27793"/>
                  </a:cubicBezTo>
                  <a:cubicBezTo>
                    <a:pt x="55650" y="12462"/>
                    <a:pt x="43157" y="1"/>
                    <a:pt x="27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64"/>
            <p:cNvSpPr/>
            <p:nvPr/>
          </p:nvSpPr>
          <p:spPr>
            <a:xfrm>
              <a:off x="2095825" y="1171850"/>
              <a:ext cx="500725" cy="477900"/>
            </a:xfrm>
            <a:custGeom>
              <a:rect b="b" l="l" r="r" t="t"/>
              <a:pathLst>
                <a:path extrusionOk="0" h="19116" w="20029">
                  <a:moveTo>
                    <a:pt x="16082" y="1"/>
                  </a:moveTo>
                  <a:cubicBezTo>
                    <a:pt x="7209" y="1"/>
                    <a:pt x="0" y="7210"/>
                    <a:pt x="0" y="16050"/>
                  </a:cubicBezTo>
                  <a:cubicBezTo>
                    <a:pt x="0" y="17746"/>
                    <a:pt x="1370" y="19116"/>
                    <a:pt x="3066" y="19116"/>
                  </a:cubicBezTo>
                  <a:cubicBezTo>
                    <a:pt x="4763" y="19116"/>
                    <a:pt x="6133" y="17746"/>
                    <a:pt x="6133" y="16050"/>
                  </a:cubicBezTo>
                  <a:cubicBezTo>
                    <a:pt x="6133" y="10570"/>
                    <a:pt x="10569" y="6133"/>
                    <a:pt x="16082" y="6133"/>
                  </a:cubicBezTo>
                  <a:cubicBezTo>
                    <a:pt x="20029" y="6133"/>
                    <a:pt x="20029" y="1"/>
                    <a:pt x="160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64"/>
            <p:cNvSpPr/>
            <p:nvPr/>
          </p:nvSpPr>
          <p:spPr>
            <a:xfrm>
              <a:off x="4689100" y="1171850"/>
              <a:ext cx="499925" cy="475250"/>
            </a:xfrm>
            <a:custGeom>
              <a:rect b="b" l="l" r="r" t="t"/>
              <a:pathLst>
                <a:path extrusionOk="0" h="19010" w="19997">
                  <a:moveTo>
                    <a:pt x="16049" y="1"/>
                  </a:moveTo>
                  <a:cubicBezTo>
                    <a:pt x="7209" y="1"/>
                    <a:pt x="0" y="7210"/>
                    <a:pt x="0" y="16050"/>
                  </a:cubicBezTo>
                  <a:cubicBezTo>
                    <a:pt x="0" y="18023"/>
                    <a:pt x="1525" y="19010"/>
                    <a:pt x="3050" y="19010"/>
                  </a:cubicBezTo>
                  <a:cubicBezTo>
                    <a:pt x="4575" y="19010"/>
                    <a:pt x="6100" y="18023"/>
                    <a:pt x="6100" y="16050"/>
                  </a:cubicBezTo>
                  <a:cubicBezTo>
                    <a:pt x="6100" y="10570"/>
                    <a:pt x="10569" y="6133"/>
                    <a:pt x="16049" y="6133"/>
                  </a:cubicBezTo>
                  <a:cubicBezTo>
                    <a:pt x="19996" y="6133"/>
                    <a:pt x="19996" y="1"/>
                    <a:pt x="16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8" name="Google Shape;2338;p164"/>
          <p:cNvSpPr/>
          <p:nvPr/>
        </p:nvSpPr>
        <p:spPr>
          <a:xfrm>
            <a:off x="2659513" y="3292726"/>
            <a:ext cx="437892" cy="478060"/>
          </a:xfrm>
          <a:custGeom>
            <a:rect b="b" l="l" r="r" t="t"/>
            <a:pathLst>
              <a:path extrusionOk="0" h="208760" w="191219">
                <a:moveTo>
                  <a:pt x="64849" y="33427"/>
                </a:moveTo>
                <a:cubicBezTo>
                  <a:pt x="67720" y="33427"/>
                  <a:pt x="70068" y="35743"/>
                  <a:pt x="70068" y="38614"/>
                </a:cubicBezTo>
                <a:cubicBezTo>
                  <a:pt x="70068" y="41452"/>
                  <a:pt x="67720" y="43800"/>
                  <a:pt x="64849" y="43800"/>
                </a:cubicBezTo>
                <a:cubicBezTo>
                  <a:pt x="61978" y="43800"/>
                  <a:pt x="59630" y="41452"/>
                  <a:pt x="59630" y="38614"/>
                </a:cubicBezTo>
                <a:cubicBezTo>
                  <a:pt x="59630" y="35743"/>
                  <a:pt x="61978" y="33427"/>
                  <a:pt x="64849" y="33427"/>
                </a:cubicBezTo>
                <a:close/>
                <a:moveTo>
                  <a:pt x="47365" y="63046"/>
                </a:moveTo>
                <a:cubicBezTo>
                  <a:pt x="49355" y="63046"/>
                  <a:pt x="50986" y="64677"/>
                  <a:pt x="50986" y="66667"/>
                </a:cubicBezTo>
                <a:cubicBezTo>
                  <a:pt x="50986" y="68592"/>
                  <a:pt x="49452" y="70190"/>
                  <a:pt x="47528" y="70255"/>
                </a:cubicBezTo>
                <a:lnTo>
                  <a:pt x="47202" y="70255"/>
                </a:lnTo>
                <a:cubicBezTo>
                  <a:pt x="45277" y="70190"/>
                  <a:pt x="43711" y="68592"/>
                  <a:pt x="43711" y="66667"/>
                </a:cubicBezTo>
                <a:cubicBezTo>
                  <a:pt x="43711" y="64677"/>
                  <a:pt x="45342" y="63046"/>
                  <a:pt x="47365" y="63046"/>
                </a:cubicBezTo>
                <a:close/>
                <a:moveTo>
                  <a:pt x="82333" y="63046"/>
                </a:moveTo>
                <a:cubicBezTo>
                  <a:pt x="84356" y="63046"/>
                  <a:pt x="85987" y="64677"/>
                  <a:pt x="85987" y="66667"/>
                </a:cubicBezTo>
                <a:cubicBezTo>
                  <a:pt x="85987" y="68592"/>
                  <a:pt x="84421" y="70190"/>
                  <a:pt x="82496" y="70255"/>
                </a:cubicBezTo>
                <a:lnTo>
                  <a:pt x="82170" y="70255"/>
                </a:lnTo>
                <a:cubicBezTo>
                  <a:pt x="80246" y="70190"/>
                  <a:pt x="78712" y="68592"/>
                  <a:pt x="78712" y="66667"/>
                </a:cubicBezTo>
                <a:cubicBezTo>
                  <a:pt x="78712" y="64677"/>
                  <a:pt x="80343" y="63046"/>
                  <a:pt x="82333" y="63046"/>
                </a:cubicBezTo>
                <a:close/>
                <a:moveTo>
                  <a:pt x="28543" y="92404"/>
                </a:moveTo>
                <a:cubicBezTo>
                  <a:pt x="31414" y="92404"/>
                  <a:pt x="33762" y="94720"/>
                  <a:pt x="33762" y="97591"/>
                </a:cubicBezTo>
                <a:cubicBezTo>
                  <a:pt x="33762" y="100429"/>
                  <a:pt x="31414" y="102777"/>
                  <a:pt x="28543" y="102777"/>
                </a:cubicBezTo>
                <a:cubicBezTo>
                  <a:pt x="25673" y="102777"/>
                  <a:pt x="23324" y="100429"/>
                  <a:pt x="23324" y="97591"/>
                </a:cubicBezTo>
                <a:cubicBezTo>
                  <a:pt x="23324" y="94720"/>
                  <a:pt x="25673" y="92404"/>
                  <a:pt x="28543" y="92404"/>
                </a:cubicBezTo>
                <a:close/>
                <a:moveTo>
                  <a:pt x="101155" y="92404"/>
                </a:moveTo>
                <a:cubicBezTo>
                  <a:pt x="104058" y="92404"/>
                  <a:pt x="106374" y="94720"/>
                  <a:pt x="106374" y="97591"/>
                </a:cubicBezTo>
                <a:cubicBezTo>
                  <a:pt x="106374" y="100429"/>
                  <a:pt x="104058" y="102777"/>
                  <a:pt x="101155" y="102777"/>
                </a:cubicBezTo>
                <a:cubicBezTo>
                  <a:pt x="98284" y="102777"/>
                  <a:pt x="95936" y="100429"/>
                  <a:pt x="95936" y="97591"/>
                </a:cubicBezTo>
                <a:cubicBezTo>
                  <a:pt x="95936" y="94720"/>
                  <a:pt x="98284" y="92404"/>
                  <a:pt x="101155" y="92404"/>
                </a:cubicBezTo>
                <a:close/>
                <a:moveTo>
                  <a:pt x="47365" y="115499"/>
                </a:moveTo>
                <a:cubicBezTo>
                  <a:pt x="49355" y="115499"/>
                  <a:pt x="50986" y="117130"/>
                  <a:pt x="50986" y="119120"/>
                </a:cubicBezTo>
                <a:cubicBezTo>
                  <a:pt x="50986" y="121110"/>
                  <a:pt x="49355" y="122741"/>
                  <a:pt x="47365" y="122741"/>
                </a:cubicBezTo>
                <a:cubicBezTo>
                  <a:pt x="45342" y="122741"/>
                  <a:pt x="43711" y="121110"/>
                  <a:pt x="43711" y="119120"/>
                </a:cubicBezTo>
                <a:cubicBezTo>
                  <a:pt x="43711" y="117130"/>
                  <a:pt x="45342" y="115499"/>
                  <a:pt x="47365" y="115499"/>
                </a:cubicBezTo>
                <a:close/>
                <a:moveTo>
                  <a:pt x="82333" y="115499"/>
                </a:moveTo>
                <a:cubicBezTo>
                  <a:pt x="84356" y="115499"/>
                  <a:pt x="85987" y="117130"/>
                  <a:pt x="85987" y="119120"/>
                </a:cubicBezTo>
                <a:cubicBezTo>
                  <a:pt x="85987" y="121110"/>
                  <a:pt x="84356" y="122741"/>
                  <a:pt x="82333" y="122741"/>
                </a:cubicBezTo>
                <a:cubicBezTo>
                  <a:pt x="80343" y="122741"/>
                  <a:pt x="78712" y="121110"/>
                  <a:pt x="78712" y="119120"/>
                </a:cubicBezTo>
                <a:cubicBezTo>
                  <a:pt x="78712" y="117130"/>
                  <a:pt x="80343" y="115499"/>
                  <a:pt x="82333" y="115499"/>
                </a:cubicBezTo>
                <a:close/>
                <a:moveTo>
                  <a:pt x="47365" y="138985"/>
                </a:moveTo>
                <a:cubicBezTo>
                  <a:pt x="49355" y="138985"/>
                  <a:pt x="50986" y="140616"/>
                  <a:pt x="50986" y="142606"/>
                </a:cubicBezTo>
                <a:cubicBezTo>
                  <a:pt x="50986" y="144596"/>
                  <a:pt x="49355" y="146227"/>
                  <a:pt x="47365" y="146227"/>
                </a:cubicBezTo>
                <a:cubicBezTo>
                  <a:pt x="45342" y="146227"/>
                  <a:pt x="43711" y="144596"/>
                  <a:pt x="43711" y="142606"/>
                </a:cubicBezTo>
                <a:cubicBezTo>
                  <a:pt x="43711" y="140616"/>
                  <a:pt x="45342" y="138985"/>
                  <a:pt x="47365" y="138985"/>
                </a:cubicBezTo>
                <a:close/>
                <a:moveTo>
                  <a:pt x="82333" y="138985"/>
                </a:moveTo>
                <a:cubicBezTo>
                  <a:pt x="84356" y="138985"/>
                  <a:pt x="85987" y="140616"/>
                  <a:pt x="85987" y="142606"/>
                </a:cubicBezTo>
                <a:cubicBezTo>
                  <a:pt x="85987" y="144596"/>
                  <a:pt x="84356" y="146227"/>
                  <a:pt x="82333" y="146227"/>
                </a:cubicBezTo>
                <a:cubicBezTo>
                  <a:pt x="80343" y="146227"/>
                  <a:pt x="78712" y="144596"/>
                  <a:pt x="78712" y="142606"/>
                </a:cubicBezTo>
                <a:cubicBezTo>
                  <a:pt x="78712" y="140616"/>
                  <a:pt x="80343" y="138985"/>
                  <a:pt x="82333" y="138985"/>
                </a:cubicBezTo>
                <a:close/>
                <a:moveTo>
                  <a:pt x="64849" y="0"/>
                </a:moveTo>
                <a:cubicBezTo>
                  <a:pt x="64254" y="0"/>
                  <a:pt x="63658" y="171"/>
                  <a:pt x="63153" y="514"/>
                </a:cubicBezTo>
                <a:cubicBezTo>
                  <a:pt x="62729" y="807"/>
                  <a:pt x="52519" y="7690"/>
                  <a:pt x="40286" y="19368"/>
                </a:cubicBezTo>
                <a:cubicBezTo>
                  <a:pt x="38051" y="21502"/>
                  <a:pt x="40129" y="24665"/>
                  <a:pt x="42498" y="24665"/>
                </a:cubicBezTo>
                <a:cubicBezTo>
                  <a:pt x="43170" y="24665"/>
                  <a:pt x="43867" y="24410"/>
                  <a:pt x="44494" y="23805"/>
                </a:cubicBezTo>
                <a:cubicBezTo>
                  <a:pt x="53465" y="15225"/>
                  <a:pt x="61457" y="9223"/>
                  <a:pt x="64849" y="6777"/>
                </a:cubicBezTo>
                <a:cubicBezTo>
                  <a:pt x="69253" y="9941"/>
                  <a:pt x="81485" y="19205"/>
                  <a:pt x="93587" y="32351"/>
                </a:cubicBezTo>
                <a:cubicBezTo>
                  <a:pt x="107255" y="47193"/>
                  <a:pt x="123565" y="70255"/>
                  <a:pt x="123565" y="95633"/>
                </a:cubicBezTo>
                <a:cubicBezTo>
                  <a:pt x="123565" y="121044"/>
                  <a:pt x="107255" y="144074"/>
                  <a:pt x="93587" y="158949"/>
                </a:cubicBezTo>
                <a:cubicBezTo>
                  <a:pt x="83638" y="169746"/>
                  <a:pt x="73624" y="177901"/>
                  <a:pt x="67915" y="182239"/>
                </a:cubicBezTo>
                <a:lnTo>
                  <a:pt x="67915" y="122219"/>
                </a:lnTo>
                <a:lnTo>
                  <a:pt x="73102" y="122219"/>
                </a:lnTo>
                <a:cubicBezTo>
                  <a:pt x="74080" y="125122"/>
                  <a:pt x="76364" y="127405"/>
                  <a:pt x="79267" y="128351"/>
                </a:cubicBezTo>
                <a:lnTo>
                  <a:pt x="79267" y="133375"/>
                </a:lnTo>
                <a:cubicBezTo>
                  <a:pt x="75385" y="134647"/>
                  <a:pt x="72580" y="138300"/>
                  <a:pt x="72580" y="142606"/>
                </a:cubicBezTo>
                <a:cubicBezTo>
                  <a:pt x="72580" y="147988"/>
                  <a:pt x="76951" y="152359"/>
                  <a:pt x="82333" y="152359"/>
                </a:cubicBezTo>
                <a:cubicBezTo>
                  <a:pt x="87716" y="152359"/>
                  <a:pt x="92087" y="147988"/>
                  <a:pt x="92087" y="142606"/>
                </a:cubicBezTo>
                <a:cubicBezTo>
                  <a:pt x="92087" y="138300"/>
                  <a:pt x="89281" y="134647"/>
                  <a:pt x="85400" y="133375"/>
                </a:cubicBezTo>
                <a:lnTo>
                  <a:pt x="85400" y="128351"/>
                </a:lnTo>
                <a:cubicBezTo>
                  <a:pt x="89281" y="127079"/>
                  <a:pt x="92087" y="123426"/>
                  <a:pt x="92087" y="119120"/>
                </a:cubicBezTo>
                <a:cubicBezTo>
                  <a:pt x="92087" y="113770"/>
                  <a:pt x="87716" y="109399"/>
                  <a:pt x="82333" y="109399"/>
                </a:cubicBezTo>
                <a:cubicBezTo>
                  <a:pt x="78027" y="109399"/>
                  <a:pt x="74341" y="112204"/>
                  <a:pt x="73069" y="116086"/>
                </a:cubicBezTo>
                <a:lnTo>
                  <a:pt x="67915" y="116086"/>
                </a:lnTo>
                <a:lnTo>
                  <a:pt x="67915" y="100624"/>
                </a:lnTo>
                <a:lnTo>
                  <a:pt x="90260" y="100624"/>
                </a:lnTo>
                <a:cubicBezTo>
                  <a:pt x="91597" y="105387"/>
                  <a:pt x="95968" y="108877"/>
                  <a:pt x="101155" y="108877"/>
                </a:cubicBezTo>
                <a:cubicBezTo>
                  <a:pt x="107418" y="108877"/>
                  <a:pt x="112507" y="103821"/>
                  <a:pt x="112507" y="97591"/>
                </a:cubicBezTo>
                <a:cubicBezTo>
                  <a:pt x="112507" y="91360"/>
                  <a:pt x="107418" y="86272"/>
                  <a:pt x="101155" y="86272"/>
                </a:cubicBezTo>
                <a:cubicBezTo>
                  <a:pt x="95968" y="86272"/>
                  <a:pt x="91597" y="89762"/>
                  <a:pt x="90260" y="94524"/>
                </a:cubicBezTo>
                <a:lnTo>
                  <a:pt x="67915" y="94524"/>
                </a:lnTo>
                <a:lnTo>
                  <a:pt x="67915" y="86272"/>
                </a:lnTo>
                <a:lnTo>
                  <a:pt x="82333" y="86272"/>
                </a:lnTo>
                <a:cubicBezTo>
                  <a:pt x="83997" y="86272"/>
                  <a:pt x="85367" y="84902"/>
                  <a:pt x="85367" y="83238"/>
                </a:cubicBezTo>
                <a:lnTo>
                  <a:pt x="85367" y="75898"/>
                </a:lnTo>
                <a:cubicBezTo>
                  <a:pt x="89281" y="74626"/>
                  <a:pt x="92087" y="70973"/>
                  <a:pt x="92087" y="66667"/>
                </a:cubicBezTo>
                <a:cubicBezTo>
                  <a:pt x="92087" y="61285"/>
                  <a:pt x="87716" y="56946"/>
                  <a:pt x="82333" y="56946"/>
                </a:cubicBezTo>
                <a:cubicBezTo>
                  <a:pt x="76951" y="56946"/>
                  <a:pt x="72580" y="61285"/>
                  <a:pt x="72580" y="66667"/>
                </a:cubicBezTo>
                <a:cubicBezTo>
                  <a:pt x="72580" y="70973"/>
                  <a:pt x="75385" y="74626"/>
                  <a:pt x="79267" y="75898"/>
                </a:cubicBezTo>
                <a:lnTo>
                  <a:pt x="79267" y="80172"/>
                </a:lnTo>
                <a:lnTo>
                  <a:pt x="67915" y="80172"/>
                </a:lnTo>
                <a:lnTo>
                  <a:pt x="67915" y="50227"/>
                </a:lnTo>
                <a:cubicBezTo>
                  <a:pt x="67915" y="49966"/>
                  <a:pt x="67883" y="49737"/>
                  <a:pt x="67817" y="49509"/>
                </a:cubicBezTo>
                <a:cubicBezTo>
                  <a:pt x="72645" y="48204"/>
                  <a:pt x="76168" y="43800"/>
                  <a:pt x="76168" y="38614"/>
                </a:cubicBezTo>
                <a:cubicBezTo>
                  <a:pt x="76168" y="32384"/>
                  <a:pt x="71112" y="27295"/>
                  <a:pt x="64849" y="27295"/>
                </a:cubicBezTo>
                <a:cubicBezTo>
                  <a:pt x="58586" y="27295"/>
                  <a:pt x="53530" y="32384"/>
                  <a:pt x="53530" y="38614"/>
                </a:cubicBezTo>
                <a:cubicBezTo>
                  <a:pt x="53530" y="43800"/>
                  <a:pt x="57053" y="48204"/>
                  <a:pt x="61881" y="49509"/>
                </a:cubicBezTo>
                <a:cubicBezTo>
                  <a:pt x="61815" y="49737"/>
                  <a:pt x="61783" y="49966"/>
                  <a:pt x="61783" y="50227"/>
                </a:cubicBezTo>
                <a:lnTo>
                  <a:pt x="61783" y="80172"/>
                </a:lnTo>
                <a:lnTo>
                  <a:pt x="50431" y="80172"/>
                </a:lnTo>
                <a:lnTo>
                  <a:pt x="50431" y="75898"/>
                </a:lnTo>
                <a:cubicBezTo>
                  <a:pt x="54313" y="74626"/>
                  <a:pt x="57118" y="70973"/>
                  <a:pt x="57118" y="66667"/>
                </a:cubicBezTo>
                <a:cubicBezTo>
                  <a:pt x="57118" y="61285"/>
                  <a:pt x="52747" y="56946"/>
                  <a:pt x="47365" y="56946"/>
                </a:cubicBezTo>
                <a:cubicBezTo>
                  <a:pt x="41983" y="56946"/>
                  <a:pt x="37611" y="61285"/>
                  <a:pt x="37611" y="66667"/>
                </a:cubicBezTo>
                <a:cubicBezTo>
                  <a:pt x="37611" y="70973"/>
                  <a:pt x="40417" y="74626"/>
                  <a:pt x="44331" y="75898"/>
                </a:cubicBezTo>
                <a:lnTo>
                  <a:pt x="44331" y="83238"/>
                </a:lnTo>
                <a:cubicBezTo>
                  <a:pt x="44331" y="84902"/>
                  <a:pt x="45701" y="86272"/>
                  <a:pt x="47365" y="86272"/>
                </a:cubicBezTo>
                <a:lnTo>
                  <a:pt x="61783" y="86272"/>
                </a:lnTo>
                <a:lnTo>
                  <a:pt x="61783" y="94524"/>
                </a:lnTo>
                <a:lnTo>
                  <a:pt x="39438" y="94524"/>
                </a:lnTo>
                <a:cubicBezTo>
                  <a:pt x="38101" y="89762"/>
                  <a:pt x="33730" y="86272"/>
                  <a:pt x="28543" y="86272"/>
                </a:cubicBezTo>
                <a:cubicBezTo>
                  <a:pt x="22280" y="86272"/>
                  <a:pt x="17191" y="91360"/>
                  <a:pt x="17191" y="97591"/>
                </a:cubicBezTo>
                <a:cubicBezTo>
                  <a:pt x="17191" y="103821"/>
                  <a:pt x="22280" y="108877"/>
                  <a:pt x="28543" y="108877"/>
                </a:cubicBezTo>
                <a:cubicBezTo>
                  <a:pt x="33730" y="108877"/>
                  <a:pt x="38101" y="105387"/>
                  <a:pt x="39438" y="100624"/>
                </a:cubicBezTo>
                <a:lnTo>
                  <a:pt x="61783" y="100624"/>
                </a:lnTo>
                <a:lnTo>
                  <a:pt x="61783" y="116086"/>
                </a:lnTo>
                <a:lnTo>
                  <a:pt x="56629" y="116086"/>
                </a:lnTo>
                <a:cubicBezTo>
                  <a:pt x="55357" y="112204"/>
                  <a:pt x="51671" y="109399"/>
                  <a:pt x="47365" y="109399"/>
                </a:cubicBezTo>
                <a:cubicBezTo>
                  <a:pt x="41983" y="109399"/>
                  <a:pt x="37611" y="113770"/>
                  <a:pt x="37611" y="119120"/>
                </a:cubicBezTo>
                <a:cubicBezTo>
                  <a:pt x="37611" y="123426"/>
                  <a:pt x="40417" y="127079"/>
                  <a:pt x="44299" y="128351"/>
                </a:cubicBezTo>
                <a:lnTo>
                  <a:pt x="44299" y="133375"/>
                </a:lnTo>
                <a:cubicBezTo>
                  <a:pt x="40417" y="134647"/>
                  <a:pt x="37611" y="138300"/>
                  <a:pt x="37611" y="142606"/>
                </a:cubicBezTo>
                <a:cubicBezTo>
                  <a:pt x="37611" y="147988"/>
                  <a:pt x="41983" y="152359"/>
                  <a:pt x="47365" y="152359"/>
                </a:cubicBezTo>
                <a:cubicBezTo>
                  <a:pt x="52747" y="152359"/>
                  <a:pt x="57118" y="147988"/>
                  <a:pt x="57118" y="142606"/>
                </a:cubicBezTo>
                <a:cubicBezTo>
                  <a:pt x="57118" y="138300"/>
                  <a:pt x="54313" y="134647"/>
                  <a:pt x="50431" y="133375"/>
                </a:cubicBezTo>
                <a:lnTo>
                  <a:pt x="50431" y="128351"/>
                </a:lnTo>
                <a:cubicBezTo>
                  <a:pt x="53334" y="127405"/>
                  <a:pt x="55618" y="125122"/>
                  <a:pt x="56596" y="122219"/>
                </a:cubicBezTo>
                <a:lnTo>
                  <a:pt x="61783" y="122219"/>
                </a:lnTo>
                <a:lnTo>
                  <a:pt x="61783" y="182239"/>
                </a:lnTo>
                <a:cubicBezTo>
                  <a:pt x="56074" y="177901"/>
                  <a:pt x="46060" y="169746"/>
                  <a:pt x="36111" y="158949"/>
                </a:cubicBezTo>
                <a:cubicBezTo>
                  <a:pt x="22443" y="144074"/>
                  <a:pt x="6133" y="121044"/>
                  <a:pt x="6133" y="95633"/>
                </a:cubicBezTo>
                <a:cubicBezTo>
                  <a:pt x="6133" y="76225"/>
                  <a:pt x="15332" y="55902"/>
                  <a:pt x="33501" y="35254"/>
                </a:cubicBezTo>
                <a:cubicBezTo>
                  <a:pt x="35467" y="33018"/>
                  <a:pt x="33342" y="30171"/>
                  <a:pt x="31059" y="30171"/>
                </a:cubicBezTo>
                <a:cubicBezTo>
                  <a:pt x="30311" y="30171"/>
                  <a:pt x="29546" y="30477"/>
                  <a:pt x="28902" y="31209"/>
                </a:cubicBezTo>
                <a:cubicBezTo>
                  <a:pt x="9721" y="53032"/>
                  <a:pt x="1" y="74691"/>
                  <a:pt x="1" y="95633"/>
                </a:cubicBezTo>
                <a:cubicBezTo>
                  <a:pt x="1" y="107801"/>
                  <a:pt x="3393" y="120392"/>
                  <a:pt x="10015" y="133114"/>
                </a:cubicBezTo>
                <a:cubicBezTo>
                  <a:pt x="15267" y="143128"/>
                  <a:pt x="22574" y="153273"/>
                  <a:pt x="31707" y="163189"/>
                </a:cubicBezTo>
                <a:cubicBezTo>
                  <a:pt x="44755" y="177346"/>
                  <a:pt x="57640" y="186904"/>
                  <a:pt x="61783" y="189840"/>
                </a:cubicBezTo>
                <a:lnTo>
                  <a:pt x="61783" y="205693"/>
                </a:lnTo>
                <a:cubicBezTo>
                  <a:pt x="61783" y="207389"/>
                  <a:pt x="63153" y="208759"/>
                  <a:pt x="64849" y="208759"/>
                </a:cubicBezTo>
                <a:cubicBezTo>
                  <a:pt x="66545" y="208759"/>
                  <a:pt x="67915" y="207389"/>
                  <a:pt x="67915" y="205693"/>
                </a:cubicBezTo>
                <a:lnTo>
                  <a:pt x="67915" y="189840"/>
                </a:lnTo>
                <a:cubicBezTo>
                  <a:pt x="72058" y="186904"/>
                  <a:pt x="84943" y="177346"/>
                  <a:pt x="97991" y="163189"/>
                </a:cubicBezTo>
                <a:cubicBezTo>
                  <a:pt x="104058" y="156600"/>
                  <a:pt x="109343" y="149913"/>
                  <a:pt x="113714" y="143193"/>
                </a:cubicBezTo>
                <a:cubicBezTo>
                  <a:pt x="123108" y="162341"/>
                  <a:pt x="141440" y="176400"/>
                  <a:pt x="146594" y="180086"/>
                </a:cubicBezTo>
                <a:lnTo>
                  <a:pt x="146594" y="205693"/>
                </a:lnTo>
                <a:cubicBezTo>
                  <a:pt x="146594" y="207389"/>
                  <a:pt x="147964" y="208759"/>
                  <a:pt x="149661" y="208759"/>
                </a:cubicBezTo>
                <a:cubicBezTo>
                  <a:pt x="151357" y="208759"/>
                  <a:pt x="152727" y="207389"/>
                  <a:pt x="152727" y="205693"/>
                </a:cubicBezTo>
                <a:lnTo>
                  <a:pt x="152727" y="180086"/>
                </a:lnTo>
                <a:cubicBezTo>
                  <a:pt x="155434" y="178129"/>
                  <a:pt x="161861" y="173269"/>
                  <a:pt x="168743" y="166223"/>
                </a:cubicBezTo>
                <a:cubicBezTo>
                  <a:pt x="170853" y="164063"/>
                  <a:pt x="168748" y="161033"/>
                  <a:pt x="166417" y="161033"/>
                </a:cubicBezTo>
                <a:cubicBezTo>
                  <a:pt x="165720" y="161033"/>
                  <a:pt x="165003" y="161304"/>
                  <a:pt x="164372" y="161950"/>
                </a:cubicBezTo>
                <a:cubicBezTo>
                  <a:pt x="160001" y="166419"/>
                  <a:pt x="155793" y="170007"/>
                  <a:pt x="152727" y="172421"/>
                </a:cubicBezTo>
                <a:lnTo>
                  <a:pt x="152727" y="100690"/>
                </a:lnTo>
                <a:cubicBezTo>
                  <a:pt x="152727" y="98993"/>
                  <a:pt x="151357" y="97623"/>
                  <a:pt x="149661" y="97623"/>
                </a:cubicBezTo>
                <a:cubicBezTo>
                  <a:pt x="147964" y="97623"/>
                  <a:pt x="146594" y="98993"/>
                  <a:pt x="146594" y="100690"/>
                </a:cubicBezTo>
                <a:lnTo>
                  <a:pt x="146594" y="172421"/>
                </a:lnTo>
                <a:cubicBezTo>
                  <a:pt x="138994" y="166386"/>
                  <a:pt x="124217" y="153175"/>
                  <a:pt x="117595" y="136898"/>
                </a:cubicBezTo>
                <a:cubicBezTo>
                  <a:pt x="118313" y="135625"/>
                  <a:pt x="119031" y="134353"/>
                  <a:pt x="119683" y="133114"/>
                </a:cubicBezTo>
                <a:cubicBezTo>
                  <a:pt x="126305" y="120392"/>
                  <a:pt x="129697" y="107801"/>
                  <a:pt x="129697" y="95633"/>
                </a:cubicBezTo>
                <a:cubicBezTo>
                  <a:pt x="129697" y="92535"/>
                  <a:pt x="129469" y="89436"/>
                  <a:pt x="129012" y="86272"/>
                </a:cubicBezTo>
                <a:cubicBezTo>
                  <a:pt x="137004" y="76649"/>
                  <a:pt x="145975" y="69603"/>
                  <a:pt x="149661" y="66895"/>
                </a:cubicBezTo>
                <a:cubicBezTo>
                  <a:pt x="156935" y="72278"/>
                  <a:pt x="185086" y="94720"/>
                  <a:pt x="185086" y="120816"/>
                </a:cubicBezTo>
                <a:cubicBezTo>
                  <a:pt x="185086" y="130211"/>
                  <a:pt x="181465" y="140094"/>
                  <a:pt x="174289" y="150174"/>
                </a:cubicBezTo>
                <a:cubicBezTo>
                  <a:pt x="172687" y="152458"/>
                  <a:pt x="174758" y="155048"/>
                  <a:pt x="176929" y="155048"/>
                </a:cubicBezTo>
                <a:cubicBezTo>
                  <a:pt x="177766" y="155048"/>
                  <a:pt x="178617" y="154664"/>
                  <a:pt x="179280" y="153729"/>
                </a:cubicBezTo>
                <a:cubicBezTo>
                  <a:pt x="187174" y="142573"/>
                  <a:pt x="191218" y="131515"/>
                  <a:pt x="191218" y="120816"/>
                </a:cubicBezTo>
                <a:cubicBezTo>
                  <a:pt x="191218" y="107018"/>
                  <a:pt x="184270" y="92208"/>
                  <a:pt x="171157" y="77953"/>
                </a:cubicBezTo>
                <a:cubicBezTo>
                  <a:pt x="161404" y="67385"/>
                  <a:pt x="151781" y="60861"/>
                  <a:pt x="151357" y="60600"/>
                </a:cubicBezTo>
                <a:cubicBezTo>
                  <a:pt x="150851" y="60257"/>
                  <a:pt x="150256" y="60086"/>
                  <a:pt x="149661" y="60086"/>
                </a:cubicBezTo>
                <a:cubicBezTo>
                  <a:pt x="149065" y="60086"/>
                  <a:pt x="148470" y="60257"/>
                  <a:pt x="147964" y="60600"/>
                </a:cubicBezTo>
                <a:cubicBezTo>
                  <a:pt x="147475" y="60926"/>
                  <a:pt x="137461" y="67711"/>
                  <a:pt x="127544" y="78638"/>
                </a:cubicBezTo>
                <a:cubicBezTo>
                  <a:pt x="125881" y="71886"/>
                  <a:pt x="123271" y="65036"/>
                  <a:pt x="119683" y="58186"/>
                </a:cubicBezTo>
                <a:cubicBezTo>
                  <a:pt x="114431" y="48139"/>
                  <a:pt x="107124" y="38027"/>
                  <a:pt x="97991" y="28110"/>
                </a:cubicBezTo>
                <a:cubicBezTo>
                  <a:pt x="82464" y="11278"/>
                  <a:pt x="67198" y="938"/>
                  <a:pt x="66545" y="514"/>
                </a:cubicBezTo>
                <a:cubicBezTo>
                  <a:pt x="66040" y="171"/>
                  <a:pt x="65444" y="0"/>
                  <a:pt x="648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 name="Google Shape;2339;p164"/>
          <p:cNvGrpSpPr/>
          <p:nvPr/>
        </p:nvGrpSpPr>
        <p:grpSpPr>
          <a:xfrm>
            <a:off x="3606756" y="3291720"/>
            <a:ext cx="451699" cy="451983"/>
            <a:chOff x="1192250" y="238125"/>
            <a:chExt cx="5215925" cy="5219200"/>
          </a:xfrm>
        </p:grpSpPr>
        <p:sp>
          <p:nvSpPr>
            <p:cNvPr id="2340" name="Google Shape;2340;p164"/>
            <p:cNvSpPr/>
            <p:nvPr/>
          </p:nvSpPr>
          <p:spPr>
            <a:xfrm>
              <a:off x="1511100" y="3569425"/>
              <a:ext cx="152525" cy="963125"/>
            </a:xfrm>
            <a:custGeom>
              <a:rect b="b" l="l" r="r" t="t"/>
              <a:pathLst>
                <a:path extrusionOk="0" h="38525" w="6101">
                  <a:moveTo>
                    <a:pt x="3034" y="0"/>
                  </a:moveTo>
                  <a:cubicBezTo>
                    <a:pt x="1371" y="0"/>
                    <a:pt x="1" y="1370"/>
                    <a:pt x="1" y="3066"/>
                  </a:cubicBezTo>
                  <a:lnTo>
                    <a:pt x="1" y="35458"/>
                  </a:lnTo>
                  <a:cubicBezTo>
                    <a:pt x="1" y="37154"/>
                    <a:pt x="1371" y="38524"/>
                    <a:pt x="3034" y="38524"/>
                  </a:cubicBezTo>
                  <a:cubicBezTo>
                    <a:pt x="4730" y="38524"/>
                    <a:pt x="6101" y="37154"/>
                    <a:pt x="6101" y="35458"/>
                  </a:cubicBezTo>
                  <a:lnTo>
                    <a:pt x="6101" y="3066"/>
                  </a:lnTo>
                  <a:cubicBezTo>
                    <a:pt x="6101" y="1370"/>
                    <a:pt x="4730" y="0"/>
                    <a:pt x="3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64"/>
            <p:cNvSpPr/>
            <p:nvPr/>
          </p:nvSpPr>
          <p:spPr>
            <a:xfrm>
              <a:off x="1963700" y="3920075"/>
              <a:ext cx="153350" cy="1158025"/>
            </a:xfrm>
            <a:custGeom>
              <a:rect b="b" l="l" r="r" t="t"/>
              <a:pathLst>
                <a:path extrusionOk="0" h="46321" w="6134">
                  <a:moveTo>
                    <a:pt x="3067" y="1"/>
                  </a:moveTo>
                  <a:cubicBezTo>
                    <a:pt x="1371" y="1"/>
                    <a:pt x="1" y="1371"/>
                    <a:pt x="1" y="3034"/>
                  </a:cubicBezTo>
                  <a:lnTo>
                    <a:pt x="1" y="43287"/>
                  </a:lnTo>
                  <a:cubicBezTo>
                    <a:pt x="1" y="44983"/>
                    <a:pt x="1371" y="46321"/>
                    <a:pt x="3067" y="46321"/>
                  </a:cubicBezTo>
                  <a:cubicBezTo>
                    <a:pt x="4763" y="46321"/>
                    <a:pt x="6133" y="44983"/>
                    <a:pt x="6133" y="43287"/>
                  </a:cubicBezTo>
                  <a:lnTo>
                    <a:pt x="6133" y="3034"/>
                  </a:lnTo>
                  <a:cubicBezTo>
                    <a:pt x="6133" y="1371"/>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64"/>
            <p:cNvSpPr/>
            <p:nvPr/>
          </p:nvSpPr>
          <p:spPr>
            <a:xfrm>
              <a:off x="5936800" y="3569425"/>
              <a:ext cx="152525" cy="963125"/>
            </a:xfrm>
            <a:custGeom>
              <a:rect b="b" l="l" r="r" t="t"/>
              <a:pathLst>
                <a:path extrusionOk="0" h="38525" w="6101">
                  <a:moveTo>
                    <a:pt x="3067" y="0"/>
                  </a:moveTo>
                  <a:cubicBezTo>
                    <a:pt x="1371" y="0"/>
                    <a:pt x="1" y="1370"/>
                    <a:pt x="1" y="3066"/>
                  </a:cubicBezTo>
                  <a:lnTo>
                    <a:pt x="1" y="35458"/>
                  </a:lnTo>
                  <a:cubicBezTo>
                    <a:pt x="1" y="37154"/>
                    <a:pt x="1371" y="38524"/>
                    <a:pt x="3067" y="38524"/>
                  </a:cubicBezTo>
                  <a:cubicBezTo>
                    <a:pt x="4730" y="38524"/>
                    <a:pt x="6101" y="37154"/>
                    <a:pt x="6101" y="35458"/>
                  </a:cubicBezTo>
                  <a:lnTo>
                    <a:pt x="6101" y="3066"/>
                  </a:lnTo>
                  <a:cubicBezTo>
                    <a:pt x="6101" y="1370"/>
                    <a:pt x="4730"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64"/>
            <p:cNvSpPr/>
            <p:nvPr/>
          </p:nvSpPr>
          <p:spPr>
            <a:xfrm>
              <a:off x="5483375" y="3920075"/>
              <a:ext cx="153350" cy="1158025"/>
            </a:xfrm>
            <a:custGeom>
              <a:rect b="b" l="l" r="r" t="t"/>
              <a:pathLst>
                <a:path extrusionOk="0" h="46321" w="6134">
                  <a:moveTo>
                    <a:pt x="3067" y="1"/>
                  </a:moveTo>
                  <a:cubicBezTo>
                    <a:pt x="1371" y="1"/>
                    <a:pt x="1" y="1371"/>
                    <a:pt x="1" y="3034"/>
                  </a:cubicBezTo>
                  <a:lnTo>
                    <a:pt x="1" y="43287"/>
                  </a:lnTo>
                  <a:cubicBezTo>
                    <a:pt x="1" y="44983"/>
                    <a:pt x="1371" y="46321"/>
                    <a:pt x="3067" y="46321"/>
                  </a:cubicBezTo>
                  <a:cubicBezTo>
                    <a:pt x="4763" y="46321"/>
                    <a:pt x="6134" y="44983"/>
                    <a:pt x="6134" y="43287"/>
                  </a:cubicBezTo>
                  <a:lnTo>
                    <a:pt x="6134" y="3034"/>
                  </a:lnTo>
                  <a:cubicBezTo>
                    <a:pt x="6134" y="1371"/>
                    <a:pt x="4763"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64"/>
            <p:cNvSpPr/>
            <p:nvPr/>
          </p:nvSpPr>
          <p:spPr>
            <a:xfrm>
              <a:off x="1192250" y="238125"/>
              <a:ext cx="5215925" cy="5219200"/>
            </a:xfrm>
            <a:custGeom>
              <a:rect b="b" l="l" r="r" t="t"/>
              <a:pathLst>
                <a:path extrusionOk="0" h="208768" w="208637">
                  <a:moveTo>
                    <a:pt x="104319" y="6100"/>
                  </a:moveTo>
                  <a:cubicBezTo>
                    <a:pt x="109440" y="6100"/>
                    <a:pt x="113615" y="10275"/>
                    <a:pt x="113615" y="15397"/>
                  </a:cubicBezTo>
                  <a:lnTo>
                    <a:pt x="113615" y="26487"/>
                  </a:lnTo>
                  <a:cubicBezTo>
                    <a:pt x="110549" y="26259"/>
                    <a:pt x="107450" y="26129"/>
                    <a:pt x="104319" y="26129"/>
                  </a:cubicBezTo>
                  <a:cubicBezTo>
                    <a:pt x="101187" y="26129"/>
                    <a:pt x="98088" y="26259"/>
                    <a:pt x="95022" y="26487"/>
                  </a:cubicBezTo>
                  <a:lnTo>
                    <a:pt x="95022" y="15397"/>
                  </a:lnTo>
                  <a:cubicBezTo>
                    <a:pt x="95022" y="10275"/>
                    <a:pt x="99197" y="6100"/>
                    <a:pt x="104319" y="6100"/>
                  </a:cubicBezTo>
                  <a:close/>
                  <a:moveTo>
                    <a:pt x="49615" y="49517"/>
                  </a:moveTo>
                  <a:cubicBezTo>
                    <a:pt x="49321" y="51311"/>
                    <a:pt x="49419" y="53138"/>
                    <a:pt x="49909" y="54932"/>
                  </a:cubicBezTo>
                  <a:lnTo>
                    <a:pt x="37089" y="54932"/>
                  </a:lnTo>
                  <a:cubicBezTo>
                    <a:pt x="37611" y="53040"/>
                    <a:pt x="38002" y="51181"/>
                    <a:pt x="38198" y="49517"/>
                  </a:cubicBezTo>
                  <a:close/>
                  <a:moveTo>
                    <a:pt x="170439" y="49517"/>
                  </a:moveTo>
                  <a:cubicBezTo>
                    <a:pt x="170635" y="51181"/>
                    <a:pt x="171026" y="53040"/>
                    <a:pt x="171548" y="54932"/>
                  </a:cubicBezTo>
                  <a:lnTo>
                    <a:pt x="158729" y="54932"/>
                  </a:lnTo>
                  <a:cubicBezTo>
                    <a:pt x="159218" y="53138"/>
                    <a:pt x="159316" y="51311"/>
                    <a:pt x="159022" y="49517"/>
                  </a:cubicBezTo>
                  <a:close/>
                  <a:moveTo>
                    <a:pt x="24008" y="39111"/>
                  </a:moveTo>
                  <a:cubicBezTo>
                    <a:pt x="28543" y="39111"/>
                    <a:pt x="32229" y="42797"/>
                    <a:pt x="32229" y="47299"/>
                  </a:cubicBezTo>
                  <a:cubicBezTo>
                    <a:pt x="32229" y="50822"/>
                    <a:pt x="29195" y="64587"/>
                    <a:pt x="24008" y="64587"/>
                  </a:cubicBezTo>
                  <a:cubicBezTo>
                    <a:pt x="20942" y="64587"/>
                    <a:pt x="15788" y="53758"/>
                    <a:pt x="15788" y="47299"/>
                  </a:cubicBezTo>
                  <a:cubicBezTo>
                    <a:pt x="15788" y="42797"/>
                    <a:pt x="19474" y="39111"/>
                    <a:pt x="24008" y="39111"/>
                  </a:cubicBezTo>
                  <a:close/>
                  <a:moveTo>
                    <a:pt x="184629" y="39111"/>
                  </a:moveTo>
                  <a:cubicBezTo>
                    <a:pt x="189163" y="39111"/>
                    <a:pt x="192849" y="42797"/>
                    <a:pt x="192849" y="47299"/>
                  </a:cubicBezTo>
                  <a:cubicBezTo>
                    <a:pt x="192849" y="53758"/>
                    <a:pt x="187695" y="64587"/>
                    <a:pt x="184629" y="64587"/>
                  </a:cubicBezTo>
                  <a:cubicBezTo>
                    <a:pt x="181562" y="64587"/>
                    <a:pt x="176408" y="53758"/>
                    <a:pt x="176408" y="47299"/>
                  </a:cubicBezTo>
                  <a:cubicBezTo>
                    <a:pt x="176408" y="42797"/>
                    <a:pt x="180095" y="39111"/>
                    <a:pt x="184629" y="39111"/>
                  </a:cubicBezTo>
                  <a:close/>
                  <a:moveTo>
                    <a:pt x="114072" y="91238"/>
                  </a:moveTo>
                  <a:lnTo>
                    <a:pt x="114072" y="101839"/>
                  </a:lnTo>
                  <a:cubicBezTo>
                    <a:pt x="114072" y="103470"/>
                    <a:pt x="112734" y="104775"/>
                    <a:pt x="111136" y="104775"/>
                  </a:cubicBezTo>
                  <a:lnTo>
                    <a:pt x="97501" y="104775"/>
                  </a:lnTo>
                  <a:cubicBezTo>
                    <a:pt x="95903" y="104775"/>
                    <a:pt x="94565" y="103470"/>
                    <a:pt x="94565" y="101839"/>
                  </a:cubicBezTo>
                  <a:lnTo>
                    <a:pt x="94565" y="91270"/>
                  </a:lnTo>
                  <a:cubicBezTo>
                    <a:pt x="97664" y="91694"/>
                    <a:pt x="100893" y="91890"/>
                    <a:pt x="104319" y="91890"/>
                  </a:cubicBezTo>
                  <a:cubicBezTo>
                    <a:pt x="107744" y="91890"/>
                    <a:pt x="110973" y="91694"/>
                    <a:pt x="114072" y="91238"/>
                  </a:cubicBezTo>
                  <a:close/>
                  <a:moveTo>
                    <a:pt x="133383" y="84485"/>
                  </a:moveTo>
                  <a:lnTo>
                    <a:pt x="146268" y="97370"/>
                  </a:lnTo>
                  <a:cubicBezTo>
                    <a:pt x="150084" y="101187"/>
                    <a:pt x="152172" y="106243"/>
                    <a:pt x="152172" y="111625"/>
                  </a:cubicBezTo>
                  <a:lnTo>
                    <a:pt x="152172" y="129664"/>
                  </a:lnTo>
                  <a:cubicBezTo>
                    <a:pt x="151892" y="129653"/>
                    <a:pt x="151611" y="129648"/>
                    <a:pt x="151331" y="129648"/>
                  </a:cubicBezTo>
                  <a:cubicBezTo>
                    <a:pt x="149005" y="129648"/>
                    <a:pt x="146700" y="130036"/>
                    <a:pt x="144604" y="131230"/>
                  </a:cubicBezTo>
                  <a:cubicBezTo>
                    <a:pt x="144180" y="127707"/>
                    <a:pt x="141179" y="124967"/>
                    <a:pt x="137526" y="124967"/>
                  </a:cubicBezTo>
                  <a:lnTo>
                    <a:pt x="71046" y="124967"/>
                  </a:lnTo>
                  <a:cubicBezTo>
                    <a:pt x="67393" y="124967"/>
                    <a:pt x="64392" y="127707"/>
                    <a:pt x="63968" y="131230"/>
                  </a:cubicBezTo>
                  <a:cubicBezTo>
                    <a:pt x="61887" y="130058"/>
                    <a:pt x="59596" y="129649"/>
                    <a:pt x="57259" y="129649"/>
                  </a:cubicBezTo>
                  <a:cubicBezTo>
                    <a:pt x="56995" y="129649"/>
                    <a:pt x="56730" y="129654"/>
                    <a:pt x="56465" y="129664"/>
                  </a:cubicBezTo>
                  <a:lnTo>
                    <a:pt x="56465" y="111625"/>
                  </a:lnTo>
                  <a:cubicBezTo>
                    <a:pt x="56465" y="106243"/>
                    <a:pt x="58553" y="101187"/>
                    <a:pt x="62369" y="97370"/>
                  </a:cubicBezTo>
                  <a:lnTo>
                    <a:pt x="75091" y="84649"/>
                  </a:lnTo>
                  <a:cubicBezTo>
                    <a:pt x="78973" y="87128"/>
                    <a:pt x="83442" y="88954"/>
                    <a:pt x="88465" y="90161"/>
                  </a:cubicBezTo>
                  <a:lnTo>
                    <a:pt x="88465" y="101839"/>
                  </a:lnTo>
                  <a:cubicBezTo>
                    <a:pt x="88465" y="106830"/>
                    <a:pt x="92510" y="110908"/>
                    <a:pt x="97501" y="110908"/>
                  </a:cubicBezTo>
                  <a:lnTo>
                    <a:pt x="111136" y="110908"/>
                  </a:lnTo>
                  <a:cubicBezTo>
                    <a:pt x="116127" y="110908"/>
                    <a:pt x="120172" y="106830"/>
                    <a:pt x="120172" y="101839"/>
                  </a:cubicBezTo>
                  <a:lnTo>
                    <a:pt x="120172" y="90063"/>
                  </a:lnTo>
                  <a:cubicBezTo>
                    <a:pt x="125097" y="88824"/>
                    <a:pt x="129501" y="86965"/>
                    <a:pt x="133383" y="84485"/>
                  </a:cubicBezTo>
                  <a:close/>
                  <a:moveTo>
                    <a:pt x="57348" y="135709"/>
                  </a:moveTo>
                  <a:cubicBezTo>
                    <a:pt x="60794" y="135709"/>
                    <a:pt x="63933" y="138054"/>
                    <a:pt x="63903" y="141831"/>
                  </a:cubicBezTo>
                  <a:cubicBezTo>
                    <a:pt x="63805" y="144995"/>
                    <a:pt x="61195" y="147572"/>
                    <a:pt x="57998" y="147572"/>
                  </a:cubicBezTo>
                  <a:lnTo>
                    <a:pt x="56433" y="147572"/>
                  </a:lnTo>
                  <a:lnTo>
                    <a:pt x="56433" y="135764"/>
                  </a:lnTo>
                  <a:cubicBezTo>
                    <a:pt x="56739" y="135727"/>
                    <a:pt x="57044" y="135709"/>
                    <a:pt x="57348" y="135709"/>
                  </a:cubicBezTo>
                  <a:close/>
                  <a:moveTo>
                    <a:pt x="151225" y="135713"/>
                  </a:moveTo>
                  <a:cubicBezTo>
                    <a:pt x="151517" y="135713"/>
                    <a:pt x="151811" y="135730"/>
                    <a:pt x="152107" y="135764"/>
                  </a:cubicBezTo>
                  <a:lnTo>
                    <a:pt x="152107" y="147572"/>
                  </a:lnTo>
                  <a:cubicBezTo>
                    <a:pt x="151829" y="147601"/>
                    <a:pt x="151551" y="147615"/>
                    <a:pt x="151273" y="147615"/>
                  </a:cubicBezTo>
                  <a:cubicBezTo>
                    <a:pt x="148089" y="147615"/>
                    <a:pt x="144999" y="145736"/>
                    <a:pt x="144669" y="142255"/>
                  </a:cubicBezTo>
                  <a:cubicBezTo>
                    <a:pt x="144367" y="138299"/>
                    <a:pt x="147588" y="135713"/>
                    <a:pt x="151225" y="135713"/>
                  </a:cubicBezTo>
                  <a:close/>
                  <a:moveTo>
                    <a:pt x="110875" y="131067"/>
                  </a:moveTo>
                  <a:lnTo>
                    <a:pt x="110875" y="157391"/>
                  </a:lnTo>
                  <a:lnTo>
                    <a:pt x="97762" y="157391"/>
                  </a:lnTo>
                  <a:lnTo>
                    <a:pt x="97762" y="131067"/>
                  </a:lnTo>
                  <a:close/>
                  <a:moveTo>
                    <a:pt x="104319" y="0"/>
                  </a:moveTo>
                  <a:cubicBezTo>
                    <a:pt x="95837" y="0"/>
                    <a:pt x="88922" y="6915"/>
                    <a:pt x="88922" y="15397"/>
                  </a:cubicBezTo>
                  <a:lnTo>
                    <a:pt x="88922" y="27107"/>
                  </a:lnTo>
                  <a:cubicBezTo>
                    <a:pt x="85301" y="27596"/>
                    <a:pt x="81778" y="28216"/>
                    <a:pt x="78484" y="29032"/>
                  </a:cubicBezTo>
                  <a:cubicBezTo>
                    <a:pt x="74908" y="29880"/>
                    <a:pt x="75893" y="35064"/>
                    <a:pt x="79136" y="35064"/>
                  </a:cubicBezTo>
                  <a:cubicBezTo>
                    <a:pt x="79384" y="35064"/>
                    <a:pt x="79645" y="35033"/>
                    <a:pt x="79919" y="34968"/>
                  </a:cubicBezTo>
                  <a:cubicBezTo>
                    <a:pt x="87324" y="33174"/>
                    <a:pt x="95772" y="32261"/>
                    <a:pt x="104319" y="32261"/>
                  </a:cubicBezTo>
                  <a:cubicBezTo>
                    <a:pt x="117758" y="32261"/>
                    <a:pt x="130349" y="34479"/>
                    <a:pt x="139744" y="38557"/>
                  </a:cubicBezTo>
                  <a:cubicBezTo>
                    <a:pt x="148225" y="42243"/>
                    <a:pt x="153085" y="47005"/>
                    <a:pt x="153085" y="51637"/>
                  </a:cubicBezTo>
                  <a:cubicBezTo>
                    <a:pt x="153085" y="53431"/>
                    <a:pt x="152465" y="55715"/>
                    <a:pt x="147670" y="57574"/>
                  </a:cubicBezTo>
                  <a:cubicBezTo>
                    <a:pt x="144865" y="58651"/>
                    <a:pt x="142712" y="61130"/>
                    <a:pt x="141929" y="64131"/>
                  </a:cubicBezTo>
                  <a:cubicBezTo>
                    <a:pt x="140527" y="69382"/>
                    <a:pt x="136841" y="74536"/>
                    <a:pt x="131752" y="78222"/>
                  </a:cubicBezTo>
                  <a:cubicBezTo>
                    <a:pt x="124836" y="83246"/>
                    <a:pt x="115605" y="85790"/>
                    <a:pt x="104319" y="85790"/>
                  </a:cubicBezTo>
                  <a:cubicBezTo>
                    <a:pt x="92739" y="85790"/>
                    <a:pt x="83409" y="83279"/>
                    <a:pt x="76559" y="78288"/>
                  </a:cubicBezTo>
                  <a:cubicBezTo>
                    <a:pt x="69807" y="73362"/>
                    <a:pt x="67491" y="67458"/>
                    <a:pt x="66708" y="64359"/>
                  </a:cubicBezTo>
                  <a:cubicBezTo>
                    <a:pt x="65925" y="61260"/>
                    <a:pt x="63674" y="58683"/>
                    <a:pt x="60673" y="57444"/>
                  </a:cubicBezTo>
                  <a:cubicBezTo>
                    <a:pt x="58161" y="56432"/>
                    <a:pt x="55552" y="54671"/>
                    <a:pt x="55552" y="51637"/>
                  </a:cubicBezTo>
                  <a:cubicBezTo>
                    <a:pt x="55552" y="47690"/>
                    <a:pt x="59075" y="43613"/>
                    <a:pt x="65468" y="40220"/>
                  </a:cubicBezTo>
                  <a:cubicBezTo>
                    <a:pt x="68459" y="38627"/>
                    <a:pt x="66779" y="34422"/>
                    <a:pt x="64041" y="34422"/>
                  </a:cubicBezTo>
                  <a:cubicBezTo>
                    <a:pt x="63584" y="34422"/>
                    <a:pt x="63097" y="34539"/>
                    <a:pt x="62598" y="34805"/>
                  </a:cubicBezTo>
                  <a:cubicBezTo>
                    <a:pt x="57868" y="37350"/>
                    <a:pt x="54378" y="40253"/>
                    <a:pt x="52159" y="43384"/>
                  </a:cubicBezTo>
                  <a:lnTo>
                    <a:pt x="37807" y="43384"/>
                  </a:lnTo>
                  <a:cubicBezTo>
                    <a:pt x="36371" y="38361"/>
                    <a:pt x="32229" y="34447"/>
                    <a:pt x="27075" y="33338"/>
                  </a:cubicBezTo>
                  <a:lnTo>
                    <a:pt x="27075" y="27368"/>
                  </a:lnTo>
                  <a:lnTo>
                    <a:pt x="44983" y="27368"/>
                  </a:lnTo>
                  <a:cubicBezTo>
                    <a:pt x="46647" y="27368"/>
                    <a:pt x="48017" y="25998"/>
                    <a:pt x="48017" y="24302"/>
                  </a:cubicBezTo>
                  <a:cubicBezTo>
                    <a:pt x="48017" y="22606"/>
                    <a:pt x="46647" y="21236"/>
                    <a:pt x="44983" y="21236"/>
                  </a:cubicBezTo>
                  <a:lnTo>
                    <a:pt x="27075" y="21236"/>
                  </a:lnTo>
                  <a:lnTo>
                    <a:pt x="27075" y="21170"/>
                  </a:lnTo>
                  <a:cubicBezTo>
                    <a:pt x="27075" y="19474"/>
                    <a:pt x="25705" y="18137"/>
                    <a:pt x="24008" y="18137"/>
                  </a:cubicBezTo>
                  <a:cubicBezTo>
                    <a:pt x="22312" y="18137"/>
                    <a:pt x="20975" y="19474"/>
                    <a:pt x="20975" y="21170"/>
                  </a:cubicBezTo>
                  <a:lnTo>
                    <a:pt x="20975" y="21236"/>
                  </a:lnTo>
                  <a:lnTo>
                    <a:pt x="3067" y="21236"/>
                  </a:lnTo>
                  <a:cubicBezTo>
                    <a:pt x="1370" y="21236"/>
                    <a:pt x="0" y="22606"/>
                    <a:pt x="0" y="24302"/>
                  </a:cubicBezTo>
                  <a:cubicBezTo>
                    <a:pt x="0" y="25998"/>
                    <a:pt x="1370" y="27368"/>
                    <a:pt x="3067" y="27368"/>
                  </a:cubicBezTo>
                  <a:lnTo>
                    <a:pt x="20975" y="27368"/>
                  </a:lnTo>
                  <a:lnTo>
                    <a:pt x="20975" y="33338"/>
                  </a:lnTo>
                  <a:cubicBezTo>
                    <a:pt x="14516" y="34740"/>
                    <a:pt x="9688" y="40481"/>
                    <a:pt x="9688" y="47299"/>
                  </a:cubicBezTo>
                  <a:cubicBezTo>
                    <a:pt x="9688" y="51017"/>
                    <a:pt x="11124" y="56595"/>
                    <a:pt x="13277" y="61130"/>
                  </a:cubicBezTo>
                  <a:cubicBezTo>
                    <a:pt x="16245" y="67393"/>
                    <a:pt x="19964" y="70720"/>
                    <a:pt x="24008" y="70720"/>
                  </a:cubicBezTo>
                  <a:cubicBezTo>
                    <a:pt x="28053" y="70720"/>
                    <a:pt x="31772" y="67393"/>
                    <a:pt x="34740" y="61130"/>
                  </a:cubicBezTo>
                  <a:cubicBezTo>
                    <a:pt x="34773" y="61097"/>
                    <a:pt x="34773" y="61064"/>
                    <a:pt x="34773" y="61032"/>
                  </a:cubicBezTo>
                  <a:lnTo>
                    <a:pt x="54475" y="61032"/>
                  </a:lnTo>
                  <a:cubicBezTo>
                    <a:pt x="56530" y="62500"/>
                    <a:pt x="60086" y="63022"/>
                    <a:pt x="60804" y="65860"/>
                  </a:cubicBezTo>
                  <a:cubicBezTo>
                    <a:pt x="61652" y="69252"/>
                    <a:pt x="64000" y="75417"/>
                    <a:pt x="70166" y="80963"/>
                  </a:cubicBezTo>
                  <a:lnTo>
                    <a:pt x="58064" y="93032"/>
                  </a:lnTo>
                  <a:cubicBezTo>
                    <a:pt x="53073" y="97990"/>
                    <a:pt x="50333" y="104612"/>
                    <a:pt x="50333" y="111625"/>
                  </a:cubicBezTo>
                  <a:lnTo>
                    <a:pt x="50333" y="150639"/>
                  </a:lnTo>
                  <a:cubicBezTo>
                    <a:pt x="50333" y="152335"/>
                    <a:pt x="51703" y="153705"/>
                    <a:pt x="53366" y="153705"/>
                  </a:cubicBezTo>
                  <a:cubicBezTo>
                    <a:pt x="54219" y="153745"/>
                    <a:pt x="55099" y="153777"/>
                    <a:pt x="55988" y="153777"/>
                  </a:cubicBezTo>
                  <a:cubicBezTo>
                    <a:pt x="58735" y="153777"/>
                    <a:pt x="61561" y="153470"/>
                    <a:pt x="63903" y="152139"/>
                  </a:cubicBezTo>
                  <a:lnTo>
                    <a:pt x="63903" y="201623"/>
                  </a:lnTo>
                  <a:cubicBezTo>
                    <a:pt x="63903" y="205570"/>
                    <a:pt x="67099" y="208767"/>
                    <a:pt x="71046" y="208767"/>
                  </a:cubicBezTo>
                  <a:lnTo>
                    <a:pt x="137526" y="208767"/>
                  </a:lnTo>
                  <a:cubicBezTo>
                    <a:pt x="141473" y="208767"/>
                    <a:pt x="144669" y="205570"/>
                    <a:pt x="144669" y="201623"/>
                  </a:cubicBezTo>
                  <a:lnTo>
                    <a:pt x="144669" y="191935"/>
                  </a:lnTo>
                  <a:cubicBezTo>
                    <a:pt x="144669" y="189945"/>
                    <a:pt x="143136" y="188951"/>
                    <a:pt x="141603" y="188951"/>
                  </a:cubicBezTo>
                  <a:cubicBezTo>
                    <a:pt x="140070" y="188951"/>
                    <a:pt x="138537" y="189945"/>
                    <a:pt x="138537" y="191935"/>
                  </a:cubicBezTo>
                  <a:lnTo>
                    <a:pt x="138537" y="201623"/>
                  </a:lnTo>
                  <a:cubicBezTo>
                    <a:pt x="138537" y="202211"/>
                    <a:pt x="138080" y="202667"/>
                    <a:pt x="137526" y="202667"/>
                  </a:cubicBezTo>
                  <a:lnTo>
                    <a:pt x="71046" y="202667"/>
                  </a:lnTo>
                  <a:cubicBezTo>
                    <a:pt x="70459" y="202667"/>
                    <a:pt x="70002" y="202211"/>
                    <a:pt x="70002" y="201623"/>
                  </a:cubicBezTo>
                  <a:lnTo>
                    <a:pt x="70002" y="132078"/>
                  </a:lnTo>
                  <a:cubicBezTo>
                    <a:pt x="70002" y="131523"/>
                    <a:pt x="70459" y="131067"/>
                    <a:pt x="71046" y="131067"/>
                  </a:cubicBezTo>
                  <a:lnTo>
                    <a:pt x="91662" y="131067"/>
                  </a:lnTo>
                  <a:lnTo>
                    <a:pt x="91662" y="160457"/>
                  </a:lnTo>
                  <a:cubicBezTo>
                    <a:pt x="91662" y="162153"/>
                    <a:pt x="93032" y="163523"/>
                    <a:pt x="94696" y="163523"/>
                  </a:cubicBezTo>
                  <a:lnTo>
                    <a:pt x="113909" y="163523"/>
                  </a:lnTo>
                  <a:cubicBezTo>
                    <a:pt x="115605" y="163523"/>
                    <a:pt x="116975" y="162153"/>
                    <a:pt x="116975" y="160457"/>
                  </a:cubicBezTo>
                  <a:lnTo>
                    <a:pt x="116975" y="131067"/>
                  </a:lnTo>
                  <a:lnTo>
                    <a:pt x="137526" y="131067"/>
                  </a:lnTo>
                  <a:cubicBezTo>
                    <a:pt x="138080" y="131067"/>
                    <a:pt x="138537" y="131523"/>
                    <a:pt x="138537" y="132078"/>
                  </a:cubicBezTo>
                  <a:lnTo>
                    <a:pt x="138537" y="175625"/>
                  </a:lnTo>
                  <a:cubicBezTo>
                    <a:pt x="138537" y="177599"/>
                    <a:pt x="140070" y="178586"/>
                    <a:pt x="141603" y="178586"/>
                  </a:cubicBezTo>
                  <a:cubicBezTo>
                    <a:pt x="143136" y="178586"/>
                    <a:pt x="144669" y="177599"/>
                    <a:pt x="144669" y="175625"/>
                  </a:cubicBezTo>
                  <a:lnTo>
                    <a:pt x="144669" y="152139"/>
                  </a:lnTo>
                  <a:cubicBezTo>
                    <a:pt x="147032" y="153482"/>
                    <a:pt x="149868" y="153763"/>
                    <a:pt x="152629" y="153763"/>
                  </a:cubicBezTo>
                  <a:cubicBezTo>
                    <a:pt x="153490" y="153763"/>
                    <a:pt x="154344" y="153736"/>
                    <a:pt x="155173" y="153705"/>
                  </a:cubicBezTo>
                  <a:cubicBezTo>
                    <a:pt x="156837" y="153705"/>
                    <a:pt x="158207" y="152335"/>
                    <a:pt x="158207" y="150639"/>
                  </a:cubicBezTo>
                  <a:lnTo>
                    <a:pt x="158304" y="111625"/>
                  </a:lnTo>
                  <a:cubicBezTo>
                    <a:pt x="158304" y="104612"/>
                    <a:pt x="155564" y="97990"/>
                    <a:pt x="150574" y="93032"/>
                  </a:cubicBezTo>
                  <a:lnTo>
                    <a:pt x="138308" y="80767"/>
                  </a:lnTo>
                  <a:cubicBezTo>
                    <a:pt x="144539" y="75189"/>
                    <a:pt x="146920" y="69089"/>
                    <a:pt x="147833" y="65696"/>
                  </a:cubicBezTo>
                  <a:cubicBezTo>
                    <a:pt x="148551" y="62924"/>
                    <a:pt x="152107" y="62467"/>
                    <a:pt x="154162" y="61032"/>
                  </a:cubicBezTo>
                  <a:lnTo>
                    <a:pt x="173864" y="61032"/>
                  </a:lnTo>
                  <a:cubicBezTo>
                    <a:pt x="173864" y="61064"/>
                    <a:pt x="173864" y="61097"/>
                    <a:pt x="173897" y="61130"/>
                  </a:cubicBezTo>
                  <a:cubicBezTo>
                    <a:pt x="176865" y="67393"/>
                    <a:pt x="180584" y="70720"/>
                    <a:pt x="184629" y="70720"/>
                  </a:cubicBezTo>
                  <a:cubicBezTo>
                    <a:pt x="188674" y="70720"/>
                    <a:pt x="192392" y="67393"/>
                    <a:pt x="195361" y="61130"/>
                  </a:cubicBezTo>
                  <a:cubicBezTo>
                    <a:pt x="197514" y="56595"/>
                    <a:pt x="198949" y="51017"/>
                    <a:pt x="198949" y="47299"/>
                  </a:cubicBezTo>
                  <a:cubicBezTo>
                    <a:pt x="198949" y="40481"/>
                    <a:pt x="194121" y="34740"/>
                    <a:pt x="187662" y="33338"/>
                  </a:cubicBezTo>
                  <a:lnTo>
                    <a:pt x="187662" y="27368"/>
                  </a:lnTo>
                  <a:lnTo>
                    <a:pt x="205571" y="27368"/>
                  </a:lnTo>
                  <a:cubicBezTo>
                    <a:pt x="207267" y="27368"/>
                    <a:pt x="208637" y="25998"/>
                    <a:pt x="208637" y="24302"/>
                  </a:cubicBezTo>
                  <a:cubicBezTo>
                    <a:pt x="208637" y="22606"/>
                    <a:pt x="207267" y="21236"/>
                    <a:pt x="205571" y="21236"/>
                  </a:cubicBezTo>
                  <a:lnTo>
                    <a:pt x="187662" y="21236"/>
                  </a:lnTo>
                  <a:lnTo>
                    <a:pt x="187662" y="21170"/>
                  </a:lnTo>
                  <a:cubicBezTo>
                    <a:pt x="187662" y="19474"/>
                    <a:pt x="186325" y="18137"/>
                    <a:pt x="184629" y="18137"/>
                  </a:cubicBezTo>
                  <a:cubicBezTo>
                    <a:pt x="182932" y="18137"/>
                    <a:pt x="181562" y="19474"/>
                    <a:pt x="181562" y="21170"/>
                  </a:cubicBezTo>
                  <a:lnTo>
                    <a:pt x="181562" y="21236"/>
                  </a:lnTo>
                  <a:lnTo>
                    <a:pt x="163654" y="21236"/>
                  </a:lnTo>
                  <a:cubicBezTo>
                    <a:pt x="161990" y="21236"/>
                    <a:pt x="160620" y="22606"/>
                    <a:pt x="160620" y="24302"/>
                  </a:cubicBezTo>
                  <a:cubicBezTo>
                    <a:pt x="160620" y="25998"/>
                    <a:pt x="161990" y="27368"/>
                    <a:pt x="163654" y="27368"/>
                  </a:cubicBezTo>
                  <a:lnTo>
                    <a:pt x="181562" y="27368"/>
                  </a:lnTo>
                  <a:lnTo>
                    <a:pt x="181562" y="33338"/>
                  </a:lnTo>
                  <a:cubicBezTo>
                    <a:pt x="176408" y="34447"/>
                    <a:pt x="172266" y="38361"/>
                    <a:pt x="170830" y="43384"/>
                  </a:cubicBezTo>
                  <a:lnTo>
                    <a:pt x="156445" y="43384"/>
                  </a:lnTo>
                  <a:cubicBezTo>
                    <a:pt x="153672" y="39405"/>
                    <a:pt x="148845" y="35849"/>
                    <a:pt x="142190" y="32946"/>
                  </a:cubicBezTo>
                  <a:cubicBezTo>
                    <a:pt x="135797" y="30173"/>
                    <a:pt x="128098" y="28216"/>
                    <a:pt x="119715" y="27107"/>
                  </a:cubicBezTo>
                  <a:lnTo>
                    <a:pt x="119715" y="15397"/>
                  </a:lnTo>
                  <a:cubicBezTo>
                    <a:pt x="119715" y="6915"/>
                    <a:pt x="112800" y="0"/>
                    <a:pt x="104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64"/>
            <p:cNvSpPr/>
            <p:nvPr/>
          </p:nvSpPr>
          <p:spPr>
            <a:xfrm>
              <a:off x="3701525" y="2607950"/>
              <a:ext cx="197375" cy="153325"/>
            </a:xfrm>
            <a:custGeom>
              <a:rect b="b" l="l" r="r" t="t"/>
              <a:pathLst>
                <a:path extrusionOk="0" h="6133" w="7895">
                  <a:moveTo>
                    <a:pt x="3948" y="0"/>
                  </a:moveTo>
                  <a:cubicBezTo>
                    <a:pt x="1" y="0"/>
                    <a:pt x="1" y="6133"/>
                    <a:pt x="3948" y="6133"/>
                  </a:cubicBezTo>
                  <a:cubicBezTo>
                    <a:pt x="7895" y="6133"/>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64"/>
            <p:cNvSpPr/>
            <p:nvPr/>
          </p:nvSpPr>
          <p:spPr>
            <a:xfrm>
              <a:off x="3084200" y="1848525"/>
              <a:ext cx="596975" cy="354950"/>
            </a:xfrm>
            <a:custGeom>
              <a:rect b="b" l="l" r="r" t="t"/>
              <a:pathLst>
                <a:path extrusionOk="0" h="14198" w="23879">
                  <a:moveTo>
                    <a:pt x="3403" y="0"/>
                  </a:moveTo>
                  <a:cubicBezTo>
                    <a:pt x="2710" y="0"/>
                    <a:pt x="2012" y="236"/>
                    <a:pt x="1436" y="726"/>
                  </a:cubicBezTo>
                  <a:cubicBezTo>
                    <a:pt x="163" y="1802"/>
                    <a:pt x="0" y="3727"/>
                    <a:pt x="1077" y="5032"/>
                  </a:cubicBezTo>
                  <a:cubicBezTo>
                    <a:pt x="6002" y="10838"/>
                    <a:pt x="13179" y="14198"/>
                    <a:pt x="20812" y="14198"/>
                  </a:cubicBezTo>
                  <a:cubicBezTo>
                    <a:pt x="22508" y="14198"/>
                    <a:pt x="23878" y="12828"/>
                    <a:pt x="23878" y="11132"/>
                  </a:cubicBezTo>
                  <a:cubicBezTo>
                    <a:pt x="23878" y="9468"/>
                    <a:pt x="22508" y="8098"/>
                    <a:pt x="20812" y="8098"/>
                  </a:cubicBezTo>
                  <a:cubicBezTo>
                    <a:pt x="14973" y="8098"/>
                    <a:pt x="9493" y="5521"/>
                    <a:pt x="5741" y="1085"/>
                  </a:cubicBezTo>
                  <a:cubicBezTo>
                    <a:pt x="5141" y="375"/>
                    <a:pt x="4276" y="0"/>
                    <a:pt x="3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7" name="Google Shape;2347;p164"/>
          <p:cNvSpPr/>
          <p:nvPr/>
        </p:nvSpPr>
        <p:spPr>
          <a:xfrm>
            <a:off x="4551363" y="3307300"/>
            <a:ext cx="463987" cy="463987"/>
          </a:xfrm>
          <a:custGeom>
            <a:rect b="b" l="l" r="r" t="t"/>
            <a:pathLst>
              <a:path extrusionOk="0" h="208768" w="208768">
                <a:moveTo>
                  <a:pt x="104384" y="37611"/>
                </a:moveTo>
                <a:lnTo>
                  <a:pt x="126043" y="69546"/>
                </a:lnTo>
                <a:lnTo>
                  <a:pt x="115996" y="69546"/>
                </a:lnTo>
                <a:cubicBezTo>
                  <a:pt x="114300" y="69546"/>
                  <a:pt x="112930" y="70916"/>
                  <a:pt x="112930" y="72579"/>
                </a:cubicBezTo>
                <a:lnTo>
                  <a:pt x="112930" y="112147"/>
                </a:lnTo>
                <a:cubicBezTo>
                  <a:pt x="109472" y="112799"/>
                  <a:pt x="106471" y="114724"/>
                  <a:pt x="104384" y="117366"/>
                </a:cubicBezTo>
                <a:cubicBezTo>
                  <a:pt x="102296" y="114724"/>
                  <a:pt x="99295" y="112799"/>
                  <a:pt x="95837" y="112147"/>
                </a:cubicBezTo>
                <a:lnTo>
                  <a:pt x="95837" y="72579"/>
                </a:lnTo>
                <a:cubicBezTo>
                  <a:pt x="95837" y="70916"/>
                  <a:pt x="94467" y="69546"/>
                  <a:pt x="92771" y="69546"/>
                </a:cubicBezTo>
                <a:lnTo>
                  <a:pt x="82724" y="69546"/>
                </a:lnTo>
                <a:lnTo>
                  <a:pt x="104384" y="37611"/>
                </a:lnTo>
                <a:close/>
                <a:moveTo>
                  <a:pt x="27727" y="127837"/>
                </a:moveTo>
                <a:cubicBezTo>
                  <a:pt x="30304" y="127837"/>
                  <a:pt x="32424" y="129925"/>
                  <a:pt x="32424" y="132535"/>
                </a:cubicBezTo>
                <a:cubicBezTo>
                  <a:pt x="32424" y="135111"/>
                  <a:pt x="30304" y="137199"/>
                  <a:pt x="27727" y="137199"/>
                </a:cubicBezTo>
                <a:cubicBezTo>
                  <a:pt x="25150" y="137199"/>
                  <a:pt x="23030" y="135111"/>
                  <a:pt x="23030" y="132535"/>
                </a:cubicBezTo>
                <a:cubicBezTo>
                  <a:pt x="23030" y="129925"/>
                  <a:pt x="25150" y="127837"/>
                  <a:pt x="27727" y="127837"/>
                </a:cubicBezTo>
                <a:close/>
                <a:moveTo>
                  <a:pt x="181040" y="127837"/>
                </a:moveTo>
                <a:cubicBezTo>
                  <a:pt x="183617" y="127837"/>
                  <a:pt x="185738" y="129925"/>
                  <a:pt x="185738" y="132535"/>
                </a:cubicBezTo>
                <a:cubicBezTo>
                  <a:pt x="185738" y="135111"/>
                  <a:pt x="183617" y="137199"/>
                  <a:pt x="181040" y="137199"/>
                </a:cubicBezTo>
                <a:cubicBezTo>
                  <a:pt x="178463" y="137199"/>
                  <a:pt x="176343" y="135111"/>
                  <a:pt x="176343" y="132535"/>
                </a:cubicBezTo>
                <a:cubicBezTo>
                  <a:pt x="176343" y="129925"/>
                  <a:pt x="178463" y="127837"/>
                  <a:pt x="181040" y="127837"/>
                </a:cubicBezTo>
                <a:close/>
                <a:moveTo>
                  <a:pt x="32620" y="155956"/>
                </a:moveTo>
                <a:cubicBezTo>
                  <a:pt x="35197" y="155956"/>
                  <a:pt x="37317" y="158076"/>
                  <a:pt x="37317" y="160653"/>
                </a:cubicBezTo>
                <a:cubicBezTo>
                  <a:pt x="37317" y="163230"/>
                  <a:pt x="35197" y="165350"/>
                  <a:pt x="32620" y="165350"/>
                </a:cubicBezTo>
                <a:cubicBezTo>
                  <a:pt x="30239" y="165350"/>
                  <a:pt x="27857" y="163589"/>
                  <a:pt x="27988" y="161273"/>
                </a:cubicBezTo>
                <a:cubicBezTo>
                  <a:pt x="28118" y="158630"/>
                  <a:pt x="29064" y="155956"/>
                  <a:pt x="32620" y="155956"/>
                </a:cubicBezTo>
                <a:close/>
                <a:moveTo>
                  <a:pt x="176147" y="155956"/>
                </a:moveTo>
                <a:cubicBezTo>
                  <a:pt x="179670" y="155956"/>
                  <a:pt x="180649" y="158663"/>
                  <a:pt x="180779" y="161273"/>
                </a:cubicBezTo>
                <a:cubicBezTo>
                  <a:pt x="180910" y="163589"/>
                  <a:pt x="178529" y="165350"/>
                  <a:pt x="176147" y="165350"/>
                </a:cubicBezTo>
                <a:cubicBezTo>
                  <a:pt x="173570" y="165350"/>
                  <a:pt x="171450" y="163230"/>
                  <a:pt x="171450" y="160653"/>
                </a:cubicBezTo>
                <a:cubicBezTo>
                  <a:pt x="171450" y="158076"/>
                  <a:pt x="173570" y="155956"/>
                  <a:pt x="176147" y="155956"/>
                </a:cubicBezTo>
                <a:close/>
                <a:moveTo>
                  <a:pt x="93130" y="118019"/>
                </a:moveTo>
                <a:cubicBezTo>
                  <a:pt x="97599" y="118019"/>
                  <a:pt x="101219" y="121607"/>
                  <a:pt x="101317" y="126043"/>
                </a:cubicBezTo>
                <a:cubicBezTo>
                  <a:pt x="101317" y="126108"/>
                  <a:pt x="101317" y="126141"/>
                  <a:pt x="101317" y="126206"/>
                </a:cubicBezTo>
                <a:lnTo>
                  <a:pt x="101317" y="194447"/>
                </a:lnTo>
                <a:cubicBezTo>
                  <a:pt x="101317" y="194512"/>
                  <a:pt x="101317" y="194577"/>
                  <a:pt x="101317" y="194610"/>
                </a:cubicBezTo>
                <a:cubicBezTo>
                  <a:pt x="101219" y="199079"/>
                  <a:pt x="97599" y="202635"/>
                  <a:pt x="93130" y="202667"/>
                </a:cubicBezTo>
                <a:cubicBezTo>
                  <a:pt x="89183" y="202667"/>
                  <a:pt x="85888" y="199829"/>
                  <a:pt x="85105" y="196078"/>
                </a:cubicBezTo>
                <a:cubicBezTo>
                  <a:pt x="89966" y="193795"/>
                  <a:pt x="93358" y="188869"/>
                  <a:pt x="93358" y="183128"/>
                </a:cubicBezTo>
                <a:cubicBezTo>
                  <a:pt x="93358" y="181154"/>
                  <a:pt x="91825" y="180168"/>
                  <a:pt x="90292" y="180168"/>
                </a:cubicBezTo>
                <a:cubicBezTo>
                  <a:pt x="88759" y="180168"/>
                  <a:pt x="87226" y="181154"/>
                  <a:pt x="87226" y="183128"/>
                </a:cubicBezTo>
                <a:cubicBezTo>
                  <a:pt x="87226" y="187532"/>
                  <a:pt x="83409" y="191316"/>
                  <a:pt x="79038" y="191316"/>
                </a:cubicBezTo>
                <a:cubicBezTo>
                  <a:pt x="74536" y="191316"/>
                  <a:pt x="70850" y="187662"/>
                  <a:pt x="70850" y="183128"/>
                </a:cubicBezTo>
                <a:lnTo>
                  <a:pt x="70850" y="172526"/>
                </a:lnTo>
                <a:cubicBezTo>
                  <a:pt x="70850" y="170553"/>
                  <a:pt x="69325" y="169566"/>
                  <a:pt x="67800" y="169566"/>
                </a:cubicBezTo>
                <a:cubicBezTo>
                  <a:pt x="66275" y="169566"/>
                  <a:pt x="64750" y="170553"/>
                  <a:pt x="64750" y="172526"/>
                </a:cubicBezTo>
                <a:lnTo>
                  <a:pt x="64750" y="174908"/>
                </a:lnTo>
                <a:cubicBezTo>
                  <a:pt x="60510" y="174582"/>
                  <a:pt x="57183" y="171026"/>
                  <a:pt x="57183" y="166720"/>
                </a:cubicBezTo>
                <a:lnTo>
                  <a:pt x="57183" y="152367"/>
                </a:lnTo>
                <a:cubicBezTo>
                  <a:pt x="57183" y="147964"/>
                  <a:pt x="60706" y="144343"/>
                  <a:pt x="65077" y="144180"/>
                </a:cubicBezTo>
                <a:cubicBezTo>
                  <a:pt x="68241" y="144734"/>
                  <a:pt x="69578" y="145909"/>
                  <a:pt x="70035" y="149073"/>
                </a:cubicBezTo>
                <a:cubicBezTo>
                  <a:pt x="70263" y="154683"/>
                  <a:pt x="74895" y="159185"/>
                  <a:pt x="80538" y="159185"/>
                </a:cubicBezTo>
                <a:cubicBezTo>
                  <a:pt x="84518" y="159185"/>
                  <a:pt x="84518" y="153052"/>
                  <a:pt x="80538" y="153052"/>
                </a:cubicBezTo>
                <a:cubicBezTo>
                  <a:pt x="78125" y="153052"/>
                  <a:pt x="76135" y="151063"/>
                  <a:pt x="76135" y="148649"/>
                </a:cubicBezTo>
                <a:cubicBezTo>
                  <a:pt x="76135" y="148518"/>
                  <a:pt x="76135" y="148355"/>
                  <a:pt x="76102" y="148225"/>
                </a:cubicBezTo>
                <a:cubicBezTo>
                  <a:pt x="75972" y="144506"/>
                  <a:pt x="73884" y="141309"/>
                  <a:pt x="70850" y="139548"/>
                </a:cubicBezTo>
                <a:cubicBezTo>
                  <a:pt x="70328" y="134459"/>
                  <a:pt x="73493" y="129338"/>
                  <a:pt x="79038" y="129338"/>
                </a:cubicBezTo>
                <a:cubicBezTo>
                  <a:pt x="81680" y="129338"/>
                  <a:pt x="84257" y="130675"/>
                  <a:pt x="85790" y="132893"/>
                </a:cubicBezTo>
                <a:cubicBezTo>
                  <a:pt x="86395" y="133764"/>
                  <a:pt x="87235" y="134127"/>
                  <a:pt x="88080" y="134127"/>
                </a:cubicBezTo>
                <a:cubicBezTo>
                  <a:pt x="90242" y="134127"/>
                  <a:pt x="92441" y="131748"/>
                  <a:pt x="90846" y="129403"/>
                </a:cubicBezTo>
                <a:cubicBezTo>
                  <a:pt x="89378" y="127283"/>
                  <a:pt x="87389" y="125619"/>
                  <a:pt x="85105" y="124575"/>
                </a:cubicBezTo>
                <a:cubicBezTo>
                  <a:pt x="85855" y="120824"/>
                  <a:pt x="89183" y="118019"/>
                  <a:pt x="93130" y="118019"/>
                </a:cubicBezTo>
                <a:close/>
                <a:moveTo>
                  <a:pt x="104384" y="0"/>
                </a:moveTo>
                <a:cubicBezTo>
                  <a:pt x="83507" y="0"/>
                  <a:pt x="66381" y="16179"/>
                  <a:pt x="64848" y="36665"/>
                </a:cubicBezTo>
                <a:cubicBezTo>
                  <a:pt x="58651" y="36763"/>
                  <a:pt x="52746" y="36730"/>
                  <a:pt x="46907" y="39307"/>
                </a:cubicBezTo>
                <a:cubicBezTo>
                  <a:pt x="45374" y="39992"/>
                  <a:pt x="44689" y="41786"/>
                  <a:pt x="45374" y="43319"/>
                </a:cubicBezTo>
                <a:cubicBezTo>
                  <a:pt x="45856" y="44474"/>
                  <a:pt x="46976" y="45150"/>
                  <a:pt x="48146" y="45150"/>
                </a:cubicBezTo>
                <a:cubicBezTo>
                  <a:pt x="48562" y="45150"/>
                  <a:pt x="48984" y="45065"/>
                  <a:pt x="49386" y="44885"/>
                </a:cubicBezTo>
                <a:cubicBezTo>
                  <a:pt x="55193" y="42341"/>
                  <a:pt x="61391" y="42960"/>
                  <a:pt x="67523" y="42732"/>
                </a:cubicBezTo>
                <a:cubicBezTo>
                  <a:pt x="70818" y="42602"/>
                  <a:pt x="70850" y="39764"/>
                  <a:pt x="70850" y="39633"/>
                </a:cubicBezTo>
                <a:cubicBezTo>
                  <a:pt x="70850" y="21170"/>
                  <a:pt x="85888" y="6133"/>
                  <a:pt x="104384" y="6133"/>
                </a:cubicBezTo>
                <a:cubicBezTo>
                  <a:pt x="122879" y="6133"/>
                  <a:pt x="137917" y="21170"/>
                  <a:pt x="137917" y="39633"/>
                </a:cubicBezTo>
                <a:cubicBezTo>
                  <a:pt x="137917" y="39764"/>
                  <a:pt x="137949" y="42602"/>
                  <a:pt x="141244" y="42732"/>
                </a:cubicBezTo>
                <a:cubicBezTo>
                  <a:pt x="144049" y="42830"/>
                  <a:pt x="146887" y="42863"/>
                  <a:pt x="149725" y="42863"/>
                </a:cubicBezTo>
                <a:cubicBezTo>
                  <a:pt x="162936" y="42863"/>
                  <a:pt x="173701" y="53627"/>
                  <a:pt x="173701" y="66838"/>
                </a:cubicBezTo>
                <a:cubicBezTo>
                  <a:pt x="173701" y="80082"/>
                  <a:pt x="162936" y="90814"/>
                  <a:pt x="149725" y="90814"/>
                </a:cubicBezTo>
                <a:lnTo>
                  <a:pt x="119063" y="90814"/>
                </a:lnTo>
                <a:lnTo>
                  <a:pt x="119063" y="75645"/>
                </a:lnTo>
                <a:lnTo>
                  <a:pt x="131784" y="75645"/>
                </a:lnTo>
                <a:cubicBezTo>
                  <a:pt x="134198" y="75645"/>
                  <a:pt x="135699" y="72873"/>
                  <a:pt x="134329" y="70883"/>
                </a:cubicBezTo>
                <a:lnTo>
                  <a:pt x="106928" y="30467"/>
                </a:lnTo>
                <a:cubicBezTo>
                  <a:pt x="106324" y="29586"/>
                  <a:pt x="105354" y="29146"/>
                  <a:pt x="104384" y="29146"/>
                </a:cubicBezTo>
                <a:cubicBezTo>
                  <a:pt x="103413" y="29146"/>
                  <a:pt x="102443" y="29586"/>
                  <a:pt x="101839" y="30467"/>
                </a:cubicBezTo>
                <a:lnTo>
                  <a:pt x="74439" y="70883"/>
                </a:lnTo>
                <a:cubicBezTo>
                  <a:pt x="73101" y="72873"/>
                  <a:pt x="74569" y="75645"/>
                  <a:pt x="76983" y="75645"/>
                </a:cubicBezTo>
                <a:lnTo>
                  <a:pt x="89705" y="75645"/>
                </a:lnTo>
                <a:lnTo>
                  <a:pt x="89705" y="90814"/>
                </a:lnTo>
                <a:lnTo>
                  <a:pt x="59042" y="90814"/>
                </a:lnTo>
                <a:cubicBezTo>
                  <a:pt x="45831" y="90814"/>
                  <a:pt x="35066" y="80082"/>
                  <a:pt x="35066" y="66838"/>
                </a:cubicBezTo>
                <a:cubicBezTo>
                  <a:pt x="35066" y="62956"/>
                  <a:pt x="36012" y="59107"/>
                  <a:pt x="37839" y="55682"/>
                </a:cubicBezTo>
                <a:cubicBezTo>
                  <a:pt x="38622" y="54182"/>
                  <a:pt x="38035" y="52355"/>
                  <a:pt x="36534" y="51539"/>
                </a:cubicBezTo>
                <a:cubicBezTo>
                  <a:pt x="36093" y="51304"/>
                  <a:pt x="35616" y="51192"/>
                  <a:pt x="35143" y="51192"/>
                </a:cubicBezTo>
                <a:cubicBezTo>
                  <a:pt x="34045" y="51192"/>
                  <a:pt x="32972" y="51795"/>
                  <a:pt x="32424" y="52844"/>
                </a:cubicBezTo>
                <a:cubicBezTo>
                  <a:pt x="30141" y="57117"/>
                  <a:pt x="28966" y="61978"/>
                  <a:pt x="28966" y="66838"/>
                </a:cubicBezTo>
                <a:cubicBezTo>
                  <a:pt x="28966" y="83442"/>
                  <a:pt x="42471" y="96946"/>
                  <a:pt x="59042" y="96946"/>
                </a:cubicBezTo>
                <a:lnTo>
                  <a:pt x="63250" y="96946"/>
                </a:lnTo>
                <a:lnTo>
                  <a:pt x="63250" y="103242"/>
                </a:lnTo>
                <a:cubicBezTo>
                  <a:pt x="63250" y="105525"/>
                  <a:pt x="61391" y="107352"/>
                  <a:pt x="59140" y="107352"/>
                </a:cubicBezTo>
                <a:lnTo>
                  <a:pt x="10243" y="107352"/>
                </a:lnTo>
                <a:cubicBezTo>
                  <a:pt x="4599" y="107352"/>
                  <a:pt x="0" y="111951"/>
                  <a:pt x="0" y="117595"/>
                </a:cubicBezTo>
                <a:lnTo>
                  <a:pt x="0" y="153411"/>
                </a:lnTo>
                <a:cubicBezTo>
                  <a:pt x="0" y="159054"/>
                  <a:pt x="4599" y="163621"/>
                  <a:pt x="10243" y="163621"/>
                </a:cubicBezTo>
                <a:lnTo>
                  <a:pt x="22247" y="163621"/>
                </a:lnTo>
                <a:cubicBezTo>
                  <a:pt x="23519" y="168155"/>
                  <a:pt x="27694" y="171450"/>
                  <a:pt x="32620" y="171450"/>
                </a:cubicBezTo>
                <a:cubicBezTo>
                  <a:pt x="38589" y="171450"/>
                  <a:pt x="43417" y="166622"/>
                  <a:pt x="43417" y="160653"/>
                </a:cubicBezTo>
                <a:cubicBezTo>
                  <a:pt x="43417" y="154683"/>
                  <a:pt x="38589" y="149856"/>
                  <a:pt x="32620" y="149856"/>
                </a:cubicBezTo>
                <a:cubicBezTo>
                  <a:pt x="27760" y="149856"/>
                  <a:pt x="23617" y="153085"/>
                  <a:pt x="22279" y="157521"/>
                </a:cubicBezTo>
                <a:lnTo>
                  <a:pt x="10243" y="157521"/>
                </a:lnTo>
                <a:cubicBezTo>
                  <a:pt x="7959" y="157521"/>
                  <a:pt x="6100" y="155662"/>
                  <a:pt x="6100" y="153411"/>
                </a:cubicBezTo>
                <a:lnTo>
                  <a:pt x="6100" y="135568"/>
                </a:lnTo>
                <a:lnTo>
                  <a:pt x="17354" y="135568"/>
                </a:lnTo>
                <a:cubicBezTo>
                  <a:pt x="18691" y="140037"/>
                  <a:pt x="22834" y="143332"/>
                  <a:pt x="27727" y="143332"/>
                </a:cubicBezTo>
                <a:cubicBezTo>
                  <a:pt x="33696" y="143332"/>
                  <a:pt x="38524" y="138471"/>
                  <a:pt x="38524" y="132535"/>
                </a:cubicBezTo>
                <a:cubicBezTo>
                  <a:pt x="38524" y="126565"/>
                  <a:pt x="33696" y="121705"/>
                  <a:pt x="27727" y="121705"/>
                </a:cubicBezTo>
                <a:cubicBezTo>
                  <a:pt x="22834" y="121705"/>
                  <a:pt x="18691" y="124999"/>
                  <a:pt x="17354" y="129468"/>
                </a:cubicBezTo>
                <a:lnTo>
                  <a:pt x="6100" y="129468"/>
                </a:lnTo>
                <a:lnTo>
                  <a:pt x="6100" y="117595"/>
                </a:lnTo>
                <a:cubicBezTo>
                  <a:pt x="6100" y="115311"/>
                  <a:pt x="7959" y="113485"/>
                  <a:pt x="10243" y="113485"/>
                </a:cubicBezTo>
                <a:lnTo>
                  <a:pt x="59140" y="113485"/>
                </a:lnTo>
                <a:cubicBezTo>
                  <a:pt x="64783" y="113485"/>
                  <a:pt x="69350" y="108885"/>
                  <a:pt x="69350" y="103242"/>
                </a:cubicBezTo>
                <a:lnTo>
                  <a:pt x="69350" y="96946"/>
                </a:lnTo>
                <a:lnTo>
                  <a:pt x="89705" y="96946"/>
                </a:lnTo>
                <a:lnTo>
                  <a:pt x="89705" y="112310"/>
                </a:lnTo>
                <a:cubicBezTo>
                  <a:pt x="84420" y="113615"/>
                  <a:pt x="80277" y="117856"/>
                  <a:pt x="79136" y="123205"/>
                </a:cubicBezTo>
                <a:lnTo>
                  <a:pt x="79038" y="123205"/>
                </a:lnTo>
                <a:cubicBezTo>
                  <a:pt x="71144" y="123205"/>
                  <a:pt x="64750" y="129631"/>
                  <a:pt x="64750" y="137525"/>
                </a:cubicBezTo>
                <a:lnTo>
                  <a:pt x="64750" y="138080"/>
                </a:lnTo>
                <a:cubicBezTo>
                  <a:pt x="57150" y="138406"/>
                  <a:pt x="51050" y="144702"/>
                  <a:pt x="51050" y="152367"/>
                </a:cubicBezTo>
                <a:lnTo>
                  <a:pt x="51050" y="166720"/>
                </a:lnTo>
                <a:cubicBezTo>
                  <a:pt x="51050" y="174418"/>
                  <a:pt x="57150" y="180681"/>
                  <a:pt x="64750" y="181040"/>
                </a:cubicBezTo>
                <a:lnTo>
                  <a:pt x="64750" y="183128"/>
                </a:lnTo>
                <a:cubicBezTo>
                  <a:pt x="64750" y="191022"/>
                  <a:pt x="71144" y="197448"/>
                  <a:pt x="79038" y="197448"/>
                </a:cubicBezTo>
                <a:lnTo>
                  <a:pt x="79136" y="197448"/>
                </a:lnTo>
                <a:cubicBezTo>
                  <a:pt x="80538" y="203907"/>
                  <a:pt x="86280" y="208767"/>
                  <a:pt x="93130" y="208767"/>
                </a:cubicBezTo>
                <a:cubicBezTo>
                  <a:pt x="97696" y="208767"/>
                  <a:pt x="101774" y="206614"/>
                  <a:pt x="104384" y="203287"/>
                </a:cubicBezTo>
                <a:cubicBezTo>
                  <a:pt x="106993" y="206614"/>
                  <a:pt x="111071" y="208767"/>
                  <a:pt x="115637" y="208767"/>
                </a:cubicBezTo>
                <a:cubicBezTo>
                  <a:pt x="122488" y="208767"/>
                  <a:pt x="128229" y="203907"/>
                  <a:pt x="129631" y="197448"/>
                </a:cubicBezTo>
                <a:cubicBezTo>
                  <a:pt x="130969" y="197448"/>
                  <a:pt x="132371" y="197252"/>
                  <a:pt x="133644" y="196894"/>
                </a:cubicBezTo>
                <a:cubicBezTo>
                  <a:pt x="137135" y="195909"/>
                  <a:pt x="136013" y="190884"/>
                  <a:pt x="132900" y="190884"/>
                </a:cubicBezTo>
                <a:cubicBezTo>
                  <a:pt x="132610" y="190884"/>
                  <a:pt x="132302" y="190927"/>
                  <a:pt x="131980" y="191022"/>
                </a:cubicBezTo>
                <a:cubicBezTo>
                  <a:pt x="131273" y="191223"/>
                  <a:pt x="130560" y="191317"/>
                  <a:pt x="129855" y="191317"/>
                </a:cubicBezTo>
                <a:cubicBezTo>
                  <a:pt x="125524" y="191317"/>
                  <a:pt x="121542" y="187730"/>
                  <a:pt x="121542" y="183128"/>
                </a:cubicBezTo>
                <a:cubicBezTo>
                  <a:pt x="121542" y="181154"/>
                  <a:pt x="120008" y="180168"/>
                  <a:pt x="118475" y="180168"/>
                </a:cubicBezTo>
                <a:cubicBezTo>
                  <a:pt x="116942" y="180168"/>
                  <a:pt x="115409" y="181154"/>
                  <a:pt x="115409" y="183128"/>
                </a:cubicBezTo>
                <a:cubicBezTo>
                  <a:pt x="115409" y="188869"/>
                  <a:pt x="118802" y="193795"/>
                  <a:pt x="123662" y="196078"/>
                </a:cubicBezTo>
                <a:cubicBezTo>
                  <a:pt x="122879" y="199829"/>
                  <a:pt x="119584" y="202635"/>
                  <a:pt x="115637" y="202635"/>
                </a:cubicBezTo>
                <a:cubicBezTo>
                  <a:pt x="111169" y="202635"/>
                  <a:pt x="107515" y="199079"/>
                  <a:pt x="107450" y="194610"/>
                </a:cubicBezTo>
                <a:cubicBezTo>
                  <a:pt x="107450" y="194577"/>
                  <a:pt x="107450" y="194512"/>
                  <a:pt x="107450" y="194447"/>
                </a:cubicBezTo>
                <a:lnTo>
                  <a:pt x="107450" y="126206"/>
                </a:lnTo>
                <a:cubicBezTo>
                  <a:pt x="107450" y="126141"/>
                  <a:pt x="107450" y="126108"/>
                  <a:pt x="107450" y="126043"/>
                </a:cubicBezTo>
                <a:cubicBezTo>
                  <a:pt x="107515" y="121607"/>
                  <a:pt x="111169" y="118019"/>
                  <a:pt x="115637" y="118019"/>
                </a:cubicBezTo>
                <a:cubicBezTo>
                  <a:pt x="119584" y="118019"/>
                  <a:pt x="122879" y="120824"/>
                  <a:pt x="123662" y="124575"/>
                </a:cubicBezTo>
                <a:cubicBezTo>
                  <a:pt x="121379" y="125619"/>
                  <a:pt x="119389" y="127283"/>
                  <a:pt x="117921" y="129403"/>
                </a:cubicBezTo>
                <a:cubicBezTo>
                  <a:pt x="116346" y="131706"/>
                  <a:pt x="118531" y="134145"/>
                  <a:pt x="120692" y="134145"/>
                </a:cubicBezTo>
                <a:cubicBezTo>
                  <a:pt x="121531" y="134145"/>
                  <a:pt x="122366" y="133778"/>
                  <a:pt x="122977" y="132893"/>
                </a:cubicBezTo>
                <a:cubicBezTo>
                  <a:pt x="124445" y="130740"/>
                  <a:pt x="127120" y="129338"/>
                  <a:pt x="129729" y="129338"/>
                </a:cubicBezTo>
                <a:cubicBezTo>
                  <a:pt x="135275" y="129338"/>
                  <a:pt x="138439" y="134459"/>
                  <a:pt x="137917" y="139548"/>
                </a:cubicBezTo>
                <a:cubicBezTo>
                  <a:pt x="134753" y="141374"/>
                  <a:pt x="132632" y="144995"/>
                  <a:pt x="132632" y="148649"/>
                </a:cubicBezTo>
                <a:cubicBezTo>
                  <a:pt x="132632" y="151063"/>
                  <a:pt x="130643" y="153052"/>
                  <a:pt x="128229" y="153052"/>
                </a:cubicBezTo>
                <a:cubicBezTo>
                  <a:pt x="124249" y="153052"/>
                  <a:pt x="124249" y="159185"/>
                  <a:pt x="128229" y="159185"/>
                </a:cubicBezTo>
                <a:cubicBezTo>
                  <a:pt x="133872" y="159185"/>
                  <a:pt x="138504" y="154683"/>
                  <a:pt x="138732" y="149073"/>
                </a:cubicBezTo>
                <a:cubicBezTo>
                  <a:pt x="139189" y="145778"/>
                  <a:pt x="140624" y="144702"/>
                  <a:pt x="143691" y="144180"/>
                </a:cubicBezTo>
                <a:cubicBezTo>
                  <a:pt x="148062" y="144343"/>
                  <a:pt x="151585" y="147964"/>
                  <a:pt x="151585" y="152367"/>
                </a:cubicBezTo>
                <a:lnTo>
                  <a:pt x="151585" y="166720"/>
                </a:lnTo>
                <a:cubicBezTo>
                  <a:pt x="151585" y="171026"/>
                  <a:pt x="148257" y="174582"/>
                  <a:pt x="144017" y="174908"/>
                </a:cubicBezTo>
                <a:lnTo>
                  <a:pt x="144017" y="172526"/>
                </a:lnTo>
                <a:cubicBezTo>
                  <a:pt x="144017" y="170553"/>
                  <a:pt x="142492" y="169566"/>
                  <a:pt x="140967" y="169566"/>
                </a:cubicBezTo>
                <a:cubicBezTo>
                  <a:pt x="139442" y="169566"/>
                  <a:pt x="137917" y="170553"/>
                  <a:pt x="137917" y="172526"/>
                </a:cubicBezTo>
                <a:lnTo>
                  <a:pt x="137917" y="181954"/>
                </a:lnTo>
                <a:cubicBezTo>
                  <a:pt x="137917" y="183927"/>
                  <a:pt x="139442" y="184914"/>
                  <a:pt x="140967" y="184914"/>
                </a:cubicBezTo>
                <a:cubicBezTo>
                  <a:pt x="142492" y="184914"/>
                  <a:pt x="144017" y="183927"/>
                  <a:pt x="144017" y="181954"/>
                </a:cubicBezTo>
                <a:lnTo>
                  <a:pt x="144017" y="181040"/>
                </a:lnTo>
                <a:cubicBezTo>
                  <a:pt x="151617" y="180681"/>
                  <a:pt x="157717" y="174418"/>
                  <a:pt x="157717" y="166720"/>
                </a:cubicBezTo>
                <a:lnTo>
                  <a:pt x="157717" y="152367"/>
                </a:lnTo>
                <a:cubicBezTo>
                  <a:pt x="157717" y="144702"/>
                  <a:pt x="151617" y="138406"/>
                  <a:pt x="144017" y="138080"/>
                </a:cubicBezTo>
                <a:cubicBezTo>
                  <a:pt x="144114" y="130074"/>
                  <a:pt x="137816" y="123205"/>
                  <a:pt x="129689" y="123205"/>
                </a:cubicBezTo>
                <a:cubicBezTo>
                  <a:pt x="129670" y="123205"/>
                  <a:pt x="129651" y="123205"/>
                  <a:pt x="129631" y="123205"/>
                </a:cubicBezTo>
                <a:cubicBezTo>
                  <a:pt x="128490" y="117856"/>
                  <a:pt x="124347" y="113615"/>
                  <a:pt x="119063" y="112310"/>
                </a:cubicBezTo>
                <a:lnTo>
                  <a:pt x="119063" y="96946"/>
                </a:lnTo>
                <a:lnTo>
                  <a:pt x="139417" y="96946"/>
                </a:lnTo>
                <a:lnTo>
                  <a:pt x="139417" y="103242"/>
                </a:lnTo>
                <a:cubicBezTo>
                  <a:pt x="139417" y="108885"/>
                  <a:pt x="143984" y="113485"/>
                  <a:pt x="149627" y="113485"/>
                </a:cubicBezTo>
                <a:lnTo>
                  <a:pt x="198524" y="113485"/>
                </a:lnTo>
                <a:cubicBezTo>
                  <a:pt x="200808" y="113485"/>
                  <a:pt x="202635" y="115311"/>
                  <a:pt x="202635" y="117595"/>
                </a:cubicBezTo>
                <a:lnTo>
                  <a:pt x="202635" y="129468"/>
                </a:lnTo>
                <a:lnTo>
                  <a:pt x="191413" y="129468"/>
                </a:lnTo>
                <a:cubicBezTo>
                  <a:pt x="190076" y="124999"/>
                  <a:pt x="185933" y="121705"/>
                  <a:pt x="181040" y="121705"/>
                </a:cubicBezTo>
                <a:cubicBezTo>
                  <a:pt x="175071" y="121705"/>
                  <a:pt x="170243" y="126565"/>
                  <a:pt x="170243" y="132535"/>
                </a:cubicBezTo>
                <a:cubicBezTo>
                  <a:pt x="170243" y="138471"/>
                  <a:pt x="175071" y="143332"/>
                  <a:pt x="181040" y="143332"/>
                </a:cubicBezTo>
                <a:cubicBezTo>
                  <a:pt x="185933" y="143332"/>
                  <a:pt x="190076" y="140037"/>
                  <a:pt x="191413" y="135568"/>
                </a:cubicBezTo>
                <a:lnTo>
                  <a:pt x="202635" y="135568"/>
                </a:lnTo>
                <a:lnTo>
                  <a:pt x="202635" y="153411"/>
                </a:lnTo>
                <a:cubicBezTo>
                  <a:pt x="202635" y="155662"/>
                  <a:pt x="200808" y="157521"/>
                  <a:pt x="198524" y="157521"/>
                </a:cubicBezTo>
                <a:lnTo>
                  <a:pt x="186488" y="157521"/>
                </a:lnTo>
                <a:cubicBezTo>
                  <a:pt x="185150" y="153085"/>
                  <a:pt x="181008" y="149856"/>
                  <a:pt x="176147" y="149856"/>
                </a:cubicBezTo>
                <a:cubicBezTo>
                  <a:pt x="170178" y="149856"/>
                  <a:pt x="165350" y="154683"/>
                  <a:pt x="165350" y="160653"/>
                </a:cubicBezTo>
                <a:cubicBezTo>
                  <a:pt x="165350" y="166622"/>
                  <a:pt x="170178" y="171450"/>
                  <a:pt x="176147" y="171450"/>
                </a:cubicBezTo>
                <a:cubicBezTo>
                  <a:pt x="181073" y="171450"/>
                  <a:pt x="185248" y="168155"/>
                  <a:pt x="186520" y="163621"/>
                </a:cubicBezTo>
                <a:lnTo>
                  <a:pt x="198524" y="163621"/>
                </a:lnTo>
                <a:cubicBezTo>
                  <a:pt x="204168" y="163621"/>
                  <a:pt x="208767" y="159054"/>
                  <a:pt x="208767" y="153411"/>
                </a:cubicBezTo>
                <a:lnTo>
                  <a:pt x="208767" y="117595"/>
                </a:lnTo>
                <a:cubicBezTo>
                  <a:pt x="208767" y="111951"/>
                  <a:pt x="204168" y="107352"/>
                  <a:pt x="198524" y="107352"/>
                </a:cubicBezTo>
                <a:lnTo>
                  <a:pt x="149627" y="107352"/>
                </a:lnTo>
                <a:cubicBezTo>
                  <a:pt x="147377" y="107352"/>
                  <a:pt x="145517" y="105525"/>
                  <a:pt x="145517" y="103242"/>
                </a:cubicBezTo>
                <a:lnTo>
                  <a:pt x="145517" y="96946"/>
                </a:lnTo>
                <a:lnTo>
                  <a:pt x="149725" y="96946"/>
                </a:lnTo>
                <a:cubicBezTo>
                  <a:pt x="166296" y="96946"/>
                  <a:pt x="179801" y="83442"/>
                  <a:pt x="179801" y="66838"/>
                </a:cubicBezTo>
                <a:cubicBezTo>
                  <a:pt x="179801" y="50267"/>
                  <a:pt x="166296" y="36763"/>
                  <a:pt x="149725" y="36763"/>
                </a:cubicBezTo>
                <a:cubicBezTo>
                  <a:pt x="149366" y="36763"/>
                  <a:pt x="146267" y="36697"/>
                  <a:pt x="143919" y="36665"/>
                </a:cubicBezTo>
                <a:cubicBezTo>
                  <a:pt x="142386" y="16179"/>
                  <a:pt x="125228" y="0"/>
                  <a:pt x="1043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8" name="Google Shape;2348;p164"/>
          <p:cNvGrpSpPr/>
          <p:nvPr/>
        </p:nvGrpSpPr>
        <p:grpSpPr>
          <a:xfrm>
            <a:off x="5428685" y="3304891"/>
            <a:ext cx="454070" cy="454070"/>
            <a:chOff x="1190625" y="238125"/>
            <a:chExt cx="5219200" cy="5219200"/>
          </a:xfrm>
        </p:grpSpPr>
        <p:sp>
          <p:nvSpPr>
            <p:cNvPr id="2349" name="Google Shape;2349;p164"/>
            <p:cNvSpPr/>
            <p:nvPr/>
          </p:nvSpPr>
          <p:spPr>
            <a:xfrm>
              <a:off x="1190625" y="238125"/>
              <a:ext cx="5219200" cy="5219200"/>
            </a:xfrm>
            <a:custGeom>
              <a:rect b="b" l="l" r="r" t="t"/>
              <a:pathLst>
                <a:path extrusionOk="0" h="208768" w="208768">
                  <a:moveTo>
                    <a:pt x="8122" y="6190"/>
                  </a:moveTo>
                  <a:cubicBezTo>
                    <a:pt x="9117" y="6190"/>
                    <a:pt x="10112" y="6834"/>
                    <a:pt x="10112" y="8122"/>
                  </a:cubicBezTo>
                  <a:lnTo>
                    <a:pt x="10112" y="24432"/>
                  </a:lnTo>
                  <a:cubicBezTo>
                    <a:pt x="10112" y="31608"/>
                    <a:pt x="16112" y="37451"/>
                    <a:pt x="23195" y="37451"/>
                  </a:cubicBezTo>
                  <a:cubicBezTo>
                    <a:pt x="23292" y="37451"/>
                    <a:pt x="23389" y="37450"/>
                    <a:pt x="23486" y="37448"/>
                  </a:cubicBezTo>
                  <a:cubicBezTo>
                    <a:pt x="30434" y="37219"/>
                    <a:pt x="36110" y="31315"/>
                    <a:pt x="36110" y="24237"/>
                  </a:cubicBezTo>
                  <a:lnTo>
                    <a:pt x="36110" y="21594"/>
                  </a:lnTo>
                  <a:cubicBezTo>
                    <a:pt x="36110" y="20306"/>
                    <a:pt x="37105" y="19662"/>
                    <a:pt x="38100" y="19662"/>
                  </a:cubicBezTo>
                  <a:cubicBezTo>
                    <a:pt x="39095" y="19662"/>
                    <a:pt x="40090" y="20306"/>
                    <a:pt x="40090" y="21594"/>
                  </a:cubicBezTo>
                  <a:lnTo>
                    <a:pt x="40090" y="24139"/>
                  </a:lnTo>
                  <a:cubicBezTo>
                    <a:pt x="40090" y="33533"/>
                    <a:pt x="32587" y="41297"/>
                    <a:pt x="23356" y="41427"/>
                  </a:cubicBezTo>
                  <a:cubicBezTo>
                    <a:pt x="23279" y="41428"/>
                    <a:pt x="23202" y="41429"/>
                    <a:pt x="23125" y="41429"/>
                  </a:cubicBezTo>
                  <a:cubicBezTo>
                    <a:pt x="13928" y="41429"/>
                    <a:pt x="6100" y="33717"/>
                    <a:pt x="6133" y="24432"/>
                  </a:cubicBezTo>
                  <a:lnTo>
                    <a:pt x="6133" y="8122"/>
                  </a:lnTo>
                  <a:cubicBezTo>
                    <a:pt x="6133" y="6834"/>
                    <a:pt x="7127" y="6190"/>
                    <a:pt x="8122" y="6190"/>
                  </a:cubicBezTo>
                  <a:close/>
                  <a:moveTo>
                    <a:pt x="104384" y="60934"/>
                  </a:moveTo>
                  <a:cubicBezTo>
                    <a:pt x="119258" y="60934"/>
                    <a:pt x="131360" y="73003"/>
                    <a:pt x="131360" y="87878"/>
                  </a:cubicBezTo>
                  <a:lnTo>
                    <a:pt x="131360" y="91466"/>
                  </a:lnTo>
                  <a:lnTo>
                    <a:pt x="77440" y="91466"/>
                  </a:lnTo>
                  <a:lnTo>
                    <a:pt x="77440" y="87878"/>
                  </a:lnTo>
                  <a:cubicBezTo>
                    <a:pt x="77440" y="73003"/>
                    <a:pt x="89509" y="60934"/>
                    <a:pt x="104384" y="60934"/>
                  </a:cubicBezTo>
                  <a:close/>
                  <a:moveTo>
                    <a:pt x="104384" y="40220"/>
                  </a:moveTo>
                  <a:cubicBezTo>
                    <a:pt x="130447" y="40220"/>
                    <a:pt x="151650" y="61423"/>
                    <a:pt x="151650" y="87486"/>
                  </a:cubicBezTo>
                  <a:lnTo>
                    <a:pt x="151650" y="91466"/>
                  </a:lnTo>
                  <a:lnTo>
                    <a:pt x="137460" y="91466"/>
                  </a:lnTo>
                  <a:lnTo>
                    <a:pt x="137460" y="87878"/>
                  </a:lnTo>
                  <a:cubicBezTo>
                    <a:pt x="137460" y="69643"/>
                    <a:pt x="122618" y="54801"/>
                    <a:pt x="104384" y="54801"/>
                  </a:cubicBezTo>
                  <a:cubicBezTo>
                    <a:pt x="86149" y="54801"/>
                    <a:pt x="71307" y="69643"/>
                    <a:pt x="71307" y="87878"/>
                  </a:cubicBezTo>
                  <a:lnTo>
                    <a:pt x="71307" y="91466"/>
                  </a:lnTo>
                  <a:lnTo>
                    <a:pt x="57117" y="91466"/>
                  </a:lnTo>
                  <a:lnTo>
                    <a:pt x="57117" y="87486"/>
                  </a:lnTo>
                  <a:cubicBezTo>
                    <a:pt x="57117" y="61423"/>
                    <a:pt x="78320" y="40220"/>
                    <a:pt x="104384" y="40220"/>
                  </a:cubicBezTo>
                  <a:close/>
                  <a:moveTo>
                    <a:pt x="157782" y="110744"/>
                  </a:moveTo>
                  <a:cubicBezTo>
                    <a:pt x="160783" y="111951"/>
                    <a:pt x="162904" y="114887"/>
                    <a:pt x="162904" y="118312"/>
                  </a:cubicBezTo>
                  <a:lnTo>
                    <a:pt x="162904" y="118671"/>
                  </a:lnTo>
                  <a:cubicBezTo>
                    <a:pt x="162904" y="122129"/>
                    <a:pt x="160783" y="125065"/>
                    <a:pt x="157782" y="126271"/>
                  </a:cubicBezTo>
                  <a:lnTo>
                    <a:pt x="157782" y="110744"/>
                  </a:lnTo>
                  <a:close/>
                  <a:moveTo>
                    <a:pt x="50985" y="111136"/>
                  </a:moveTo>
                  <a:lnTo>
                    <a:pt x="50985" y="126696"/>
                  </a:lnTo>
                  <a:cubicBezTo>
                    <a:pt x="47984" y="125456"/>
                    <a:pt x="45864" y="122520"/>
                    <a:pt x="45864" y="119095"/>
                  </a:cubicBezTo>
                  <a:lnTo>
                    <a:pt x="45864" y="118736"/>
                  </a:lnTo>
                  <a:cubicBezTo>
                    <a:pt x="45864" y="115311"/>
                    <a:pt x="47984" y="112375"/>
                    <a:pt x="50985" y="111136"/>
                  </a:cubicBezTo>
                  <a:close/>
                  <a:moveTo>
                    <a:pt x="122846" y="192979"/>
                  </a:moveTo>
                  <a:lnTo>
                    <a:pt x="122846" y="195784"/>
                  </a:lnTo>
                  <a:cubicBezTo>
                    <a:pt x="122846" y="199568"/>
                    <a:pt x="119780" y="202667"/>
                    <a:pt x="115996" y="202667"/>
                  </a:cubicBezTo>
                  <a:lnTo>
                    <a:pt x="92771" y="202667"/>
                  </a:lnTo>
                  <a:cubicBezTo>
                    <a:pt x="88987" y="202667"/>
                    <a:pt x="85921" y="199568"/>
                    <a:pt x="85921" y="195784"/>
                  </a:cubicBezTo>
                  <a:lnTo>
                    <a:pt x="85921" y="192979"/>
                  </a:lnTo>
                  <a:close/>
                  <a:moveTo>
                    <a:pt x="200645" y="0"/>
                  </a:moveTo>
                  <a:cubicBezTo>
                    <a:pt x="196176" y="0"/>
                    <a:pt x="192555" y="3653"/>
                    <a:pt x="192555" y="8122"/>
                  </a:cubicBezTo>
                  <a:lnTo>
                    <a:pt x="192555" y="24432"/>
                  </a:lnTo>
                  <a:cubicBezTo>
                    <a:pt x="192555" y="28173"/>
                    <a:pt x="189421" y="31319"/>
                    <a:pt x="185671" y="31319"/>
                  </a:cubicBezTo>
                  <a:cubicBezTo>
                    <a:pt x="185596" y="31319"/>
                    <a:pt x="185520" y="31318"/>
                    <a:pt x="185444" y="31315"/>
                  </a:cubicBezTo>
                  <a:cubicBezTo>
                    <a:pt x="181791" y="31217"/>
                    <a:pt x="178789" y="28020"/>
                    <a:pt x="178789" y="24237"/>
                  </a:cubicBezTo>
                  <a:lnTo>
                    <a:pt x="178789" y="21594"/>
                  </a:lnTo>
                  <a:cubicBezTo>
                    <a:pt x="178789" y="16387"/>
                    <a:pt x="174730" y="13778"/>
                    <a:pt x="170674" y="13778"/>
                  </a:cubicBezTo>
                  <a:cubicBezTo>
                    <a:pt x="166624" y="13778"/>
                    <a:pt x="162577" y="16379"/>
                    <a:pt x="162577" y="21594"/>
                  </a:cubicBezTo>
                  <a:lnTo>
                    <a:pt x="162577" y="24139"/>
                  </a:lnTo>
                  <a:cubicBezTo>
                    <a:pt x="162577" y="35751"/>
                    <a:pt x="171059" y="45505"/>
                    <a:pt x="182084" y="47266"/>
                  </a:cubicBezTo>
                  <a:lnTo>
                    <a:pt x="182084" y="104645"/>
                  </a:lnTo>
                  <a:cubicBezTo>
                    <a:pt x="182084" y="111900"/>
                    <a:pt x="175837" y="115647"/>
                    <a:pt x="169321" y="115647"/>
                  </a:cubicBezTo>
                  <a:cubicBezTo>
                    <a:pt x="169128" y="115647"/>
                    <a:pt x="168936" y="115644"/>
                    <a:pt x="168743" y="115637"/>
                  </a:cubicBezTo>
                  <a:cubicBezTo>
                    <a:pt x="167699" y="110027"/>
                    <a:pt x="163328" y="105591"/>
                    <a:pt x="157782" y="104351"/>
                  </a:cubicBezTo>
                  <a:lnTo>
                    <a:pt x="157782" y="87486"/>
                  </a:lnTo>
                  <a:cubicBezTo>
                    <a:pt x="157782" y="58063"/>
                    <a:pt x="133839" y="34120"/>
                    <a:pt x="104384" y="34120"/>
                  </a:cubicBezTo>
                  <a:cubicBezTo>
                    <a:pt x="74960" y="34120"/>
                    <a:pt x="50985" y="58063"/>
                    <a:pt x="50985" y="87486"/>
                  </a:cubicBezTo>
                  <a:lnTo>
                    <a:pt x="50985" y="104775"/>
                  </a:lnTo>
                  <a:cubicBezTo>
                    <a:pt x="45570" y="105949"/>
                    <a:pt x="41297" y="110223"/>
                    <a:pt x="40090" y="115637"/>
                  </a:cubicBezTo>
                  <a:cubicBezTo>
                    <a:pt x="39895" y="115644"/>
                    <a:pt x="39701" y="115647"/>
                    <a:pt x="39507" y="115647"/>
                  </a:cubicBezTo>
                  <a:cubicBezTo>
                    <a:pt x="32989" y="115647"/>
                    <a:pt x="26683" y="111930"/>
                    <a:pt x="26683" y="104645"/>
                  </a:cubicBezTo>
                  <a:lnTo>
                    <a:pt x="26683" y="47266"/>
                  </a:lnTo>
                  <a:cubicBezTo>
                    <a:pt x="37709" y="45505"/>
                    <a:pt x="46190" y="35751"/>
                    <a:pt x="46190" y="24139"/>
                  </a:cubicBezTo>
                  <a:lnTo>
                    <a:pt x="46190" y="21594"/>
                  </a:lnTo>
                  <a:cubicBezTo>
                    <a:pt x="46190" y="16387"/>
                    <a:pt x="42130" y="13778"/>
                    <a:pt x="38074" y="13778"/>
                  </a:cubicBezTo>
                  <a:cubicBezTo>
                    <a:pt x="34024" y="13778"/>
                    <a:pt x="29978" y="16379"/>
                    <a:pt x="29978" y="21594"/>
                  </a:cubicBezTo>
                  <a:lnTo>
                    <a:pt x="29978" y="24237"/>
                  </a:lnTo>
                  <a:cubicBezTo>
                    <a:pt x="29978" y="28020"/>
                    <a:pt x="26977" y="31217"/>
                    <a:pt x="23323" y="31315"/>
                  </a:cubicBezTo>
                  <a:cubicBezTo>
                    <a:pt x="23246" y="31318"/>
                    <a:pt x="23170" y="31319"/>
                    <a:pt x="23093" y="31319"/>
                  </a:cubicBezTo>
                  <a:cubicBezTo>
                    <a:pt x="19345" y="31319"/>
                    <a:pt x="16212" y="28205"/>
                    <a:pt x="16212" y="24432"/>
                  </a:cubicBezTo>
                  <a:lnTo>
                    <a:pt x="16212" y="8122"/>
                  </a:lnTo>
                  <a:cubicBezTo>
                    <a:pt x="16212" y="2903"/>
                    <a:pt x="12159" y="294"/>
                    <a:pt x="8106" y="294"/>
                  </a:cubicBezTo>
                  <a:cubicBezTo>
                    <a:pt x="4053" y="294"/>
                    <a:pt x="0" y="2903"/>
                    <a:pt x="0" y="8122"/>
                  </a:cubicBezTo>
                  <a:lnTo>
                    <a:pt x="0" y="24432"/>
                  </a:lnTo>
                  <a:cubicBezTo>
                    <a:pt x="0" y="36045"/>
                    <a:pt x="9036" y="46157"/>
                    <a:pt x="20583" y="47397"/>
                  </a:cubicBezTo>
                  <a:lnTo>
                    <a:pt x="20583" y="104645"/>
                  </a:lnTo>
                  <a:cubicBezTo>
                    <a:pt x="20583" y="115241"/>
                    <a:pt x="29515" y="121747"/>
                    <a:pt x="39342" y="121747"/>
                  </a:cubicBezTo>
                  <a:cubicBezTo>
                    <a:pt x="39559" y="121747"/>
                    <a:pt x="39775" y="121744"/>
                    <a:pt x="39992" y="121737"/>
                  </a:cubicBezTo>
                  <a:cubicBezTo>
                    <a:pt x="41068" y="127381"/>
                    <a:pt x="45439" y="131849"/>
                    <a:pt x="50985" y="133056"/>
                  </a:cubicBezTo>
                  <a:lnTo>
                    <a:pt x="50985" y="143397"/>
                  </a:lnTo>
                  <a:cubicBezTo>
                    <a:pt x="50985" y="145387"/>
                    <a:pt x="52518" y="146382"/>
                    <a:pt x="54051" y="146382"/>
                  </a:cubicBezTo>
                  <a:cubicBezTo>
                    <a:pt x="55584" y="146382"/>
                    <a:pt x="57117" y="145387"/>
                    <a:pt x="57117" y="143397"/>
                  </a:cubicBezTo>
                  <a:lnTo>
                    <a:pt x="57117" y="97566"/>
                  </a:lnTo>
                  <a:lnTo>
                    <a:pt x="151650" y="97566"/>
                  </a:lnTo>
                  <a:lnTo>
                    <a:pt x="151650" y="107091"/>
                  </a:lnTo>
                  <a:lnTo>
                    <a:pt x="151650" y="129925"/>
                  </a:lnTo>
                  <a:lnTo>
                    <a:pt x="151650" y="165742"/>
                  </a:lnTo>
                  <a:cubicBezTo>
                    <a:pt x="151650" y="177387"/>
                    <a:pt x="142190" y="186847"/>
                    <a:pt x="130545" y="186847"/>
                  </a:cubicBezTo>
                  <a:lnTo>
                    <a:pt x="78222" y="186847"/>
                  </a:lnTo>
                  <a:cubicBezTo>
                    <a:pt x="66577" y="186847"/>
                    <a:pt x="57117" y="177387"/>
                    <a:pt x="57117" y="165742"/>
                  </a:cubicBezTo>
                  <a:lnTo>
                    <a:pt x="57117" y="159674"/>
                  </a:lnTo>
                  <a:cubicBezTo>
                    <a:pt x="57117" y="157701"/>
                    <a:pt x="55584" y="156714"/>
                    <a:pt x="54051" y="156714"/>
                  </a:cubicBezTo>
                  <a:cubicBezTo>
                    <a:pt x="52518" y="156714"/>
                    <a:pt x="50985" y="157701"/>
                    <a:pt x="50985" y="159674"/>
                  </a:cubicBezTo>
                  <a:lnTo>
                    <a:pt x="50985" y="165742"/>
                  </a:lnTo>
                  <a:cubicBezTo>
                    <a:pt x="50985" y="181162"/>
                    <a:pt x="63966" y="192990"/>
                    <a:pt x="79028" y="192990"/>
                  </a:cubicBezTo>
                  <a:cubicBezTo>
                    <a:pt x="79291" y="192990"/>
                    <a:pt x="79556" y="192986"/>
                    <a:pt x="79821" y="192979"/>
                  </a:cubicBezTo>
                  <a:lnTo>
                    <a:pt x="79821" y="195784"/>
                  </a:lnTo>
                  <a:cubicBezTo>
                    <a:pt x="79821" y="202961"/>
                    <a:pt x="85627" y="208767"/>
                    <a:pt x="92771" y="208767"/>
                  </a:cubicBezTo>
                  <a:lnTo>
                    <a:pt x="115996" y="208767"/>
                  </a:lnTo>
                  <a:cubicBezTo>
                    <a:pt x="123140" y="208767"/>
                    <a:pt x="128979" y="202961"/>
                    <a:pt x="128979" y="195784"/>
                  </a:cubicBezTo>
                  <a:lnTo>
                    <a:pt x="128979" y="192979"/>
                  </a:lnTo>
                  <a:cubicBezTo>
                    <a:pt x="129225" y="192985"/>
                    <a:pt x="129470" y="192988"/>
                    <a:pt x="129715" y="192988"/>
                  </a:cubicBezTo>
                  <a:cubicBezTo>
                    <a:pt x="144770" y="192988"/>
                    <a:pt x="157782" y="181213"/>
                    <a:pt x="157782" y="165742"/>
                  </a:cubicBezTo>
                  <a:lnTo>
                    <a:pt x="157782" y="132665"/>
                  </a:lnTo>
                  <a:cubicBezTo>
                    <a:pt x="163197" y="131458"/>
                    <a:pt x="167503" y="127185"/>
                    <a:pt x="168677" y="121737"/>
                  </a:cubicBezTo>
                  <a:cubicBezTo>
                    <a:pt x="168853" y="121741"/>
                    <a:pt x="169028" y="121743"/>
                    <a:pt x="169203" y="121743"/>
                  </a:cubicBezTo>
                  <a:cubicBezTo>
                    <a:pt x="179143" y="121743"/>
                    <a:pt x="188184" y="115383"/>
                    <a:pt x="188184" y="104645"/>
                  </a:cubicBezTo>
                  <a:lnTo>
                    <a:pt x="188184" y="47397"/>
                  </a:lnTo>
                  <a:cubicBezTo>
                    <a:pt x="191087" y="47070"/>
                    <a:pt x="193925" y="46222"/>
                    <a:pt x="196502" y="44852"/>
                  </a:cubicBezTo>
                  <a:cubicBezTo>
                    <a:pt x="199493" y="43259"/>
                    <a:pt x="197813" y="39054"/>
                    <a:pt x="195074" y="39054"/>
                  </a:cubicBezTo>
                  <a:cubicBezTo>
                    <a:pt x="194617" y="39054"/>
                    <a:pt x="194131" y="39171"/>
                    <a:pt x="193632" y="39437"/>
                  </a:cubicBezTo>
                  <a:cubicBezTo>
                    <a:pt x="191177" y="40744"/>
                    <a:pt x="188411" y="41428"/>
                    <a:pt x="185607" y="41428"/>
                  </a:cubicBezTo>
                  <a:cubicBezTo>
                    <a:pt x="185542" y="41428"/>
                    <a:pt x="185477" y="41428"/>
                    <a:pt x="185411" y="41427"/>
                  </a:cubicBezTo>
                  <a:cubicBezTo>
                    <a:pt x="176180" y="41297"/>
                    <a:pt x="168677" y="33533"/>
                    <a:pt x="168677" y="24139"/>
                  </a:cubicBezTo>
                  <a:lnTo>
                    <a:pt x="168677" y="21594"/>
                  </a:lnTo>
                  <a:cubicBezTo>
                    <a:pt x="168677" y="20306"/>
                    <a:pt x="169672" y="19662"/>
                    <a:pt x="170667" y="19662"/>
                  </a:cubicBezTo>
                  <a:cubicBezTo>
                    <a:pt x="171662" y="19662"/>
                    <a:pt x="172657" y="20306"/>
                    <a:pt x="172657" y="21594"/>
                  </a:cubicBezTo>
                  <a:lnTo>
                    <a:pt x="172657" y="24237"/>
                  </a:lnTo>
                  <a:cubicBezTo>
                    <a:pt x="172657" y="31315"/>
                    <a:pt x="178333" y="37219"/>
                    <a:pt x="185281" y="37448"/>
                  </a:cubicBezTo>
                  <a:cubicBezTo>
                    <a:pt x="185396" y="37451"/>
                    <a:pt x="185511" y="37452"/>
                    <a:pt x="185625" y="37452"/>
                  </a:cubicBezTo>
                  <a:cubicBezTo>
                    <a:pt x="192685" y="37452"/>
                    <a:pt x="198655" y="31558"/>
                    <a:pt x="198655" y="24432"/>
                  </a:cubicBezTo>
                  <a:lnTo>
                    <a:pt x="198655" y="8122"/>
                  </a:lnTo>
                  <a:cubicBezTo>
                    <a:pt x="198655" y="6834"/>
                    <a:pt x="199658" y="6190"/>
                    <a:pt x="200661" y="6190"/>
                  </a:cubicBezTo>
                  <a:cubicBezTo>
                    <a:pt x="201664" y="6190"/>
                    <a:pt x="202667" y="6834"/>
                    <a:pt x="202667" y="8122"/>
                  </a:cubicBezTo>
                  <a:lnTo>
                    <a:pt x="202667" y="24432"/>
                  </a:lnTo>
                  <a:cubicBezTo>
                    <a:pt x="202667" y="26324"/>
                    <a:pt x="202341" y="28151"/>
                    <a:pt x="201754" y="29912"/>
                  </a:cubicBezTo>
                  <a:cubicBezTo>
                    <a:pt x="200939" y="32255"/>
                    <a:pt x="202897" y="33910"/>
                    <a:pt x="204792" y="33910"/>
                  </a:cubicBezTo>
                  <a:cubicBezTo>
                    <a:pt x="205932" y="33910"/>
                    <a:pt x="207050" y="33311"/>
                    <a:pt x="207528" y="31902"/>
                  </a:cubicBezTo>
                  <a:cubicBezTo>
                    <a:pt x="208343" y="29488"/>
                    <a:pt x="208767" y="26977"/>
                    <a:pt x="208767" y="24432"/>
                  </a:cubicBezTo>
                  <a:lnTo>
                    <a:pt x="208767" y="8122"/>
                  </a:lnTo>
                  <a:cubicBezTo>
                    <a:pt x="208767" y="3653"/>
                    <a:pt x="205114" y="0"/>
                    <a:pt x="200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64"/>
            <p:cNvSpPr/>
            <p:nvPr/>
          </p:nvSpPr>
          <p:spPr>
            <a:xfrm>
              <a:off x="3483800" y="2056675"/>
              <a:ext cx="153325" cy="358025"/>
            </a:xfrm>
            <a:custGeom>
              <a:rect b="b" l="l" r="r" t="t"/>
              <a:pathLst>
                <a:path extrusionOk="0" h="14321" w="6133">
                  <a:moveTo>
                    <a:pt x="3066" y="0"/>
                  </a:moveTo>
                  <a:cubicBezTo>
                    <a:pt x="1370" y="0"/>
                    <a:pt x="0" y="1370"/>
                    <a:pt x="0" y="3067"/>
                  </a:cubicBezTo>
                  <a:lnTo>
                    <a:pt x="0" y="11254"/>
                  </a:lnTo>
                  <a:cubicBezTo>
                    <a:pt x="0" y="12950"/>
                    <a:pt x="1370" y="14320"/>
                    <a:pt x="3066" y="14320"/>
                  </a:cubicBezTo>
                  <a:cubicBezTo>
                    <a:pt x="4763" y="14320"/>
                    <a:pt x="6133" y="12950"/>
                    <a:pt x="6133" y="11254"/>
                  </a:cubicBezTo>
                  <a:lnTo>
                    <a:pt x="6133" y="3067"/>
                  </a:lnTo>
                  <a:cubicBezTo>
                    <a:pt x="6133" y="1370"/>
                    <a:pt x="4763" y="0"/>
                    <a:pt x="30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64"/>
            <p:cNvSpPr/>
            <p:nvPr/>
          </p:nvSpPr>
          <p:spPr>
            <a:xfrm>
              <a:off x="3963300" y="2056675"/>
              <a:ext cx="153350" cy="358025"/>
            </a:xfrm>
            <a:custGeom>
              <a:rect b="b" l="l" r="r" t="t"/>
              <a:pathLst>
                <a:path extrusionOk="0" h="14321" w="6134">
                  <a:moveTo>
                    <a:pt x="3067" y="0"/>
                  </a:moveTo>
                  <a:cubicBezTo>
                    <a:pt x="1371" y="0"/>
                    <a:pt x="1" y="1370"/>
                    <a:pt x="1" y="3067"/>
                  </a:cubicBezTo>
                  <a:lnTo>
                    <a:pt x="1" y="11254"/>
                  </a:lnTo>
                  <a:cubicBezTo>
                    <a:pt x="1" y="12950"/>
                    <a:pt x="1371" y="14320"/>
                    <a:pt x="3067" y="14320"/>
                  </a:cubicBezTo>
                  <a:cubicBezTo>
                    <a:pt x="4763" y="14320"/>
                    <a:pt x="6133" y="12950"/>
                    <a:pt x="6133" y="11254"/>
                  </a:cubicBezTo>
                  <a:lnTo>
                    <a:pt x="6133" y="3067"/>
                  </a:lnTo>
                  <a:cubicBezTo>
                    <a:pt x="6133" y="1370"/>
                    <a:pt x="4763"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64"/>
            <p:cNvSpPr/>
            <p:nvPr/>
          </p:nvSpPr>
          <p:spPr>
            <a:xfrm>
              <a:off x="2872975" y="2938225"/>
              <a:ext cx="1208600" cy="1124600"/>
            </a:xfrm>
            <a:custGeom>
              <a:rect b="b" l="l" r="r" t="t"/>
              <a:pathLst>
                <a:path extrusionOk="0" h="44984" w="48344">
                  <a:moveTo>
                    <a:pt x="41885" y="6133"/>
                  </a:moveTo>
                  <a:cubicBezTo>
                    <a:pt x="42080" y="6133"/>
                    <a:pt x="42211" y="6263"/>
                    <a:pt x="42211" y="6459"/>
                  </a:cubicBezTo>
                  <a:lnTo>
                    <a:pt x="42211" y="38557"/>
                  </a:lnTo>
                  <a:cubicBezTo>
                    <a:pt x="42211" y="38720"/>
                    <a:pt x="42080" y="38883"/>
                    <a:pt x="41885" y="38883"/>
                  </a:cubicBezTo>
                  <a:lnTo>
                    <a:pt x="6460" y="38883"/>
                  </a:lnTo>
                  <a:cubicBezTo>
                    <a:pt x="6296" y="38883"/>
                    <a:pt x="6133" y="38720"/>
                    <a:pt x="6133" y="38557"/>
                  </a:cubicBezTo>
                  <a:lnTo>
                    <a:pt x="6133" y="6459"/>
                  </a:lnTo>
                  <a:cubicBezTo>
                    <a:pt x="6133" y="6263"/>
                    <a:pt x="6296" y="6133"/>
                    <a:pt x="6460" y="6133"/>
                  </a:cubicBezTo>
                  <a:close/>
                  <a:moveTo>
                    <a:pt x="6460" y="0"/>
                  </a:moveTo>
                  <a:cubicBezTo>
                    <a:pt x="2904" y="0"/>
                    <a:pt x="1" y="2904"/>
                    <a:pt x="1" y="6459"/>
                  </a:cubicBezTo>
                  <a:lnTo>
                    <a:pt x="1" y="38557"/>
                  </a:lnTo>
                  <a:cubicBezTo>
                    <a:pt x="1" y="42113"/>
                    <a:pt x="2904" y="44983"/>
                    <a:pt x="6460" y="44983"/>
                  </a:cubicBezTo>
                  <a:lnTo>
                    <a:pt x="41885" y="44983"/>
                  </a:lnTo>
                  <a:cubicBezTo>
                    <a:pt x="45440" y="44983"/>
                    <a:pt x="48343" y="42113"/>
                    <a:pt x="48343" y="38557"/>
                  </a:cubicBezTo>
                  <a:lnTo>
                    <a:pt x="48343" y="6459"/>
                  </a:lnTo>
                  <a:cubicBezTo>
                    <a:pt x="48343" y="2904"/>
                    <a:pt x="45440" y="0"/>
                    <a:pt x="418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64"/>
            <p:cNvSpPr/>
            <p:nvPr/>
          </p:nvSpPr>
          <p:spPr>
            <a:xfrm>
              <a:off x="4238950" y="3118450"/>
              <a:ext cx="197375" cy="153325"/>
            </a:xfrm>
            <a:custGeom>
              <a:rect b="b" l="l" r="r" t="t"/>
              <a:pathLst>
                <a:path extrusionOk="0" h="6133" w="7895">
                  <a:moveTo>
                    <a:pt x="3947" y="0"/>
                  </a:moveTo>
                  <a:cubicBezTo>
                    <a:pt x="0" y="0"/>
                    <a:pt x="0" y="6133"/>
                    <a:pt x="3947" y="6133"/>
                  </a:cubicBezTo>
                  <a:cubicBezTo>
                    <a:pt x="7894" y="6133"/>
                    <a:pt x="7894" y="0"/>
                    <a:pt x="39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64"/>
            <p:cNvSpPr/>
            <p:nvPr/>
          </p:nvSpPr>
          <p:spPr>
            <a:xfrm>
              <a:off x="4238950" y="3424250"/>
              <a:ext cx="197375" cy="153350"/>
            </a:xfrm>
            <a:custGeom>
              <a:rect b="b" l="l" r="r" t="t"/>
              <a:pathLst>
                <a:path extrusionOk="0" h="6134" w="7895">
                  <a:moveTo>
                    <a:pt x="3947" y="1"/>
                  </a:moveTo>
                  <a:cubicBezTo>
                    <a:pt x="0" y="1"/>
                    <a:pt x="0" y="6133"/>
                    <a:pt x="3947" y="6133"/>
                  </a:cubicBezTo>
                  <a:cubicBezTo>
                    <a:pt x="7894" y="6133"/>
                    <a:pt x="7894" y="1"/>
                    <a:pt x="39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64"/>
            <p:cNvSpPr/>
            <p:nvPr/>
          </p:nvSpPr>
          <p:spPr>
            <a:xfrm>
              <a:off x="4238950" y="3730075"/>
              <a:ext cx="197375" cy="153325"/>
            </a:xfrm>
            <a:custGeom>
              <a:rect b="b" l="l" r="r" t="t"/>
              <a:pathLst>
                <a:path extrusionOk="0" h="6133" w="7895">
                  <a:moveTo>
                    <a:pt x="3947" y="0"/>
                  </a:moveTo>
                  <a:cubicBezTo>
                    <a:pt x="0" y="0"/>
                    <a:pt x="0" y="6133"/>
                    <a:pt x="3947" y="6133"/>
                  </a:cubicBezTo>
                  <a:cubicBezTo>
                    <a:pt x="7894" y="6133"/>
                    <a:pt x="7894" y="0"/>
                    <a:pt x="39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64"/>
            <p:cNvSpPr/>
            <p:nvPr/>
          </p:nvSpPr>
          <p:spPr>
            <a:xfrm>
              <a:off x="4554525" y="3118450"/>
              <a:ext cx="197375" cy="153325"/>
            </a:xfrm>
            <a:custGeom>
              <a:rect b="b" l="l" r="r" t="t"/>
              <a:pathLst>
                <a:path extrusionOk="0" h="6133" w="7895">
                  <a:moveTo>
                    <a:pt x="3948" y="0"/>
                  </a:moveTo>
                  <a:cubicBezTo>
                    <a:pt x="1" y="0"/>
                    <a:pt x="1" y="6133"/>
                    <a:pt x="3948" y="6133"/>
                  </a:cubicBezTo>
                  <a:cubicBezTo>
                    <a:pt x="7895" y="6133"/>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64"/>
            <p:cNvSpPr/>
            <p:nvPr/>
          </p:nvSpPr>
          <p:spPr>
            <a:xfrm>
              <a:off x="4554525" y="3424250"/>
              <a:ext cx="197375" cy="153350"/>
            </a:xfrm>
            <a:custGeom>
              <a:rect b="b" l="l" r="r" t="t"/>
              <a:pathLst>
                <a:path extrusionOk="0" h="6134" w="7895">
                  <a:moveTo>
                    <a:pt x="3948" y="1"/>
                  </a:moveTo>
                  <a:cubicBezTo>
                    <a:pt x="1" y="1"/>
                    <a:pt x="1" y="6133"/>
                    <a:pt x="3948" y="6133"/>
                  </a:cubicBezTo>
                  <a:cubicBezTo>
                    <a:pt x="7895" y="6133"/>
                    <a:pt x="7895" y="1"/>
                    <a:pt x="39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64"/>
            <p:cNvSpPr/>
            <p:nvPr/>
          </p:nvSpPr>
          <p:spPr>
            <a:xfrm>
              <a:off x="4554525" y="3730075"/>
              <a:ext cx="197375" cy="153325"/>
            </a:xfrm>
            <a:custGeom>
              <a:rect b="b" l="l" r="r" t="t"/>
              <a:pathLst>
                <a:path extrusionOk="0" h="6133" w="7895">
                  <a:moveTo>
                    <a:pt x="3948" y="0"/>
                  </a:moveTo>
                  <a:cubicBezTo>
                    <a:pt x="1" y="0"/>
                    <a:pt x="1" y="6133"/>
                    <a:pt x="3948" y="6133"/>
                  </a:cubicBezTo>
                  <a:cubicBezTo>
                    <a:pt x="7895" y="6133"/>
                    <a:pt x="7895" y="0"/>
                    <a:pt x="3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64"/>
            <p:cNvSpPr/>
            <p:nvPr/>
          </p:nvSpPr>
          <p:spPr>
            <a:xfrm>
              <a:off x="3141275" y="3202450"/>
              <a:ext cx="672825" cy="597075"/>
            </a:xfrm>
            <a:custGeom>
              <a:rect b="b" l="l" r="r" t="t"/>
              <a:pathLst>
                <a:path extrusionOk="0" h="23883" w="26913">
                  <a:moveTo>
                    <a:pt x="18137" y="6100"/>
                  </a:moveTo>
                  <a:cubicBezTo>
                    <a:pt x="19605" y="6100"/>
                    <a:pt x="20780" y="7307"/>
                    <a:pt x="20780" y="8742"/>
                  </a:cubicBezTo>
                  <a:cubicBezTo>
                    <a:pt x="20780" y="12396"/>
                    <a:pt x="16213" y="15788"/>
                    <a:pt x="13440" y="17387"/>
                  </a:cubicBezTo>
                  <a:cubicBezTo>
                    <a:pt x="10472" y="15723"/>
                    <a:pt x="6101" y="12624"/>
                    <a:pt x="6101" y="8742"/>
                  </a:cubicBezTo>
                  <a:cubicBezTo>
                    <a:pt x="6101" y="7307"/>
                    <a:pt x="7308" y="6100"/>
                    <a:pt x="8743" y="6100"/>
                  </a:cubicBezTo>
                  <a:cubicBezTo>
                    <a:pt x="9819" y="6100"/>
                    <a:pt x="12266" y="8155"/>
                    <a:pt x="13440" y="8579"/>
                  </a:cubicBezTo>
                  <a:cubicBezTo>
                    <a:pt x="15528" y="8579"/>
                    <a:pt x="16050" y="6100"/>
                    <a:pt x="18137" y="6100"/>
                  </a:cubicBezTo>
                  <a:close/>
                  <a:moveTo>
                    <a:pt x="8743" y="0"/>
                  </a:moveTo>
                  <a:cubicBezTo>
                    <a:pt x="3915" y="0"/>
                    <a:pt x="1" y="3915"/>
                    <a:pt x="1" y="8742"/>
                  </a:cubicBezTo>
                  <a:cubicBezTo>
                    <a:pt x="1" y="18006"/>
                    <a:pt x="11679" y="23389"/>
                    <a:pt x="12201" y="23617"/>
                  </a:cubicBezTo>
                  <a:cubicBezTo>
                    <a:pt x="12615" y="23792"/>
                    <a:pt x="13030" y="23882"/>
                    <a:pt x="13441" y="23882"/>
                  </a:cubicBezTo>
                  <a:cubicBezTo>
                    <a:pt x="13871" y="23882"/>
                    <a:pt x="14296" y="23784"/>
                    <a:pt x="14712" y="23584"/>
                  </a:cubicBezTo>
                  <a:cubicBezTo>
                    <a:pt x="14843" y="23552"/>
                    <a:pt x="17713" y="22214"/>
                    <a:pt x="20584" y="19898"/>
                  </a:cubicBezTo>
                  <a:cubicBezTo>
                    <a:pt x="24727" y="16538"/>
                    <a:pt x="26912" y="12657"/>
                    <a:pt x="26912" y="8742"/>
                  </a:cubicBezTo>
                  <a:cubicBezTo>
                    <a:pt x="26912" y="3915"/>
                    <a:pt x="22965" y="0"/>
                    <a:pt x="18137" y="0"/>
                  </a:cubicBezTo>
                  <a:cubicBezTo>
                    <a:pt x="16441" y="0"/>
                    <a:pt x="14875" y="457"/>
                    <a:pt x="13440" y="1370"/>
                  </a:cubicBezTo>
                  <a:cubicBezTo>
                    <a:pt x="12005" y="457"/>
                    <a:pt x="10439" y="0"/>
                    <a:pt x="87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64"/>
            <p:cNvSpPr/>
            <p:nvPr/>
          </p:nvSpPr>
          <p:spPr>
            <a:xfrm>
              <a:off x="3000200" y="4249550"/>
              <a:ext cx="1569850" cy="459150"/>
            </a:xfrm>
            <a:custGeom>
              <a:rect b="b" l="l" r="r" t="t"/>
              <a:pathLst>
                <a:path extrusionOk="0" h="18366" w="62794">
                  <a:moveTo>
                    <a:pt x="53628" y="6133"/>
                  </a:moveTo>
                  <a:cubicBezTo>
                    <a:pt x="55291" y="6133"/>
                    <a:pt x="56661" y="7503"/>
                    <a:pt x="56661" y="9166"/>
                  </a:cubicBezTo>
                  <a:cubicBezTo>
                    <a:pt x="56661" y="10863"/>
                    <a:pt x="55291" y="12233"/>
                    <a:pt x="53628" y="12233"/>
                  </a:cubicBezTo>
                  <a:lnTo>
                    <a:pt x="9167" y="12233"/>
                  </a:lnTo>
                  <a:cubicBezTo>
                    <a:pt x="7470" y="12233"/>
                    <a:pt x="6100" y="10863"/>
                    <a:pt x="6100" y="9166"/>
                  </a:cubicBezTo>
                  <a:cubicBezTo>
                    <a:pt x="6100" y="7503"/>
                    <a:pt x="7470" y="6133"/>
                    <a:pt x="9167" y="6133"/>
                  </a:cubicBezTo>
                  <a:close/>
                  <a:moveTo>
                    <a:pt x="9167" y="0"/>
                  </a:moveTo>
                  <a:cubicBezTo>
                    <a:pt x="4111" y="0"/>
                    <a:pt x="0" y="4110"/>
                    <a:pt x="0" y="9166"/>
                  </a:cubicBezTo>
                  <a:cubicBezTo>
                    <a:pt x="0" y="14255"/>
                    <a:pt x="4111" y="18365"/>
                    <a:pt x="9167" y="18365"/>
                  </a:cubicBezTo>
                  <a:lnTo>
                    <a:pt x="53628" y="18365"/>
                  </a:lnTo>
                  <a:cubicBezTo>
                    <a:pt x="58684" y="18365"/>
                    <a:pt x="62794" y="14255"/>
                    <a:pt x="62794" y="9166"/>
                  </a:cubicBezTo>
                  <a:cubicBezTo>
                    <a:pt x="62794" y="4110"/>
                    <a:pt x="58684" y="0"/>
                    <a:pt x="53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 name="Google Shape;2361;p164"/>
          <p:cNvGrpSpPr/>
          <p:nvPr/>
        </p:nvGrpSpPr>
        <p:grpSpPr>
          <a:xfrm>
            <a:off x="6205322" y="3324537"/>
            <a:ext cx="418058" cy="418058"/>
            <a:chOff x="1190625" y="238125"/>
            <a:chExt cx="5219200" cy="5219200"/>
          </a:xfrm>
        </p:grpSpPr>
        <p:sp>
          <p:nvSpPr>
            <p:cNvPr id="2362" name="Google Shape;2362;p164"/>
            <p:cNvSpPr/>
            <p:nvPr/>
          </p:nvSpPr>
          <p:spPr>
            <a:xfrm>
              <a:off x="1190625" y="238125"/>
              <a:ext cx="5219200" cy="5219200"/>
            </a:xfrm>
            <a:custGeom>
              <a:rect b="b" l="l" r="r" t="t"/>
              <a:pathLst>
                <a:path extrusionOk="0" h="208768" w="208768">
                  <a:moveTo>
                    <a:pt x="62565" y="6133"/>
                  </a:moveTo>
                  <a:cubicBezTo>
                    <a:pt x="65370" y="6133"/>
                    <a:pt x="67654" y="8416"/>
                    <a:pt x="67654" y="11221"/>
                  </a:cubicBezTo>
                  <a:lnTo>
                    <a:pt x="67654" y="19931"/>
                  </a:lnTo>
                  <a:lnTo>
                    <a:pt x="57476" y="19931"/>
                  </a:lnTo>
                  <a:lnTo>
                    <a:pt x="57476" y="11221"/>
                  </a:lnTo>
                  <a:cubicBezTo>
                    <a:pt x="57476" y="8416"/>
                    <a:pt x="59760" y="6133"/>
                    <a:pt x="62565" y="6133"/>
                  </a:cubicBezTo>
                  <a:close/>
                  <a:moveTo>
                    <a:pt x="104384" y="6133"/>
                  </a:moveTo>
                  <a:cubicBezTo>
                    <a:pt x="107189" y="6133"/>
                    <a:pt x="109472" y="8416"/>
                    <a:pt x="109472" y="11221"/>
                  </a:cubicBezTo>
                  <a:lnTo>
                    <a:pt x="109472" y="19931"/>
                  </a:lnTo>
                  <a:lnTo>
                    <a:pt x="99295" y="19931"/>
                  </a:lnTo>
                  <a:lnTo>
                    <a:pt x="99295" y="11221"/>
                  </a:lnTo>
                  <a:cubicBezTo>
                    <a:pt x="99295" y="8416"/>
                    <a:pt x="101578" y="6133"/>
                    <a:pt x="104384" y="6133"/>
                  </a:cubicBezTo>
                  <a:close/>
                  <a:moveTo>
                    <a:pt x="146202" y="6133"/>
                  </a:moveTo>
                  <a:cubicBezTo>
                    <a:pt x="149008" y="6133"/>
                    <a:pt x="151291" y="8416"/>
                    <a:pt x="151291" y="11221"/>
                  </a:cubicBezTo>
                  <a:lnTo>
                    <a:pt x="151291" y="19931"/>
                  </a:lnTo>
                  <a:lnTo>
                    <a:pt x="141114" y="19931"/>
                  </a:lnTo>
                  <a:lnTo>
                    <a:pt x="141114" y="11221"/>
                  </a:lnTo>
                  <a:cubicBezTo>
                    <a:pt x="141114" y="8416"/>
                    <a:pt x="143397" y="6133"/>
                    <a:pt x="146202" y="6133"/>
                  </a:cubicBezTo>
                  <a:close/>
                  <a:moveTo>
                    <a:pt x="19931" y="57476"/>
                  </a:moveTo>
                  <a:lnTo>
                    <a:pt x="19931" y="67654"/>
                  </a:lnTo>
                  <a:lnTo>
                    <a:pt x="11221" y="67654"/>
                  </a:lnTo>
                  <a:cubicBezTo>
                    <a:pt x="8416" y="67654"/>
                    <a:pt x="6100" y="65370"/>
                    <a:pt x="6100" y="62565"/>
                  </a:cubicBezTo>
                  <a:cubicBezTo>
                    <a:pt x="6100" y="59760"/>
                    <a:pt x="8416" y="57476"/>
                    <a:pt x="11221" y="57476"/>
                  </a:cubicBezTo>
                  <a:close/>
                  <a:moveTo>
                    <a:pt x="197546" y="57476"/>
                  </a:moveTo>
                  <a:cubicBezTo>
                    <a:pt x="200351" y="57476"/>
                    <a:pt x="202667" y="59760"/>
                    <a:pt x="202667" y="62565"/>
                  </a:cubicBezTo>
                  <a:cubicBezTo>
                    <a:pt x="202667" y="65370"/>
                    <a:pt x="200351" y="67654"/>
                    <a:pt x="197546" y="67654"/>
                  </a:cubicBezTo>
                  <a:lnTo>
                    <a:pt x="188836" y="67654"/>
                  </a:lnTo>
                  <a:lnTo>
                    <a:pt x="188836" y="57476"/>
                  </a:lnTo>
                  <a:close/>
                  <a:moveTo>
                    <a:pt x="19931" y="99295"/>
                  </a:moveTo>
                  <a:lnTo>
                    <a:pt x="19931" y="109472"/>
                  </a:lnTo>
                  <a:lnTo>
                    <a:pt x="12037" y="109472"/>
                  </a:lnTo>
                  <a:cubicBezTo>
                    <a:pt x="9231" y="109472"/>
                    <a:pt x="6915" y="107189"/>
                    <a:pt x="6915" y="104384"/>
                  </a:cubicBezTo>
                  <a:cubicBezTo>
                    <a:pt x="6915" y="101578"/>
                    <a:pt x="9231" y="99295"/>
                    <a:pt x="12037" y="99295"/>
                  </a:cubicBezTo>
                  <a:close/>
                  <a:moveTo>
                    <a:pt x="197546" y="99295"/>
                  </a:moveTo>
                  <a:cubicBezTo>
                    <a:pt x="200351" y="99295"/>
                    <a:pt x="202667" y="101578"/>
                    <a:pt x="202667" y="104384"/>
                  </a:cubicBezTo>
                  <a:cubicBezTo>
                    <a:pt x="202667" y="107189"/>
                    <a:pt x="200351" y="109472"/>
                    <a:pt x="197546" y="109472"/>
                  </a:cubicBezTo>
                  <a:lnTo>
                    <a:pt x="188836" y="109472"/>
                  </a:lnTo>
                  <a:lnTo>
                    <a:pt x="188836" y="99295"/>
                  </a:lnTo>
                  <a:close/>
                  <a:moveTo>
                    <a:pt x="19931" y="141114"/>
                  </a:moveTo>
                  <a:lnTo>
                    <a:pt x="19931" y="151291"/>
                  </a:lnTo>
                  <a:lnTo>
                    <a:pt x="11221" y="151291"/>
                  </a:lnTo>
                  <a:cubicBezTo>
                    <a:pt x="8416" y="151291"/>
                    <a:pt x="6100" y="149008"/>
                    <a:pt x="6100" y="146202"/>
                  </a:cubicBezTo>
                  <a:cubicBezTo>
                    <a:pt x="6100" y="143397"/>
                    <a:pt x="8416" y="141114"/>
                    <a:pt x="11221" y="141114"/>
                  </a:cubicBezTo>
                  <a:close/>
                  <a:moveTo>
                    <a:pt x="197546" y="141114"/>
                  </a:moveTo>
                  <a:cubicBezTo>
                    <a:pt x="200351" y="141114"/>
                    <a:pt x="202667" y="143397"/>
                    <a:pt x="202667" y="146202"/>
                  </a:cubicBezTo>
                  <a:cubicBezTo>
                    <a:pt x="202667" y="149008"/>
                    <a:pt x="200351" y="151291"/>
                    <a:pt x="197546" y="151291"/>
                  </a:cubicBezTo>
                  <a:lnTo>
                    <a:pt x="188836" y="151291"/>
                  </a:lnTo>
                  <a:lnTo>
                    <a:pt x="188836" y="141114"/>
                  </a:lnTo>
                  <a:close/>
                  <a:moveTo>
                    <a:pt x="163523" y="26031"/>
                  </a:moveTo>
                  <a:cubicBezTo>
                    <a:pt x="174125" y="26031"/>
                    <a:pt x="182736" y="34642"/>
                    <a:pt x="182736" y="45244"/>
                  </a:cubicBezTo>
                  <a:lnTo>
                    <a:pt x="182736" y="163523"/>
                  </a:lnTo>
                  <a:cubicBezTo>
                    <a:pt x="182736" y="174125"/>
                    <a:pt x="174125" y="182736"/>
                    <a:pt x="163523" y="182736"/>
                  </a:cubicBezTo>
                  <a:lnTo>
                    <a:pt x="45244" y="182736"/>
                  </a:lnTo>
                  <a:cubicBezTo>
                    <a:pt x="34642" y="182736"/>
                    <a:pt x="26031" y="174125"/>
                    <a:pt x="26031" y="163523"/>
                  </a:cubicBezTo>
                  <a:lnTo>
                    <a:pt x="26031" y="45244"/>
                  </a:lnTo>
                  <a:cubicBezTo>
                    <a:pt x="26031" y="34642"/>
                    <a:pt x="34642" y="26031"/>
                    <a:pt x="45244" y="26031"/>
                  </a:cubicBezTo>
                  <a:close/>
                  <a:moveTo>
                    <a:pt x="109472" y="188836"/>
                  </a:moveTo>
                  <a:lnTo>
                    <a:pt x="109472" y="196730"/>
                  </a:lnTo>
                  <a:cubicBezTo>
                    <a:pt x="109472" y="199536"/>
                    <a:pt x="107189" y="201852"/>
                    <a:pt x="104384" y="201852"/>
                  </a:cubicBezTo>
                  <a:cubicBezTo>
                    <a:pt x="101578" y="201852"/>
                    <a:pt x="99295" y="199536"/>
                    <a:pt x="99295" y="196730"/>
                  </a:cubicBezTo>
                  <a:lnTo>
                    <a:pt x="99295" y="188836"/>
                  </a:lnTo>
                  <a:close/>
                  <a:moveTo>
                    <a:pt x="67654" y="188836"/>
                  </a:moveTo>
                  <a:lnTo>
                    <a:pt x="67654" y="197546"/>
                  </a:lnTo>
                  <a:cubicBezTo>
                    <a:pt x="67654" y="200351"/>
                    <a:pt x="65370" y="202667"/>
                    <a:pt x="62565" y="202667"/>
                  </a:cubicBezTo>
                  <a:cubicBezTo>
                    <a:pt x="59760" y="202667"/>
                    <a:pt x="57476" y="200351"/>
                    <a:pt x="57476" y="197546"/>
                  </a:cubicBezTo>
                  <a:lnTo>
                    <a:pt x="57476" y="188836"/>
                  </a:lnTo>
                  <a:close/>
                  <a:moveTo>
                    <a:pt x="151291" y="188836"/>
                  </a:moveTo>
                  <a:lnTo>
                    <a:pt x="151291" y="197546"/>
                  </a:lnTo>
                  <a:cubicBezTo>
                    <a:pt x="151291" y="200351"/>
                    <a:pt x="149008" y="202667"/>
                    <a:pt x="146202" y="202667"/>
                  </a:cubicBezTo>
                  <a:cubicBezTo>
                    <a:pt x="143397" y="202667"/>
                    <a:pt x="141114" y="200351"/>
                    <a:pt x="141114" y="197546"/>
                  </a:cubicBezTo>
                  <a:lnTo>
                    <a:pt x="141114" y="188836"/>
                  </a:lnTo>
                  <a:close/>
                  <a:moveTo>
                    <a:pt x="62565" y="0"/>
                  </a:moveTo>
                  <a:cubicBezTo>
                    <a:pt x="56367" y="0"/>
                    <a:pt x="51344" y="5023"/>
                    <a:pt x="51344" y="11221"/>
                  </a:cubicBezTo>
                  <a:lnTo>
                    <a:pt x="51344" y="19931"/>
                  </a:lnTo>
                  <a:lnTo>
                    <a:pt x="45244" y="19931"/>
                  </a:lnTo>
                  <a:cubicBezTo>
                    <a:pt x="31282" y="19931"/>
                    <a:pt x="19931" y="31282"/>
                    <a:pt x="19931" y="45244"/>
                  </a:cubicBezTo>
                  <a:lnTo>
                    <a:pt x="19931" y="51344"/>
                  </a:lnTo>
                  <a:lnTo>
                    <a:pt x="11221" y="51344"/>
                  </a:lnTo>
                  <a:cubicBezTo>
                    <a:pt x="5023" y="51344"/>
                    <a:pt x="0" y="56367"/>
                    <a:pt x="0" y="62565"/>
                  </a:cubicBezTo>
                  <a:cubicBezTo>
                    <a:pt x="0" y="68730"/>
                    <a:pt x="5023" y="73786"/>
                    <a:pt x="11221" y="73786"/>
                  </a:cubicBezTo>
                  <a:lnTo>
                    <a:pt x="19931" y="73786"/>
                  </a:lnTo>
                  <a:lnTo>
                    <a:pt x="19931" y="93162"/>
                  </a:lnTo>
                  <a:lnTo>
                    <a:pt x="12037" y="93162"/>
                  </a:lnTo>
                  <a:cubicBezTo>
                    <a:pt x="5839" y="93162"/>
                    <a:pt x="815" y="98186"/>
                    <a:pt x="815" y="104384"/>
                  </a:cubicBezTo>
                  <a:cubicBezTo>
                    <a:pt x="815" y="110581"/>
                    <a:pt x="5839" y="115605"/>
                    <a:pt x="12037" y="115605"/>
                  </a:cubicBezTo>
                  <a:lnTo>
                    <a:pt x="19931" y="115605"/>
                  </a:lnTo>
                  <a:lnTo>
                    <a:pt x="19931" y="134981"/>
                  </a:lnTo>
                  <a:lnTo>
                    <a:pt x="11221" y="134981"/>
                  </a:lnTo>
                  <a:cubicBezTo>
                    <a:pt x="5023" y="134981"/>
                    <a:pt x="0" y="140037"/>
                    <a:pt x="0" y="146202"/>
                  </a:cubicBezTo>
                  <a:cubicBezTo>
                    <a:pt x="0" y="152400"/>
                    <a:pt x="5023" y="157423"/>
                    <a:pt x="11221" y="157423"/>
                  </a:cubicBezTo>
                  <a:lnTo>
                    <a:pt x="19931" y="157423"/>
                  </a:lnTo>
                  <a:lnTo>
                    <a:pt x="19931" y="163523"/>
                  </a:lnTo>
                  <a:cubicBezTo>
                    <a:pt x="19931" y="177485"/>
                    <a:pt x="31282" y="188836"/>
                    <a:pt x="45244" y="188836"/>
                  </a:cubicBezTo>
                  <a:lnTo>
                    <a:pt x="51344" y="188836"/>
                  </a:lnTo>
                  <a:lnTo>
                    <a:pt x="51344" y="197546"/>
                  </a:lnTo>
                  <a:cubicBezTo>
                    <a:pt x="51344" y="203744"/>
                    <a:pt x="56367" y="208767"/>
                    <a:pt x="62565" y="208767"/>
                  </a:cubicBezTo>
                  <a:cubicBezTo>
                    <a:pt x="68730" y="208767"/>
                    <a:pt x="73786" y="203744"/>
                    <a:pt x="73786" y="197546"/>
                  </a:cubicBezTo>
                  <a:lnTo>
                    <a:pt x="73786" y="188836"/>
                  </a:lnTo>
                  <a:lnTo>
                    <a:pt x="93162" y="188836"/>
                  </a:lnTo>
                  <a:lnTo>
                    <a:pt x="93162" y="196730"/>
                  </a:lnTo>
                  <a:cubicBezTo>
                    <a:pt x="93162" y="202928"/>
                    <a:pt x="98186" y="207952"/>
                    <a:pt x="104384" y="207952"/>
                  </a:cubicBezTo>
                  <a:cubicBezTo>
                    <a:pt x="110581" y="207952"/>
                    <a:pt x="115605" y="202928"/>
                    <a:pt x="115605" y="196730"/>
                  </a:cubicBezTo>
                  <a:lnTo>
                    <a:pt x="115605" y="188836"/>
                  </a:lnTo>
                  <a:lnTo>
                    <a:pt x="134981" y="188836"/>
                  </a:lnTo>
                  <a:lnTo>
                    <a:pt x="134981" y="197546"/>
                  </a:lnTo>
                  <a:cubicBezTo>
                    <a:pt x="134981" y="203744"/>
                    <a:pt x="140037" y="208767"/>
                    <a:pt x="146202" y="208767"/>
                  </a:cubicBezTo>
                  <a:cubicBezTo>
                    <a:pt x="152400" y="208767"/>
                    <a:pt x="157423" y="203744"/>
                    <a:pt x="157423" y="197546"/>
                  </a:cubicBezTo>
                  <a:lnTo>
                    <a:pt x="157423" y="188836"/>
                  </a:lnTo>
                  <a:lnTo>
                    <a:pt x="163523" y="188836"/>
                  </a:lnTo>
                  <a:cubicBezTo>
                    <a:pt x="177485" y="188836"/>
                    <a:pt x="188836" y="177485"/>
                    <a:pt x="188836" y="163523"/>
                  </a:cubicBezTo>
                  <a:lnTo>
                    <a:pt x="188836" y="157423"/>
                  </a:lnTo>
                  <a:lnTo>
                    <a:pt x="197546" y="157423"/>
                  </a:lnTo>
                  <a:cubicBezTo>
                    <a:pt x="203744" y="157423"/>
                    <a:pt x="208767" y="152400"/>
                    <a:pt x="208767" y="146202"/>
                  </a:cubicBezTo>
                  <a:cubicBezTo>
                    <a:pt x="208767" y="140037"/>
                    <a:pt x="203744" y="134981"/>
                    <a:pt x="197546" y="134981"/>
                  </a:cubicBezTo>
                  <a:lnTo>
                    <a:pt x="188836" y="134981"/>
                  </a:lnTo>
                  <a:lnTo>
                    <a:pt x="188836" y="115605"/>
                  </a:lnTo>
                  <a:lnTo>
                    <a:pt x="197546" y="115605"/>
                  </a:lnTo>
                  <a:cubicBezTo>
                    <a:pt x="203744" y="115605"/>
                    <a:pt x="208767" y="110581"/>
                    <a:pt x="208767" y="104384"/>
                  </a:cubicBezTo>
                  <a:cubicBezTo>
                    <a:pt x="208767" y="98186"/>
                    <a:pt x="203744" y="93162"/>
                    <a:pt x="197546" y="93162"/>
                  </a:cubicBezTo>
                  <a:lnTo>
                    <a:pt x="188836" y="93162"/>
                  </a:lnTo>
                  <a:lnTo>
                    <a:pt x="188836" y="73786"/>
                  </a:lnTo>
                  <a:lnTo>
                    <a:pt x="197546" y="73786"/>
                  </a:lnTo>
                  <a:cubicBezTo>
                    <a:pt x="203744" y="73786"/>
                    <a:pt x="208767" y="68730"/>
                    <a:pt x="208767" y="62565"/>
                  </a:cubicBezTo>
                  <a:cubicBezTo>
                    <a:pt x="208767" y="56367"/>
                    <a:pt x="203744" y="51344"/>
                    <a:pt x="197546" y="51344"/>
                  </a:cubicBezTo>
                  <a:lnTo>
                    <a:pt x="188836" y="51344"/>
                  </a:lnTo>
                  <a:lnTo>
                    <a:pt x="188836" y="45244"/>
                  </a:lnTo>
                  <a:cubicBezTo>
                    <a:pt x="188836" y="31282"/>
                    <a:pt x="177485" y="19931"/>
                    <a:pt x="163523" y="19931"/>
                  </a:cubicBezTo>
                  <a:lnTo>
                    <a:pt x="157423" y="19931"/>
                  </a:lnTo>
                  <a:lnTo>
                    <a:pt x="157423" y="11221"/>
                  </a:lnTo>
                  <a:cubicBezTo>
                    <a:pt x="157423" y="5023"/>
                    <a:pt x="152400" y="0"/>
                    <a:pt x="146202" y="0"/>
                  </a:cubicBezTo>
                  <a:cubicBezTo>
                    <a:pt x="140037" y="0"/>
                    <a:pt x="134981" y="5023"/>
                    <a:pt x="134981" y="11221"/>
                  </a:cubicBezTo>
                  <a:lnTo>
                    <a:pt x="134981" y="19931"/>
                  </a:lnTo>
                  <a:lnTo>
                    <a:pt x="115605" y="19931"/>
                  </a:lnTo>
                  <a:lnTo>
                    <a:pt x="115605" y="11221"/>
                  </a:lnTo>
                  <a:cubicBezTo>
                    <a:pt x="115605" y="5023"/>
                    <a:pt x="110581" y="0"/>
                    <a:pt x="104384" y="0"/>
                  </a:cubicBezTo>
                  <a:cubicBezTo>
                    <a:pt x="98186" y="0"/>
                    <a:pt x="93162" y="5023"/>
                    <a:pt x="93162" y="11221"/>
                  </a:cubicBezTo>
                  <a:lnTo>
                    <a:pt x="93162" y="19931"/>
                  </a:lnTo>
                  <a:lnTo>
                    <a:pt x="73786" y="19931"/>
                  </a:lnTo>
                  <a:lnTo>
                    <a:pt x="73786" y="11221"/>
                  </a:lnTo>
                  <a:cubicBezTo>
                    <a:pt x="73786" y="5023"/>
                    <a:pt x="68730" y="0"/>
                    <a:pt x="62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64"/>
            <p:cNvSpPr/>
            <p:nvPr/>
          </p:nvSpPr>
          <p:spPr>
            <a:xfrm>
              <a:off x="2139850" y="1187350"/>
              <a:ext cx="3320725" cy="3320725"/>
            </a:xfrm>
            <a:custGeom>
              <a:rect b="b" l="l" r="r" t="t"/>
              <a:pathLst>
                <a:path extrusionOk="0" h="132829" w="132829">
                  <a:moveTo>
                    <a:pt x="11939" y="1"/>
                  </a:moveTo>
                  <a:cubicBezTo>
                    <a:pt x="5350" y="1"/>
                    <a:pt x="1" y="5350"/>
                    <a:pt x="1" y="11939"/>
                  </a:cubicBezTo>
                  <a:lnTo>
                    <a:pt x="1" y="120890"/>
                  </a:lnTo>
                  <a:cubicBezTo>
                    <a:pt x="1" y="127479"/>
                    <a:pt x="5350" y="132829"/>
                    <a:pt x="11939" y="132829"/>
                  </a:cubicBezTo>
                  <a:lnTo>
                    <a:pt x="96197" y="132829"/>
                  </a:lnTo>
                  <a:cubicBezTo>
                    <a:pt x="100345" y="132829"/>
                    <a:pt x="99770" y="126522"/>
                    <a:pt x="96295" y="126522"/>
                  </a:cubicBezTo>
                  <a:cubicBezTo>
                    <a:pt x="95971" y="126522"/>
                    <a:pt x="95623" y="126577"/>
                    <a:pt x="95251" y="126696"/>
                  </a:cubicBezTo>
                  <a:lnTo>
                    <a:pt x="11939" y="126696"/>
                  </a:lnTo>
                  <a:cubicBezTo>
                    <a:pt x="8743" y="126696"/>
                    <a:pt x="6133" y="124086"/>
                    <a:pt x="6133" y="120890"/>
                  </a:cubicBezTo>
                  <a:lnTo>
                    <a:pt x="6133" y="11939"/>
                  </a:lnTo>
                  <a:cubicBezTo>
                    <a:pt x="6133" y="8743"/>
                    <a:pt x="8743" y="6133"/>
                    <a:pt x="11939" y="6133"/>
                  </a:cubicBezTo>
                  <a:lnTo>
                    <a:pt x="120890" y="6133"/>
                  </a:lnTo>
                  <a:cubicBezTo>
                    <a:pt x="124086" y="6133"/>
                    <a:pt x="126696" y="8743"/>
                    <a:pt x="126696" y="11939"/>
                  </a:cubicBezTo>
                  <a:lnTo>
                    <a:pt x="126696" y="120890"/>
                  </a:lnTo>
                  <a:cubicBezTo>
                    <a:pt x="126696" y="124086"/>
                    <a:pt x="124086" y="126696"/>
                    <a:pt x="120890" y="126696"/>
                  </a:cubicBezTo>
                  <a:lnTo>
                    <a:pt x="113420" y="126696"/>
                  </a:lnTo>
                  <a:cubicBezTo>
                    <a:pt x="113091" y="126591"/>
                    <a:pt x="112777" y="126542"/>
                    <a:pt x="112480" y="126542"/>
                  </a:cubicBezTo>
                  <a:cubicBezTo>
                    <a:pt x="109097" y="126542"/>
                    <a:pt x="107948" y="132829"/>
                    <a:pt x="112506" y="132829"/>
                  </a:cubicBezTo>
                  <a:lnTo>
                    <a:pt x="120890" y="132829"/>
                  </a:lnTo>
                  <a:cubicBezTo>
                    <a:pt x="127479" y="132829"/>
                    <a:pt x="132829" y="127479"/>
                    <a:pt x="132829" y="120890"/>
                  </a:cubicBezTo>
                  <a:lnTo>
                    <a:pt x="132829" y="11939"/>
                  </a:lnTo>
                  <a:cubicBezTo>
                    <a:pt x="132829" y="5350"/>
                    <a:pt x="127479" y="1"/>
                    <a:pt x="1208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64"/>
            <p:cNvSpPr/>
            <p:nvPr/>
          </p:nvSpPr>
          <p:spPr>
            <a:xfrm>
              <a:off x="2639750" y="1687250"/>
              <a:ext cx="2320925" cy="2320925"/>
            </a:xfrm>
            <a:custGeom>
              <a:rect b="b" l="l" r="r" t="t"/>
              <a:pathLst>
                <a:path extrusionOk="0" h="92837" w="92837">
                  <a:moveTo>
                    <a:pt x="46451" y="20127"/>
                  </a:moveTo>
                  <a:cubicBezTo>
                    <a:pt x="48930" y="20160"/>
                    <a:pt x="50953" y="22182"/>
                    <a:pt x="50953" y="24661"/>
                  </a:cubicBezTo>
                  <a:cubicBezTo>
                    <a:pt x="50953" y="27088"/>
                    <a:pt x="48962" y="29130"/>
                    <a:pt x="46541" y="29130"/>
                  </a:cubicBezTo>
                  <a:cubicBezTo>
                    <a:pt x="46522" y="29130"/>
                    <a:pt x="46503" y="29130"/>
                    <a:pt x="46484" y="29130"/>
                  </a:cubicBezTo>
                  <a:cubicBezTo>
                    <a:pt x="44005" y="29130"/>
                    <a:pt x="41982" y="27075"/>
                    <a:pt x="41982" y="24596"/>
                  </a:cubicBezTo>
                  <a:cubicBezTo>
                    <a:pt x="41982" y="22215"/>
                    <a:pt x="44070" y="20127"/>
                    <a:pt x="46451" y="20127"/>
                  </a:cubicBezTo>
                  <a:close/>
                  <a:moveTo>
                    <a:pt x="68698" y="37252"/>
                  </a:moveTo>
                  <a:cubicBezTo>
                    <a:pt x="71177" y="37252"/>
                    <a:pt x="73199" y="39275"/>
                    <a:pt x="73199" y="41787"/>
                  </a:cubicBezTo>
                  <a:cubicBezTo>
                    <a:pt x="73232" y="44168"/>
                    <a:pt x="71112" y="46223"/>
                    <a:pt x="68731" y="46223"/>
                  </a:cubicBezTo>
                  <a:cubicBezTo>
                    <a:pt x="66251" y="46223"/>
                    <a:pt x="64229" y="44200"/>
                    <a:pt x="64229" y="41689"/>
                  </a:cubicBezTo>
                  <a:cubicBezTo>
                    <a:pt x="64229" y="39307"/>
                    <a:pt x="66317" y="37252"/>
                    <a:pt x="68698" y="37252"/>
                  </a:cubicBezTo>
                  <a:close/>
                  <a:moveTo>
                    <a:pt x="24302" y="51214"/>
                  </a:moveTo>
                  <a:cubicBezTo>
                    <a:pt x="26814" y="51214"/>
                    <a:pt x="28836" y="53269"/>
                    <a:pt x="28836" y="55748"/>
                  </a:cubicBezTo>
                  <a:cubicBezTo>
                    <a:pt x="28836" y="58129"/>
                    <a:pt x="26749" y="60217"/>
                    <a:pt x="24368" y="60217"/>
                  </a:cubicBezTo>
                  <a:cubicBezTo>
                    <a:pt x="21856" y="60184"/>
                    <a:pt x="19833" y="58162"/>
                    <a:pt x="19833" y="55683"/>
                  </a:cubicBezTo>
                  <a:cubicBezTo>
                    <a:pt x="19833" y="53269"/>
                    <a:pt x="21921" y="51214"/>
                    <a:pt x="24302" y="51214"/>
                  </a:cubicBezTo>
                  <a:close/>
                  <a:moveTo>
                    <a:pt x="7112" y="1"/>
                  </a:moveTo>
                  <a:cubicBezTo>
                    <a:pt x="3197" y="1"/>
                    <a:pt x="1" y="3197"/>
                    <a:pt x="1" y="7112"/>
                  </a:cubicBezTo>
                  <a:lnTo>
                    <a:pt x="1" y="17485"/>
                  </a:lnTo>
                  <a:cubicBezTo>
                    <a:pt x="1" y="19458"/>
                    <a:pt x="1525" y="20445"/>
                    <a:pt x="3050" y="20445"/>
                  </a:cubicBezTo>
                  <a:cubicBezTo>
                    <a:pt x="4575" y="20445"/>
                    <a:pt x="6100" y="19458"/>
                    <a:pt x="6100" y="17485"/>
                  </a:cubicBezTo>
                  <a:lnTo>
                    <a:pt x="6100" y="7112"/>
                  </a:lnTo>
                  <a:cubicBezTo>
                    <a:pt x="6100" y="6557"/>
                    <a:pt x="6557" y="6100"/>
                    <a:pt x="7112" y="6100"/>
                  </a:cubicBezTo>
                  <a:lnTo>
                    <a:pt x="85726" y="6100"/>
                  </a:lnTo>
                  <a:cubicBezTo>
                    <a:pt x="86280" y="6100"/>
                    <a:pt x="86737" y="6557"/>
                    <a:pt x="86737" y="7112"/>
                  </a:cubicBezTo>
                  <a:lnTo>
                    <a:pt x="86737" y="85726"/>
                  </a:lnTo>
                  <a:cubicBezTo>
                    <a:pt x="86737" y="86280"/>
                    <a:pt x="86280" y="86737"/>
                    <a:pt x="85726" y="86737"/>
                  </a:cubicBezTo>
                  <a:lnTo>
                    <a:pt x="49615" y="86737"/>
                  </a:lnTo>
                  <a:lnTo>
                    <a:pt x="49583" y="67458"/>
                  </a:lnTo>
                  <a:lnTo>
                    <a:pt x="68731" y="67458"/>
                  </a:lnTo>
                  <a:cubicBezTo>
                    <a:pt x="70623" y="67295"/>
                    <a:pt x="71634" y="66251"/>
                    <a:pt x="71797" y="64392"/>
                  </a:cubicBezTo>
                  <a:lnTo>
                    <a:pt x="71797" y="51899"/>
                  </a:lnTo>
                  <a:cubicBezTo>
                    <a:pt x="76168" y="50627"/>
                    <a:pt x="79332" y="46321"/>
                    <a:pt x="79332" y="41754"/>
                  </a:cubicBezTo>
                  <a:cubicBezTo>
                    <a:pt x="79332" y="35915"/>
                    <a:pt x="74570" y="31152"/>
                    <a:pt x="68731" y="31120"/>
                  </a:cubicBezTo>
                  <a:cubicBezTo>
                    <a:pt x="62957" y="31120"/>
                    <a:pt x="58096" y="35915"/>
                    <a:pt x="58096" y="41721"/>
                  </a:cubicBezTo>
                  <a:cubicBezTo>
                    <a:pt x="58129" y="46484"/>
                    <a:pt x="61293" y="50561"/>
                    <a:pt x="65664" y="51899"/>
                  </a:cubicBezTo>
                  <a:lnTo>
                    <a:pt x="65664" y="61326"/>
                  </a:lnTo>
                  <a:lnTo>
                    <a:pt x="49583" y="61326"/>
                  </a:lnTo>
                  <a:lnTo>
                    <a:pt x="49550" y="34806"/>
                  </a:lnTo>
                  <a:cubicBezTo>
                    <a:pt x="53921" y="33501"/>
                    <a:pt x="57085" y="29228"/>
                    <a:pt x="57085" y="24661"/>
                  </a:cubicBezTo>
                  <a:cubicBezTo>
                    <a:pt x="57085" y="18822"/>
                    <a:pt x="52323" y="14060"/>
                    <a:pt x="46484" y="14027"/>
                  </a:cubicBezTo>
                  <a:cubicBezTo>
                    <a:pt x="40710" y="14027"/>
                    <a:pt x="35850" y="18822"/>
                    <a:pt x="35850" y="24596"/>
                  </a:cubicBezTo>
                  <a:cubicBezTo>
                    <a:pt x="35850" y="29391"/>
                    <a:pt x="39046" y="33468"/>
                    <a:pt x="43418" y="34773"/>
                  </a:cubicBezTo>
                  <a:lnTo>
                    <a:pt x="43483" y="72873"/>
                  </a:lnTo>
                  <a:lnTo>
                    <a:pt x="27401" y="72873"/>
                  </a:lnTo>
                  <a:lnTo>
                    <a:pt x="27401" y="65893"/>
                  </a:lnTo>
                  <a:cubicBezTo>
                    <a:pt x="31772" y="64588"/>
                    <a:pt x="34936" y="60282"/>
                    <a:pt x="34936" y="55748"/>
                  </a:cubicBezTo>
                  <a:cubicBezTo>
                    <a:pt x="34936" y="49909"/>
                    <a:pt x="30174" y="45114"/>
                    <a:pt x="24335" y="45081"/>
                  </a:cubicBezTo>
                  <a:cubicBezTo>
                    <a:pt x="18594" y="45081"/>
                    <a:pt x="13733" y="49876"/>
                    <a:pt x="13733" y="55683"/>
                  </a:cubicBezTo>
                  <a:cubicBezTo>
                    <a:pt x="13733" y="60478"/>
                    <a:pt x="16930" y="64523"/>
                    <a:pt x="21269" y="65860"/>
                  </a:cubicBezTo>
                  <a:lnTo>
                    <a:pt x="21269" y="75907"/>
                  </a:lnTo>
                  <a:cubicBezTo>
                    <a:pt x="21269" y="77603"/>
                    <a:pt x="22639" y="78973"/>
                    <a:pt x="24335" y="78973"/>
                  </a:cubicBezTo>
                  <a:lnTo>
                    <a:pt x="43483" y="78973"/>
                  </a:lnTo>
                  <a:lnTo>
                    <a:pt x="43483" y="86737"/>
                  </a:lnTo>
                  <a:lnTo>
                    <a:pt x="7112" y="86737"/>
                  </a:lnTo>
                  <a:cubicBezTo>
                    <a:pt x="6557" y="86737"/>
                    <a:pt x="6100" y="86280"/>
                    <a:pt x="6100" y="85726"/>
                  </a:cubicBezTo>
                  <a:lnTo>
                    <a:pt x="6100" y="33762"/>
                  </a:lnTo>
                  <a:cubicBezTo>
                    <a:pt x="6100" y="32066"/>
                    <a:pt x="4730" y="30728"/>
                    <a:pt x="3034" y="30728"/>
                  </a:cubicBezTo>
                  <a:cubicBezTo>
                    <a:pt x="1371" y="30728"/>
                    <a:pt x="1" y="32066"/>
                    <a:pt x="1" y="33762"/>
                  </a:cubicBezTo>
                  <a:lnTo>
                    <a:pt x="1" y="85726"/>
                  </a:lnTo>
                  <a:cubicBezTo>
                    <a:pt x="1" y="89640"/>
                    <a:pt x="3197" y="92837"/>
                    <a:pt x="7112" y="92837"/>
                  </a:cubicBezTo>
                  <a:lnTo>
                    <a:pt x="85726" y="92837"/>
                  </a:lnTo>
                  <a:cubicBezTo>
                    <a:pt x="89640" y="92837"/>
                    <a:pt x="92837" y="89640"/>
                    <a:pt x="92837" y="85726"/>
                  </a:cubicBezTo>
                  <a:lnTo>
                    <a:pt x="92837" y="7112"/>
                  </a:lnTo>
                  <a:cubicBezTo>
                    <a:pt x="92837" y="3197"/>
                    <a:pt x="89640" y="1"/>
                    <a:pt x="857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164"/>
          <p:cNvGrpSpPr/>
          <p:nvPr/>
        </p:nvGrpSpPr>
        <p:grpSpPr>
          <a:xfrm>
            <a:off x="6986678" y="3300408"/>
            <a:ext cx="454357" cy="450417"/>
            <a:chOff x="1166975" y="238125"/>
            <a:chExt cx="5264850" cy="5219200"/>
          </a:xfrm>
        </p:grpSpPr>
        <p:sp>
          <p:nvSpPr>
            <p:cNvPr id="2366" name="Google Shape;2366;p164"/>
            <p:cNvSpPr/>
            <p:nvPr/>
          </p:nvSpPr>
          <p:spPr>
            <a:xfrm>
              <a:off x="1166975" y="238125"/>
              <a:ext cx="5264850" cy="5219200"/>
            </a:xfrm>
            <a:custGeom>
              <a:rect b="b" l="l" r="r" t="t"/>
              <a:pathLst>
                <a:path extrusionOk="0" h="208768" w="210594">
                  <a:moveTo>
                    <a:pt x="145974" y="6133"/>
                  </a:moveTo>
                  <a:lnTo>
                    <a:pt x="145974" y="13342"/>
                  </a:lnTo>
                  <a:lnTo>
                    <a:pt x="130349" y="13342"/>
                  </a:lnTo>
                  <a:lnTo>
                    <a:pt x="130349" y="6133"/>
                  </a:lnTo>
                  <a:close/>
                  <a:moveTo>
                    <a:pt x="44135" y="38589"/>
                  </a:moveTo>
                  <a:cubicBezTo>
                    <a:pt x="48310" y="38589"/>
                    <a:pt x="51703" y="41982"/>
                    <a:pt x="51703" y="46157"/>
                  </a:cubicBezTo>
                  <a:lnTo>
                    <a:pt x="51703" y="48962"/>
                  </a:lnTo>
                  <a:lnTo>
                    <a:pt x="36567" y="48962"/>
                  </a:lnTo>
                  <a:lnTo>
                    <a:pt x="36567" y="46157"/>
                  </a:lnTo>
                  <a:cubicBezTo>
                    <a:pt x="36567" y="41982"/>
                    <a:pt x="39959" y="38589"/>
                    <a:pt x="44135" y="38589"/>
                  </a:cubicBezTo>
                  <a:close/>
                  <a:moveTo>
                    <a:pt x="88074" y="67817"/>
                  </a:moveTo>
                  <a:lnTo>
                    <a:pt x="88074" y="92901"/>
                  </a:lnTo>
                  <a:cubicBezTo>
                    <a:pt x="83866" y="90651"/>
                    <a:pt x="79005" y="89411"/>
                    <a:pt x="74210" y="89215"/>
                  </a:cubicBezTo>
                  <a:cubicBezTo>
                    <a:pt x="74174" y="89214"/>
                    <a:pt x="74135" y="89213"/>
                    <a:pt x="74092" y="89213"/>
                  </a:cubicBezTo>
                  <a:cubicBezTo>
                    <a:pt x="72211" y="89213"/>
                    <a:pt x="64048" y="90505"/>
                    <a:pt x="62974" y="90505"/>
                  </a:cubicBezTo>
                  <a:cubicBezTo>
                    <a:pt x="62904" y="90505"/>
                    <a:pt x="62864" y="90499"/>
                    <a:pt x="62859" y="90488"/>
                  </a:cubicBezTo>
                  <a:lnTo>
                    <a:pt x="62859" y="67817"/>
                  </a:lnTo>
                  <a:close/>
                  <a:moveTo>
                    <a:pt x="56759" y="55160"/>
                  </a:moveTo>
                  <a:lnTo>
                    <a:pt x="56759" y="83866"/>
                  </a:lnTo>
                  <a:cubicBezTo>
                    <a:pt x="54573" y="82659"/>
                    <a:pt x="52061" y="81941"/>
                    <a:pt x="49387" y="81941"/>
                  </a:cubicBezTo>
                  <a:cubicBezTo>
                    <a:pt x="42243" y="81941"/>
                    <a:pt x="36241" y="87030"/>
                    <a:pt x="34838" y="93782"/>
                  </a:cubicBezTo>
                  <a:cubicBezTo>
                    <a:pt x="33762" y="93554"/>
                    <a:pt x="32653" y="93423"/>
                    <a:pt x="31511" y="93391"/>
                  </a:cubicBezTo>
                  <a:lnTo>
                    <a:pt x="31511" y="55160"/>
                  </a:lnTo>
                  <a:close/>
                  <a:moveTo>
                    <a:pt x="182117" y="79005"/>
                  </a:moveTo>
                  <a:lnTo>
                    <a:pt x="182117" y="109896"/>
                  </a:lnTo>
                  <a:lnTo>
                    <a:pt x="156902" y="109896"/>
                  </a:lnTo>
                  <a:lnTo>
                    <a:pt x="156902" y="79005"/>
                  </a:lnTo>
                  <a:close/>
                  <a:moveTo>
                    <a:pt x="49387" y="88074"/>
                  </a:moveTo>
                  <a:cubicBezTo>
                    <a:pt x="53692" y="88074"/>
                    <a:pt x="57346" y="91140"/>
                    <a:pt x="58031" y="95380"/>
                  </a:cubicBezTo>
                  <a:cubicBezTo>
                    <a:pt x="58577" y="97044"/>
                    <a:pt x="59540" y="97876"/>
                    <a:pt x="60932" y="97876"/>
                  </a:cubicBezTo>
                  <a:cubicBezTo>
                    <a:pt x="61369" y="97876"/>
                    <a:pt x="61848" y="97795"/>
                    <a:pt x="62369" y="97631"/>
                  </a:cubicBezTo>
                  <a:cubicBezTo>
                    <a:pt x="65597" y="96105"/>
                    <a:pt x="69142" y="95318"/>
                    <a:pt x="72719" y="95318"/>
                  </a:cubicBezTo>
                  <a:cubicBezTo>
                    <a:pt x="73118" y="95318"/>
                    <a:pt x="73517" y="95328"/>
                    <a:pt x="73917" y="95348"/>
                  </a:cubicBezTo>
                  <a:cubicBezTo>
                    <a:pt x="84485" y="95837"/>
                    <a:pt x="92673" y="101578"/>
                    <a:pt x="95641" y="110223"/>
                  </a:cubicBezTo>
                  <a:lnTo>
                    <a:pt x="17550" y="110223"/>
                  </a:lnTo>
                  <a:cubicBezTo>
                    <a:pt x="18822" y="104090"/>
                    <a:pt x="24269" y="99491"/>
                    <a:pt x="30761" y="99491"/>
                  </a:cubicBezTo>
                  <a:cubicBezTo>
                    <a:pt x="32718" y="99491"/>
                    <a:pt x="34577" y="99882"/>
                    <a:pt x="36371" y="100698"/>
                  </a:cubicBezTo>
                  <a:cubicBezTo>
                    <a:pt x="36880" y="100932"/>
                    <a:pt x="37342" y="101036"/>
                    <a:pt x="37758" y="101036"/>
                  </a:cubicBezTo>
                  <a:cubicBezTo>
                    <a:pt x="39713" y="101036"/>
                    <a:pt x="40644" y="98731"/>
                    <a:pt x="40644" y="96848"/>
                  </a:cubicBezTo>
                  <a:cubicBezTo>
                    <a:pt x="40644" y="91988"/>
                    <a:pt x="44559" y="88074"/>
                    <a:pt x="49387" y="88074"/>
                  </a:cubicBezTo>
                  <a:close/>
                  <a:moveTo>
                    <a:pt x="119421" y="39307"/>
                  </a:moveTo>
                  <a:lnTo>
                    <a:pt x="119421" y="110223"/>
                  </a:lnTo>
                  <a:lnTo>
                    <a:pt x="102035" y="110223"/>
                  </a:lnTo>
                  <a:cubicBezTo>
                    <a:pt x="100698" y="105134"/>
                    <a:pt x="98023" y="100698"/>
                    <a:pt x="94206" y="97175"/>
                  </a:cubicBezTo>
                  <a:lnTo>
                    <a:pt x="94206" y="39307"/>
                  </a:lnTo>
                  <a:close/>
                  <a:moveTo>
                    <a:pt x="174451" y="142484"/>
                  </a:moveTo>
                  <a:cubicBezTo>
                    <a:pt x="181986" y="142484"/>
                    <a:pt x="188119" y="149236"/>
                    <a:pt x="188119" y="157554"/>
                  </a:cubicBezTo>
                  <a:cubicBezTo>
                    <a:pt x="188119" y="159250"/>
                    <a:pt x="189489" y="160588"/>
                    <a:pt x="191152" y="160588"/>
                  </a:cubicBezTo>
                  <a:cubicBezTo>
                    <a:pt x="196991" y="160588"/>
                    <a:pt x="201852" y="164796"/>
                    <a:pt x="203548" y="171254"/>
                  </a:cubicBezTo>
                  <a:cubicBezTo>
                    <a:pt x="203646" y="171678"/>
                    <a:pt x="203581" y="172135"/>
                    <a:pt x="203320" y="172461"/>
                  </a:cubicBezTo>
                  <a:cubicBezTo>
                    <a:pt x="203157" y="172690"/>
                    <a:pt x="202961" y="172787"/>
                    <a:pt x="202732" y="172787"/>
                  </a:cubicBezTo>
                  <a:cubicBezTo>
                    <a:pt x="202341" y="172787"/>
                    <a:pt x="172408" y="172842"/>
                    <a:pt x="149870" y="172842"/>
                  </a:cubicBezTo>
                  <a:cubicBezTo>
                    <a:pt x="142357" y="172842"/>
                    <a:pt x="135666" y="172836"/>
                    <a:pt x="131165" y="172820"/>
                  </a:cubicBezTo>
                  <a:cubicBezTo>
                    <a:pt x="130316" y="172592"/>
                    <a:pt x="129990" y="172005"/>
                    <a:pt x="130186" y="171026"/>
                  </a:cubicBezTo>
                  <a:cubicBezTo>
                    <a:pt x="131817" y="164111"/>
                    <a:pt x="136253" y="160588"/>
                    <a:pt x="143430" y="160588"/>
                  </a:cubicBezTo>
                  <a:lnTo>
                    <a:pt x="157391" y="160588"/>
                  </a:lnTo>
                  <a:cubicBezTo>
                    <a:pt x="159087" y="160588"/>
                    <a:pt x="160457" y="159250"/>
                    <a:pt x="160457" y="157554"/>
                  </a:cubicBezTo>
                  <a:cubicBezTo>
                    <a:pt x="160457" y="149236"/>
                    <a:pt x="166590" y="142484"/>
                    <a:pt x="174125" y="142484"/>
                  </a:cubicBezTo>
                  <a:close/>
                  <a:moveTo>
                    <a:pt x="193371" y="116322"/>
                  </a:moveTo>
                  <a:cubicBezTo>
                    <a:pt x="193175" y="125456"/>
                    <a:pt x="191642" y="134361"/>
                    <a:pt x="188739" y="142908"/>
                  </a:cubicBezTo>
                  <a:cubicBezTo>
                    <a:pt x="185118" y="138895"/>
                    <a:pt x="180062" y="136384"/>
                    <a:pt x="174451" y="136384"/>
                  </a:cubicBezTo>
                  <a:lnTo>
                    <a:pt x="174125" y="136384"/>
                  </a:lnTo>
                  <a:cubicBezTo>
                    <a:pt x="164176" y="136384"/>
                    <a:pt x="155923" y="144245"/>
                    <a:pt x="154520" y="154488"/>
                  </a:cubicBezTo>
                  <a:lnTo>
                    <a:pt x="143430" y="154488"/>
                  </a:lnTo>
                  <a:cubicBezTo>
                    <a:pt x="129827" y="154488"/>
                    <a:pt x="125554" y="163980"/>
                    <a:pt x="124216" y="169623"/>
                  </a:cubicBezTo>
                  <a:cubicBezTo>
                    <a:pt x="123173" y="174060"/>
                    <a:pt x="126402" y="178920"/>
                    <a:pt x="131165" y="178953"/>
                  </a:cubicBezTo>
                  <a:lnTo>
                    <a:pt x="165415" y="178953"/>
                  </a:lnTo>
                  <a:cubicBezTo>
                    <a:pt x="158174" y="185738"/>
                    <a:pt x="149921" y="191185"/>
                    <a:pt x="140787" y="195230"/>
                  </a:cubicBezTo>
                  <a:cubicBezTo>
                    <a:pt x="129599" y="200155"/>
                    <a:pt x="117660" y="202667"/>
                    <a:pt x="105330" y="202667"/>
                  </a:cubicBezTo>
                  <a:cubicBezTo>
                    <a:pt x="95707" y="202667"/>
                    <a:pt x="86312" y="201101"/>
                    <a:pt x="77309" y="198100"/>
                  </a:cubicBezTo>
                  <a:cubicBezTo>
                    <a:pt x="78157" y="196535"/>
                    <a:pt x="78386" y="194708"/>
                    <a:pt x="77929" y="192979"/>
                  </a:cubicBezTo>
                  <a:cubicBezTo>
                    <a:pt x="76591" y="187760"/>
                    <a:pt x="72384" y="179050"/>
                    <a:pt x="59009" y="179050"/>
                  </a:cubicBezTo>
                  <a:lnTo>
                    <a:pt x="55356" y="179050"/>
                  </a:lnTo>
                  <a:cubicBezTo>
                    <a:pt x="53811" y="169349"/>
                    <a:pt x="45160" y="162560"/>
                    <a:pt x="35748" y="162560"/>
                  </a:cubicBezTo>
                  <a:cubicBezTo>
                    <a:pt x="34432" y="162560"/>
                    <a:pt x="33100" y="162693"/>
                    <a:pt x="31772" y="162969"/>
                  </a:cubicBezTo>
                  <a:cubicBezTo>
                    <a:pt x="22606" y="149073"/>
                    <a:pt x="17615" y="133024"/>
                    <a:pt x="17289" y="116322"/>
                  </a:cubicBezTo>
                  <a:close/>
                  <a:moveTo>
                    <a:pt x="127283" y="0"/>
                  </a:moveTo>
                  <a:cubicBezTo>
                    <a:pt x="125587" y="0"/>
                    <a:pt x="124216" y="1370"/>
                    <a:pt x="124216" y="3066"/>
                  </a:cubicBezTo>
                  <a:lnTo>
                    <a:pt x="124216" y="13342"/>
                  </a:lnTo>
                  <a:lnTo>
                    <a:pt x="122488" y="13342"/>
                  </a:lnTo>
                  <a:cubicBezTo>
                    <a:pt x="120791" y="13342"/>
                    <a:pt x="119421" y="14712"/>
                    <a:pt x="119421" y="16408"/>
                  </a:cubicBezTo>
                  <a:lnTo>
                    <a:pt x="119421" y="33174"/>
                  </a:lnTo>
                  <a:lnTo>
                    <a:pt x="91140" y="33174"/>
                  </a:lnTo>
                  <a:cubicBezTo>
                    <a:pt x="89444" y="33174"/>
                    <a:pt x="88074" y="34544"/>
                    <a:pt x="88074" y="36241"/>
                  </a:cubicBezTo>
                  <a:lnTo>
                    <a:pt x="88074" y="61684"/>
                  </a:lnTo>
                  <a:lnTo>
                    <a:pt x="62859" y="61684"/>
                  </a:lnTo>
                  <a:lnTo>
                    <a:pt x="62859" y="52094"/>
                  </a:lnTo>
                  <a:cubicBezTo>
                    <a:pt x="62859" y="50398"/>
                    <a:pt x="61488" y="49028"/>
                    <a:pt x="59792" y="49028"/>
                  </a:cubicBezTo>
                  <a:lnTo>
                    <a:pt x="57802" y="49028"/>
                  </a:lnTo>
                  <a:lnTo>
                    <a:pt x="57802" y="46157"/>
                  </a:lnTo>
                  <a:cubicBezTo>
                    <a:pt x="57802" y="39666"/>
                    <a:pt x="53268" y="34218"/>
                    <a:pt x="47201" y="32848"/>
                  </a:cubicBezTo>
                  <a:lnTo>
                    <a:pt x="47201" y="15364"/>
                  </a:lnTo>
                  <a:cubicBezTo>
                    <a:pt x="47201" y="13374"/>
                    <a:pt x="45668" y="12379"/>
                    <a:pt x="44135" y="12379"/>
                  </a:cubicBezTo>
                  <a:cubicBezTo>
                    <a:pt x="42602" y="12379"/>
                    <a:pt x="41068" y="13374"/>
                    <a:pt x="41068" y="15364"/>
                  </a:cubicBezTo>
                  <a:lnTo>
                    <a:pt x="41068" y="32848"/>
                  </a:lnTo>
                  <a:cubicBezTo>
                    <a:pt x="35001" y="34218"/>
                    <a:pt x="30434" y="39666"/>
                    <a:pt x="30434" y="46157"/>
                  </a:cubicBezTo>
                  <a:lnTo>
                    <a:pt x="30434" y="49028"/>
                  </a:lnTo>
                  <a:lnTo>
                    <a:pt x="28445" y="49028"/>
                  </a:lnTo>
                  <a:cubicBezTo>
                    <a:pt x="26781" y="49028"/>
                    <a:pt x="25411" y="50398"/>
                    <a:pt x="25411" y="52094"/>
                  </a:cubicBezTo>
                  <a:lnTo>
                    <a:pt x="25411" y="94108"/>
                  </a:lnTo>
                  <a:cubicBezTo>
                    <a:pt x="17191" y="96457"/>
                    <a:pt x="11156" y="104025"/>
                    <a:pt x="11156" y="112963"/>
                  </a:cubicBezTo>
                  <a:cubicBezTo>
                    <a:pt x="11156" y="131491"/>
                    <a:pt x="15886" y="149529"/>
                    <a:pt x="25933" y="165220"/>
                  </a:cubicBezTo>
                  <a:cubicBezTo>
                    <a:pt x="20909" y="168155"/>
                    <a:pt x="17289" y="173277"/>
                    <a:pt x="16408" y="179246"/>
                  </a:cubicBezTo>
                  <a:cubicBezTo>
                    <a:pt x="9231" y="180355"/>
                    <a:pt x="3295" y="185607"/>
                    <a:pt x="1207" y="193012"/>
                  </a:cubicBezTo>
                  <a:cubicBezTo>
                    <a:pt x="0" y="197318"/>
                    <a:pt x="3458" y="201786"/>
                    <a:pt x="7861" y="201786"/>
                  </a:cubicBezTo>
                  <a:cubicBezTo>
                    <a:pt x="7861" y="201786"/>
                    <a:pt x="14875" y="201819"/>
                    <a:pt x="24498" y="201819"/>
                  </a:cubicBezTo>
                  <a:cubicBezTo>
                    <a:pt x="28347" y="201819"/>
                    <a:pt x="28347" y="195719"/>
                    <a:pt x="24498" y="195719"/>
                  </a:cubicBezTo>
                  <a:cubicBezTo>
                    <a:pt x="14875" y="195687"/>
                    <a:pt x="7861" y="195687"/>
                    <a:pt x="7861" y="195687"/>
                  </a:cubicBezTo>
                  <a:cubicBezTo>
                    <a:pt x="7372" y="195687"/>
                    <a:pt x="6981" y="195132"/>
                    <a:pt x="7079" y="194675"/>
                  </a:cubicBezTo>
                  <a:cubicBezTo>
                    <a:pt x="8742" y="188902"/>
                    <a:pt x="13505" y="185150"/>
                    <a:pt x="19278" y="185150"/>
                  </a:cubicBezTo>
                  <a:cubicBezTo>
                    <a:pt x="20942" y="185150"/>
                    <a:pt x="22312" y="183780"/>
                    <a:pt x="22312" y="182084"/>
                  </a:cubicBezTo>
                  <a:cubicBezTo>
                    <a:pt x="22312" y="174712"/>
                    <a:pt x="28347" y="168677"/>
                    <a:pt x="35751" y="168677"/>
                  </a:cubicBezTo>
                  <a:cubicBezTo>
                    <a:pt x="43123" y="168677"/>
                    <a:pt x="49484" y="174582"/>
                    <a:pt x="49484" y="182084"/>
                  </a:cubicBezTo>
                  <a:cubicBezTo>
                    <a:pt x="49484" y="183780"/>
                    <a:pt x="50854" y="185150"/>
                    <a:pt x="52518" y="185150"/>
                  </a:cubicBezTo>
                  <a:lnTo>
                    <a:pt x="59009" y="185150"/>
                  </a:lnTo>
                  <a:cubicBezTo>
                    <a:pt x="66055" y="185150"/>
                    <a:pt x="70426" y="188282"/>
                    <a:pt x="71992" y="194480"/>
                  </a:cubicBezTo>
                  <a:cubicBezTo>
                    <a:pt x="72090" y="195197"/>
                    <a:pt x="71764" y="195621"/>
                    <a:pt x="71046" y="195719"/>
                  </a:cubicBezTo>
                  <a:lnTo>
                    <a:pt x="40775" y="195719"/>
                  </a:lnTo>
                  <a:cubicBezTo>
                    <a:pt x="36926" y="195719"/>
                    <a:pt x="36926" y="201852"/>
                    <a:pt x="40775" y="201852"/>
                  </a:cubicBezTo>
                  <a:cubicBezTo>
                    <a:pt x="50528" y="201852"/>
                    <a:pt x="60314" y="201852"/>
                    <a:pt x="70100" y="201819"/>
                  </a:cubicBezTo>
                  <a:cubicBezTo>
                    <a:pt x="70296" y="201982"/>
                    <a:pt x="70524" y="202113"/>
                    <a:pt x="70785" y="202243"/>
                  </a:cubicBezTo>
                  <a:cubicBezTo>
                    <a:pt x="81778" y="206582"/>
                    <a:pt x="93423" y="208767"/>
                    <a:pt x="105330" y="208767"/>
                  </a:cubicBezTo>
                  <a:cubicBezTo>
                    <a:pt x="118508" y="208767"/>
                    <a:pt x="131295" y="206092"/>
                    <a:pt x="143266" y="200808"/>
                  </a:cubicBezTo>
                  <a:cubicBezTo>
                    <a:pt x="154814" y="195719"/>
                    <a:pt x="165122" y="188445"/>
                    <a:pt x="173831" y="179214"/>
                  </a:cubicBezTo>
                  <a:cubicBezTo>
                    <a:pt x="173897" y="179116"/>
                    <a:pt x="173994" y="179050"/>
                    <a:pt x="174060" y="178953"/>
                  </a:cubicBezTo>
                  <a:cubicBezTo>
                    <a:pt x="189391" y="178920"/>
                    <a:pt x="202472" y="178920"/>
                    <a:pt x="202732" y="178920"/>
                  </a:cubicBezTo>
                  <a:cubicBezTo>
                    <a:pt x="207430" y="178920"/>
                    <a:pt x="210594" y="174092"/>
                    <a:pt x="209452" y="169689"/>
                  </a:cubicBezTo>
                  <a:cubicBezTo>
                    <a:pt x="207365" y="161631"/>
                    <a:pt x="201362" y="155923"/>
                    <a:pt x="194056" y="154716"/>
                  </a:cubicBezTo>
                  <a:cubicBezTo>
                    <a:pt x="194023" y="154455"/>
                    <a:pt x="192620" y="150019"/>
                    <a:pt x="192816" y="149497"/>
                  </a:cubicBezTo>
                  <a:cubicBezTo>
                    <a:pt x="197448" y="137917"/>
                    <a:pt x="199503" y="125684"/>
                    <a:pt x="199503" y="113289"/>
                  </a:cubicBezTo>
                  <a:cubicBezTo>
                    <a:pt x="199503" y="111593"/>
                    <a:pt x="198133" y="110223"/>
                    <a:pt x="196437" y="110223"/>
                  </a:cubicBezTo>
                  <a:lnTo>
                    <a:pt x="188217" y="110223"/>
                  </a:lnTo>
                  <a:lnTo>
                    <a:pt x="188217" y="75972"/>
                  </a:lnTo>
                  <a:cubicBezTo>
                    <a:pt x="188217" y="74275"/>
                    <a:pt x="186879" y="72905"/>
                    <a:pt x="185183" y="72905"/>
                  </a:cubicBezTo>
                  <a:lnTo>
                    <a:pt x="156902" y="72905"/>
                  </a:lnTo>
                  <a:lnTo>
                    <a:pt x="156902" y="47070"/>
                  </a:lnTo>
                  <a:cubicBezTo>
                    <a:pt x="156902" y="45097"/>
                    <a:pt x="155368" y="44110"/>
                    <a:pt x="153835" y="44110"/>
                  </a:cubicBezTo>
                  <a:cubicBezTo>
                    <a:pt x="152302" y="44110"/>
                    <a:pt x="150769" y="45097"/>
                    <a:pt x="150769" y="47070"/>
                  </a:cubicBezTo>
                  <a:lnTo>
                    <a:pt x="150769" y="109896"/>
                  </a:lnTo>
                  <a:lnTo>
                    <a:pt x="125554" y="109896"/>
                  </a:lnTo>
                  <a:lnTo>
                    <a:pt x="125554" y="19474"/>
                  </a:lnTo>
                  <a:lnTo>
                    <a:pt x="150769" y="19474"/>
                  </a:lnTo>
                  <a:lnTo>
                    <a:pt x="150769" y="30761"/>
                  </a:lnTo>
                  <a:cubicBezTo>
                    <a:pt x="150769" y="32750"/>
                    <a:pt x="152302" y="33745"/>
                    <a:pt x="153835" y="33745"/>
                  </a:cubicBezTo>
                  <a:cubicBezTo>
                    <a:pt x="155368" y="33745"/>
                    <a:pt x="156902" y="32750"/>
                    <a:pt x="156902" y="30761"/>
                  </a:cubicBezTo>
                  <a:lnTo>
                    <a:pt x="156902" y="16408"/>
                  </a:lnTo>
                  <a:cubicBezTo>
                    <a:pt x="156902" y="14712"/>
                    <a:pt x="155532" y="13342"/>
                    <a:pt x="153835" y="13342"/>
                  </a:cubicBezTo>
                  <a:lnTo>
                    <a:pt x="152106" y="13342"/>
                  </a:lnTo>
                  <a:lnTo>
                    <a:pt x="152106" y="3066"/>
                  </a:lnTo>
                  <a:cubicBezTo>
                    <a:pt x="152106" y="1370"/>
                    <a:pt x="150736" y="0"/>
                    <a:pt x="1490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64"/>
            <p:cNvSpPr/>
            <p:nvPr/>
          </p:nvSpPr>
          <p:spPr>
            <a:xfrm>
              <a:off x="2619375" y="3461775"/>
              <a:ext cx="1343125" cy="690750"/>
            </a:xfrm>
            <a:custGeom>
              <a:rect b="b" l="l" r="r" t="t"/>
              <a:pathLst>
                <a:path extrusionOk="0" h="27630" w="53725">
                  <a:moveTo>
                    <a:pt x="29325" y="6133"/>
                  </a:moveTo>
                  <a:cubicBezTo>
                    <a:pt x="33533" y="6133"/>
                    <a:pt x="36958" y="9558"/>
                    <a:pt x="36958" y="13733"/>
                  </a:cubicBezTo>
                  <a:cubicBezTo>
                    <a:pt x="36958" y="15430"/>
                    <a:pt x="38328" y="16800"/>
                    <a:pt x="40025" y="16800"/>
                  </a:cubicBezTo>
                  <a:cubicBezTo>
                    <a:pt x="43026" y="16800"/>
                    <a:pt x="45537" y="18626"/>
                    <a:pt x="46646" y="21497"/>
                  </a:cubicBezTo>
                  <a:cubicBezTo>
                    <a:pt x="43558" y="21497"/>
                    <a:pt x="31743" y="21511"/>
                    <a:pt x="21019" y="21511"/>
                  </a:cubicBezTo>
                  <a:cubicBezTo>
                    <a:pt x="15658" y="21511"/>
                    <a:pt x="10569" y="21508"/>
                    <a:pt x="6981" y="21497"/>
                  </a:cubicBezTo>
                  <a:cubicBezTo>
                    <a:pt x="7992" y="18333"/>
                    <a:pt x="10373" y="16800"/>
                    <a:pt x="14255" y="16800"/>
                  </a:cubicBezTo>
                  <a:lnTo>
                    <a:pt x="18430" y="16800"/>
                  </a:lnTo>
                  <a:cubicBezTo>
                    <a:pt x="20126" y="16800"/>
                    <a:pt x="21496" y="15430"/>
                    <a:pt x="21496" y="13733"/>
                  </a:cubicBezTo>
                  <a:cubicBezTo>
                    <a:pt x="21496" y="9558"/>
                    <a:pt x="24922" y="6133"/>
                    <a:pt x="29130" y="6133"/>
                  </a:cubicBezTo>
                  <a:close/>
                  <a:moveTo>
                    <a:pt x="29130" y="0"/>
                  </a:moveTo>
                  <a:cubicBezTo>
                    <a:pt x="22606" y="0"/>
                    <a:pt x="17125" y="4567"/>
                    <a:pt x="15723" y="10700"/>
                  </a:cubicBezTo>
                  <a:cubicBezTo>
                    <a:pt x="15459" y="10690"/>
                    <a:pt x="15196" y="10684"/>
                    <a:pt x="14934" y="10684"/>
                  </a:cubicBezTo>
                  <a:cubicBezTo>
                    <a:pt x="8432" y="10684"/>
                    <a:pt x="2638" y="13808"/>
                    <a:pt x="913" y="20518"/>
                  </a:cubicBezTo>
                  <a:cubicBezTo>
                    <a:pt x="0" y="24074"/>
                    <a:pt x="2740" y="27629"/>
                    <a:pt x="6393" y="27629"/>
                  </a:cubicBezTo>
                  <a:cubicBezTo>
                    <a:pt x="9036" y="27629"/>
                    <a:pt x="47201" y="27597"/>
                    <a:pt x="47397" y="27597"/>
                  </a:cubicBezTo>
                  <a:cubicBezTo>
                    <a:pt x="50952" y="27597"/>
                    <a:pt x="53725" y="23943"/>
                    <a:pt x="52746" y="20551"/>
                  </a:cubicBezTo>
                  <a:cubicBezTo>
                    <a:pt x="51344" y="15593"/>
                    <a:pt x="47527" y="12004"/>
                    <a:pt x="42797" y="10993"/>
                  </a:cubicBezTo>
                  <a:cubicBezTo>
                    <a:pt x="41492" y="4730"/>
                    <a:pt x="35947" y="0"/>
                    <a:pt x="293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1" name="Shape 2371"/>
        <p:cNvGrpSpPr/>
        <p:nvPr/>
      </p:nvGrpSpPr>
      <p:grpSpPr>
        <a:xfrm>
          <a:off x="0" y="0"/>
          <a:ext cx="0" cy="0"/>
          <a:chOff x="0" y="0"/>
          <a:chExt cx="0" cy="0"/>
        </a:xfrm>
      </p:grpSpPr>
      <p:sp>
        <p:nvSpPr>
          <p:cNvPr id="2372" name="Google Shape;2372;p1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73" name="Google Shape;2373;p16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74" name="Google Shape;2374;p16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8" name="Shape 2378"/>
        <p:cNvGrpSpPr/>
        <p:nvPr/>
      </p:nvGrpSpPr>
      <p:grpSpPr>
        <a:xfrm>
          <a:off x="0" y="0"/>
          <a:ext cx="0" cy="0"/>
          <a:chOff x="0" y="0"/>
          <a:chExt cx="0" cy="0"/>
        </a:xfrm>
      </p:grpSpPr>
      <p:sp>
        <p:nvSpPr>
          <p:cNvPr id="2379" name="Google Shape;2379;p166"/>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380" name="Google Shape;2380;p166"/>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381" name="Google Shape;2381;p166"/>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85" name="Shape 2385"/>
        <p:cNvGrpSpPr/>
        <p:nvPr/>
      </p:nvGrpSpPr>
      <p:grpSpPr>
        <a:xfrm>
          <a:off x="0" y="0"/>
          <a:ext cx="0" cy="0"/>
          <a:chOff x="0" y="0"/>
          <a:chExt cx="0" cy="0"/>
        </a:xfrm>
      </p:grpSpPr>
      <p:sp>
        <p:nvSpPr>
          <p:cNvPr id="2386" name="Google Shape;2386;p1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387" name="Google Shape;2387;p167"/>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88" name="Google Shape;2388;p167"/>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Roboto Squada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https://fonts.google.com/specimen/Squada+One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a:solidFill>
                <a:srgbClr val="435D74"/>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Roboto Condensed</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389" name="Google Shape;2389;p167"/>
          <p:cNvGrpSpPr/>
          <p:nvPr/>
        </p:nvGrpSpPr>
        <p:grpSpPr>
          <a:xfrm>
            <a:off x="1640401" y="3550879"/>
            <a:ext cx="5863203" cy="724862"/>
            <a:chOff x="1640401" y="3550879"/>
            <a:chExt cx="5863203" cy="724862"/>
          </a:xfrm>
        </p:grpSpPr>
        <p:grpSp>
          <p:nvGrpSpPr>
            <p:cNvPr id="2390" name="Google Shape;2390;p167"/>
            <p:cNvGrpSpPr/>
            <p:nvPr/>
          </p:nvGrpSpPr>
          <p:grpSpPr>
            <a:xfrm>
              <a:off x="1640413" y="3550879"/>
              <a:ext cx="4842768" cy="724862"/>
              <a:chOff x="2170376" y="3550879"/>
              <a:chExt cx="4842768" cy="724862"/>
            </a:xfrm>
          </p:grpSpPr>
          <p:grpSp>
            <p:nvGrpSpPr>
              <p:cNvPr id="2391" name="Google Shape;2391;p167"/>
              <p:cNvGrpSpPr/>
              <p:nvPr/>
            </p:nvGrpSpPr>
            <p:grpSpPr>
              <a:xfrm>
                <a:off x="2170376" y="3550879"/>
                <a:ext cx="760615" cy="724862"/>
                <a:chOff x="2072503" y="3521476"/>
                <a:chExt cx="791400" cy="754200"/>
              </a:xfrm>
            </p:grpSpPr>
            <p:sp>
              <p:nvSpPr>
                <p:cNvPr id="2392" name="Google Shape;2392;p167"/>
                <p:cNvSpPr/>
                <p:nvPr/>
              </p:nvSpPr>
              <p:spPr>
                <a:xfrm>
                  <a:off x="2072503" y="3521476"/>
                  <a:ext cx="791400" cy="754200"/>
                </a:xfrm>
                <a:prstGeom prst="roundRect">
                  <a:avLst>
                    <a:gd fmla="val 16667" name="adj"/>
                  </a:avLst>
                </a:prstGeom>
                <a:solidFill>
                  <a:srgbClr val="0737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393" name="Google Shape;2393;p167"/>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#073763</a:t>
                  </a:r>
                  <a:endParaRPr sz="1000">
                    <a:solidFill>
                      <a:srgbClr val="FFFFFF"/>
                    </a:solidFill>
                  </a:endParaRPr>
                </a:p>
              </p:txBody>
            </p:sp>
          </p:grpSp>
          <p:grpSp>
            <p:nvGrpSpPr>
              <p:cNvPr id="2394" name="Google Shape;2394;p167"/>
              <p:cNvGrpSpPr/>
              <p:nvPr/>
            </p:nvGrpSpPr>
            <p:grpSpPr>
              <a:xfrm>
                <a:off x="3190910" y="3550879"/>
                <a:ext cx="760615" cy="724862"/>
                <a:chOff x="3134343" y="3521476"/>
                <a:chExt cx="791400" cy="754200"/>
              </a:xfrm>
            </p:grpSpPr>
            <p:sp>
              <p:nvSpPr>
                <p:cNvPr id="2395" name="Google Shape;2395;p167"/>
                <p:cNvSpPr/>
                <p:nvPr/>
              </p:nvSpPr>
              <p:spPr>
                <a:xfrm>
                  <a:off x="3134343" y="3521476"/>
                  <a:ext cx="791400" cy="754200"/>
                </a:xfrm>
                <a:prstGeom prst="roundRect">
                  <a:avLst>
                    <a:gd fmla="val 16667" name="adj"/>
                  </a:avLst>
                </a:prstGeom>
                <a:solidFill>
                  <a:srgbClr val="4238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#0b5394</a:t>
                  </a:r>
                  <a:endParaRPr sz="1000">
                    <a:solidFill>
                      <a:srgbClr val="FFFFFF"/>
                    </a:solidFill>
                  </a:endParaRPr>
                </a:p>
              </p:txBody>
            </p:sp>
          </p:grpSp>
          <p:grpSp>
            <p:nvGrpSpPr>
              <p:cNvPr id="2397" name="Google Shape;2397;p167"/>
              <p:cNvGrpSpPr/>
              <p:nvPr/>
            </p:nvGrpSpPr>
            <p:grpSpPr>
              <a:xfrm>
                <a:off x="4211439" y="3550879"/>
                <a:ext cx="760620" cy="724862"/>
                <a:chOff x="4196177" y="3521476"/>
                <a:chExt cx="791405" cy="754200"/>
              </a:xfrm>
            </p:grpSpPr>
            <p:sp>
              <p:nvSpPr>
                <p:cNvPr id="2398" name="Google Shape;2398;p167"/>
                <p:cNvSpPr/>
                <p:nvPr/>
              </p:nvSpPr>
              <p:spPr>
                <a:xfrm>
                  <a:off x="4196177" y="3521476"/>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399" name="Google Shape;2399;p167"/>
                <p:cNvSpPr txBox="1"/>
                <p:nvPr/>
              </p:nvSpPr>
              <p:spPr>
                <a:xfrm>
                  <a:off x="419618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#3d85c6</a:t>
                  </a:r>
                  <a:endParaRPr sz="1000">
                    <a:solidFill>
                      <a:srgbClr val="FFFFFF"/>
                    </a:solidFill>
                  </a:endParaRPr>
                </a:p>
              </p:txBody>
            </p:sp>
          </p:grpSp>
          <p:grpSp>
            <p:nvGrpSpPr>
              <p:cNvPr id="2400" name="Google Shape;2400;p167"/>
              <p:cNvGrpSpPr/>
              <p:nvPr/>
            </p:nvGrpSpPr>
            <p:grpSpPr>
              <a:xfrm>
                <a:off x="6252519" y="3550879"/>
                <a:ext cx="760625" cy="724862"/>
                <a:chOff x="5258012" y="3521476"/>
                <a:chExt cx="791411" cy="754200"/>
              </a:xfrm>
            </p:grpSpPr>
            <p:sp>
              <p:nvSpPr>
                <p:cNvPr id="2401" name="Google Shape;2401;p167"/>
                <p:cNvSpPr/>
                <p:nvPr/>
              </p:nvSpPr>
              <p:spPr>
                <a:xfrm>
                  <a:off x="5258012" y="3521476"/>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02" name="Google Shape;2402;p167"/>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#00d6c0</a:t>
                  </a:r>
                  <a:endParaRPr sz="1000">
                    <a:solidFill>
                      <a:srgbClr val="FFFFFF"/>
                    </a:solidFill>
                  </a:endParaRPr>
                </a:p>
              </p:txBody>
            </p:sp>
          </p:grpSp>
          <p:grpSp>
            <p:nvGrpSpPr>
              <p:cNvPr id="2403" name="Google Shape;2403;p167"/>
              <p:cNvGrpSpPr/>
              <p:nvPr/>
            </p:nvGrpSpPr>
            <p:grpSpPr>
              <a:xfrm>
                <a:off x="5231985" y="3550879"/>
                <a:ext cx="760615" cy="724862"/>
                <a:chOff x="3134343" y="3521476"/>
                <a:chExt cx="791400" cy="754200"/>
              </a:xfrm>
            </p:grpSpPr>
            <p:sp>
              <p:nvSpPr>
                <p:cNvPr id="2404" name="Google Shape;2404;p167"/>
                <p:cNvSpPr/>
                <p:nvPr/>
              </p:nvSpPr>
              <p:spPr>
                <a:xfrm>
                  <a:off x="3134343" y="3521476"/>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#9ba2ff</a:t>
                  </a:r>
                  <a:endParaRPr sz="1000">
                    <a:solidFill>
                      <a:srgbClr val="FFFFFF"/>
                    </a:solidFill>
                  </a:endParaRPr>
                </a:p>
              </p:txBody>
            </p:sp>
          </p:grpSp>
        </p:grpSp>
        <p:grpSp>
          <p:nvGrpSpPr>
            <p:cNvPr id="2406" name="Google Shape;2406;p167"/>
            <p:cNvGrpSpPr/>
            <p:nvPr/>
          </p:nvGrpSpPr>
          <p:grpSpPr>
            <a:xfrm>
              <a:off x="1640401" y="3550879"/>
              <a:ext cx="4842768" cy="724862"/>
              <a:chOff x="2170376" y="3550879"/>
              <a:chExt cx="4842768" cy="724862"/>
            </a:xfrm>
          </p:grpSpPr>
          <p:grpSp>
            <p:nvGrpSpPr>
              <p:cNvPr id="2407" name="Google Shape;2407;p167"/>
              <p:cNvGrpSpPr/>
              <p:nvPr/>
            </p:nvGrpSpPr>
            <p:grpSpPr>
              <a:xfrm>
                <a:off x="2170376" y="3550879"/>
                <a:ext cx="760615" cy="724862"/>
                <a:chOff x="2072503" y="3521476"/>
                <a:chExt cx="791400" cy="754200"/>
              </a:xfrm>
            </p:grpSpPr>
            <p:sp>
              <p:nvSpPr>
                <p:cNvPr id="2408" name="Google Shape;2408;p167"/>
                <p:cNvSpPr/>
                <p:nvPr/>
              </p:nvSpPr>
              <p:spPr>
                <a:xfrm>
                  <a:off x="2072503" y="3521476"/>
                  <a:ext cx="791400" cy="754200"/>
                </a:xfrm>
                <a:prstGeom prst="roundRect">
                  <a:avLst>
                    <a:gd fmla="val 16667" name="adj"/>
                  </a:avLst>
                </a:prstGeom>
                <a:solidFill>
                  <a:srgbClr val="88D3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09" name="Google Shape;2409;p167"/>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#88d3ce</a:t>
                  </a:r>
                  <a:endParaRPr sz="1000">
                    <a:solidFill>
                      <a:srgbClr val="FFFFFF"/>
                    </a:solidFill>
                  </a:endParaRPr>
                </a:p>
              </p:txBody>
            </p:sp>
          </p:grpSp>
          <p:grpSp>
            <p:nvGrpSpPr>
              <p:cNvPr id="2410" name="Google Shape;2410;p167"/>
              <p:cNvGrpSpPr/>
              <p:nvPr/>
            </p:nvGrpSpPr>
            <p:grpSpPr>
              <a:xfrm>
                <a:off x="3190910" y="3550879"/>
                <a:ext cx="760615" cy="724862"/>
                <a:chOff x="3134343" y="3521476"/>
                <a:chExt cx="791400" cy="754200"/>
              </a:xfrm>
            </p:grpSpPr>
            <p:sp>
              <p:nvSpPr>
                <p:cNvPr id="2411" name="Google Shape;2411;p167"/>
                <p:cNvSpPr/>
                <p:nvPr/>
              </p:nvSpPr>
              <p:spPr>
                <a:xfrm>
                  <a:off x="3134343" y="3521476"/>
                  <a:ext cx="791400" cy="754200"/>
                </a:xfrm>
                <a:prstGeom prst="roundRect">
                  <a:avLst>
                    <a:gd fmla="val 16667" name="adj"/>
                  </a:avLst>
                </a:prstGeom>
                <a:solidFill>
                  <a:srgbClr val="4238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#423864</a:t>
                  </a:r>
                  <a:endParaRPr sz="1000">
                    <a:solidFill>
                      <a:srgbClr val="FFFFFF"/>
                    </a:solidFill>
                  </a:endParaRPr>
                </a:p>
              </p:txBody>
            </p:sp>
          </p:grpSp>
          <p:grpSp>
            <p:nvGrpSpPr>
              <p:cNvPr id="2413" name="Google Shape;2413;p167"/>
              <p:cNvGrpSpPr/>
              <p:nvPr/>
            </p:nvGrpSpPr>
            <p:grpSpPr>
              <a:xfrm>
                <a:off x="4211439" y="3550879"/>
                <a:ext cx="760620" cy="724862"/>
                <a:chOff x="4196177" y="3521476"/>
                <a:chExt cx="791405" cy="754200"/>
              </a:xfrm>
            </p:grpSpPr>
            <p:sp>
              <p:nvSpPr>
                <p:cNvPr id="2414" name="Google Shape;2414;p167"/>
                <p:cNvSpPr/>
                <p:nvPr/>
              </p:nvSpPr>
              <p:spPr>
                <a:xfrm>
                  <a:off x="4196177" y="3521476"/>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15" name="Google Shape;2415;p167"/>
                <p:cNvSpPr txBox="1"/>
                <p:nvPr/>
              </p:nvSpPr>
              <p:spPr>
                <a:xfrm>
                  <a:off x="419618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#ffffff</a:t>
                  </a:r>
                  <a:endParaRPr sz="1000">
                    <a:solidFill>
                      <a:srgbClr val="434343"/>
                    </a:solidFill>
                  </a:endParaRPr>
                </a:p>
              </p:txBody>
            </p:sp>
          </p:grpSp>
          <p:grpSp>
            <p:nvGrpSpPr>
              <p:cNvPr id="2416" name="Google Shape;2416;p167"/>
              <p:cNvGrpSpPr/>
              <p:nvPr/>
            </p:nvGrpSpPr>
            <p:grpSpPr>
              <a:xfrm>
                <a:off x="6252519" y="3550879"/>
                <a:ext cx="760625" cy="724862"/>
                <a:chOff x="5258012" y="3521476"/>
                <a:chExt cx="791411" cy="754200"/>
              </a:xfrm>
            </p:grpSpPr>
            <p:sp>
              <p:nvSpPr>
                <p:cNvPr id="2417" name="Google Shape;2417;p167"/>
                <p:cNvSpPr/>
                <p:nvPr/>
              </p:nvSpPr>
              <p:spPr>
                <a:xfrm>
                  <a:off x="5258012" y="3521476"/>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18" name="Google Shape;2418;p167"/>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#d9d9d9</a:t>
                  </a:r>
                  <a:endParaRPr sz="1000">
                    <a:solidFill>
                      <a:srgbClr val="FFFFFF"/>
                    </a:solidFill>
                  </a:endParaRPr>
                </a:p>
              </p:txBody>
            </p:sp>
          </p:grpSp>
          <p:grpSp>
            <p:nvGrpSpPr>
              <p:cNvPr id="2419" name="Google Shape;2419;p167"/>
              <p:cNvGrpSpPr/>
              <p:nvPr/>
            </p:nvGrpSpPr>
            <p:grpSpPr>
              <a:xfrm>
                <a:off x="5231985" y="3550879"/>
                <a:ext cx="760615" cy="724862"/>
                <a:chOff x="3134343" y="3521476"/>
                <a:chExt cx="791400" cy="754200"/>
              </a:xfrm>
            </p:grpSpPr>
            <p:sp>
              <p:nvSpPr>
                <p:cNvPr id="2420" name="Google Shape;2420;p167"/>
                <p:cNvSpPr/>
                <p:nvPr/>
              </p:nvSpPr>
              <p:spPr>
                <a:xfrm>
                  <a:off x="3134343" y="3521476"/>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67"/>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#efefef</a:t>
                  </a:r>
                  <a:endParaRPr sz="1000">
                    <a:solidFill>
                      <a:srgbClr val="434343"/>
                    </a:solidFill>
                  </a:endParaRPr>
                </a:p>
              </p:txBody>
            </p:sp>
          </p:grpSp>
        </p:grpSp>
        <p:grpSp>
          <p:nvGrpSpPr>
            <p:cNvPr id="2422" name="Google Shape;2422;p167"/>
            <p:cNvGrpSpPr/>
            <p:nvPr/>
          </p:nvGrpSpPr>
          <p:grpSpPr>
            <a:xfrm>
              <a:off x="6743094" y="3550879"/>
              <a:ext cx="760510" cy="724800"/>
              <a:chOff x="6743094" y="3550879"/>
              <a:chExt cx="760510" cy="724800"/>
            </a:xfrm>
          </p:grpSpPr>
          <p:sp>
            <p:nvSpPr>
              <p:cNvPr id="2423" name="Google Shape;2423;p167"/>
              <p:cNvSpPr/>
              <p:nvPr/>
            </p:nvSpPr>
            <p:spPr>
              <a:xfrm>
                <a:off x="6743094" y="3550879"/>
                <a:ext cx="760500" cy="724800"/>
              </a:xfrm>
              <a:prstGeom prst="roundRect">
                <a:avLst>
                  <a:gd fmla="val 16667" name="adj"/>
                </a:avLst>
              </a:prstGeom>
              <a:solidFill>
                <a:srgbClr val="CCCCC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t/>
                </a:r>
                <a:endParaRPr sz="1400"/>
              </a:p>
            </p:txBody>
          </p:sp>
          <p:sp>
            <p:nvSpPr>
              <p:cNvPr id="2424" name="Google Shape;2424;p167"/>
              <p:cNvSpPr txBox="1"/>
              <p:nvPr/>
            </p:nvSpPr>
            <p:spPr>
              <a:xfrm>
                <a:off x="6743104" y="3701820"/>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#cccccc</a:t>
                </a:r>
                <a:endParaRPr sz="1000">
                  <a:solidFill>
                    <a:srgbClr val="FFFFFF"/>
                  </a:solidFill>
                </a:endParaRPr>
              </a:p>
            </p:txBody>
          </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28" name="Shape 2428"/>
        <p:cNvGrpSpPr/>
        <p:nvPr/>
      </p:nvGrpSpPr>
      <p:grpSpPr>
        <a:xfrm>
          <a:off x="0" y="0"/>
          <a:ext cx="0" cy="0"/>
          <a:chOff x="0" y="0"/>
          <a:chExt cx="0" cy="0"/>
        </a:xfrm>
      </p:grpSpPr>
      <p:grpSp>
        <p:nvGrpSpPr>
          <p:cNvPr id="2429" name="Google Shape;2429;p168"/>
          <p:cNvGrpSpPr/>
          <p:nvPr/>
        </p:nvGrpSpPr>
        <p:grpSpPr>
          <a:xfrm>
            <a:off x="3241227" y="3813430"/>
            <a:ext cx="509388" cy="508710"/>
            <a:chOff x="3514800" y="5145975"/>
            <a:chExt cx="233525" cy="233225"/>
          </a:xfrm>
        </p:grpSpPr>
        <p:sp>
          <p:nvSpPr>
            <p:cNvPr id="2430" name="Google Shape;2430;p168"/>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68"/>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68"/>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68"/>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68"/>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68"/>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68"/>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68"/>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68"/>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68"/>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68"/>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68"/>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68"/>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168"/>
          <p:cNvGrpSpPr/>
          <p:nvPr/>
        </p:nvGrpSpPr>
        <p:grpSpPr>
          <a:xfrm>
            <a:off x="3930816" y="2321361"/>
            <a:ext cx="474294" cy="551291"/>
            <a:chOff x="4727025" y="1332775"/>
            <a:chExt cx="59900" cy="69625"/>
          </a:xfrm>
        </p:grpSpPr>
        <p:sp>
          <p:nvSpPr>
            <p:cNvPr id="2444" name="Google Shape;2444;p1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 name="Google Shape;2446;p168"/>
          <p:cNvGrpSpPr/>
          <p:nvPr/>
        </p:nvGrpSpPr>
        <p:grpSpPr>
          <a:xfrm>
            <a:off x="4544472" y="2318491"/>
            <a:ext cx="555653" cy="557031"/>
            <a:chOff x="4820425" y="1329900"/>
            <a:chExt cx="70175" cy="70350"/>
          </a:xfrm>
        </p:grpSpPr>
        <p:sp>
          <p:nvSpPr>
            <p:cNvPr id="2447" name="Google Shape;2447;p1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168"/>
          <p:cNvGrpSpPr/>
          <p:nvPr/>
        </p:nvGrpSpPr>
        <p:grpSpPr>
          <a:xfrm>
            <a:off x="5236315" y="2330071"/>
            <a:ext cx="582574" cy="533871"/>
            <a:chOff x="4903200" y="1331525"/>
            <a:chExt cx="73575" cy="67425"/>
          </a:xfrm>
        </p:grpSpPr>
        <p:sp>
          <p:nvSpPr>
            <p:cNvPr id="2452" name="Google Shape;2452;p1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168"/>
          <p:cNvGrpSpPr/>
          <p:nvPr/>
        </p:nvGrpSpPr>
        <p:grpSpPr>
          <a:xfrm>
            <a:off x="3871628" y="3071012"/>
            <a:ext cx="592670" cy="532881"/>
            <a:chOff x="4721625" y="1420750"/>
            <a:chExt cx="74850" cy="67300"/>
          </a:xfrm>
        </p:grpSpPr>
        <p:sp>
          <p:nvSpPr>
            <p:cNvPr id="2455" name="Google Shape;2455;p168"/>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68"/>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68"/>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168"/>
          <p:cNvGrpSpPr/>
          <p:nvPr/>
        </p:nvGrpSpPr>
        <p:grpSpPr>
          <a:xfrm>
            <a:off x="4530318" y="3039736"/>
            <a:ext cx="583960" cy="565345"/>
            <a:chOff x="4815575" y="1416800"/>
            <a:chExt cx="73750" cy="71400"/>
          </a:xfrm>
        </p:grpSpPr>
        <p:sp>
          <p:nvSpPr>
            <p:cNvPr id="2459" name="Google Shape;2459;p1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168"/>
          <p:cNvGrpSpPr/>
          <p:nvPr/>
        </p:nvGrpSpPr>
        <p:grpSpPr>
          <a:xfrm>
            <a:off x="5230575" y="3056166"/>
            <a:ext cx="589898" cy="504970"/>
            <a:chOff x="4902475" y="1418875"/>
            <a:chExt cx="74500" cy="63775"/>
          </a:xfrm>
        </p:grpSpPr>
        <p:sp>
          <p:nvSpPr>
            <p:cNvPr id="2463" name="Google Shape;2463;p1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6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168"/>
          <p:cNvGrpSpPr/>
          <p:nvPr/>
        </p:nvGrpSpPr>
        <p:grpSpPr>
          <a:xfrm>
            <a:off x="4540315" y="3759284"/>
            <a:ext cx="563967" cy="567127"/>
            <a:chOff x="4818100" y="1507675"/>
            <a:chExt cx="71225" cy="71625"/>
          </a:xfrm>
        </p:grpSpPr>
        <p:sp>
          <p:nvSpPr>
            <p:cNvPr id="2466" name="Google Shape;2466;p1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168"/>
          <p:cNvGrpSpPr/>
          <p:nvPr/>
        </p:nvGrpSpPr>
        <p:grpSpPr>
          <a:xfrm>
            <a:off x="3853812" y="3773537"/>
            <a:ext cx="628301" cy="588505"/>
            <a:chOff x="4721450" y="1509475"/>
            <a:chExt cx="79350" cy="74325"/>
          </a:xfrm>
        </p:grpSpPr>
        <p:sp>
          <p:nvSpPr>
            <p:cNvPr id="2471" name="Google Shape;2471;p1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168"/>
          <p:cNvGrpSpPr/>
          <p:nvPr/>
        </p:nvGrpSpPr>
        <p:grpSpPr>
          <a:xfrm>
            <a:off x="5264821" y="3757899"/>
            <a:ext cx="557038" cy="562772"/>
            <a:chOff x="4906800" y="1507500"/>
            <a:chExt cx="70350" cy="71075"/>
          </a:xfrm>
        </p:grpSpPr>
        <p:sp>
          <p:nvSpPr>
            <p:cNvPr id="2476" name="Google Shape;2476;p1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168"/>
          <p:cNvGrpSpPr/>
          <p:nvPr/>
        </p:nvGrpSpPr>
        <p:grpSpPr>
          <a:xfrm>
            <a:off x="1891420" y="3817558"/>
            <a:ext cx="501629" cy="500442"/>
            <a:chOff x="2637425" y="5179000"/>
            <a:chExt cx="196725" cy="196275"/>
          </a:xfrm>
        </p:grpSpPr>
        <p:sp>
          <p:nvSpPr>
            <p:cNvPr id="2482" name="Google Shape;2482;p168"/>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68"/>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68"/>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68"/>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68"/>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68"/>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68"/>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68"/>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68"/>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68"/>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68"/>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68"/>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68"/>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68"/>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68"/>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68"/>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68"/>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68"/>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68"/>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68"/>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68"/>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68"/>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168"/>
          <p:cNvGrpSpPr/>
          <p:nvPr/>
        </p:nvGrpSpPr>
        <p:grpSpPr>
          <a:xfrm>
            <a:off x="2542810" y="3793250"/>
            <a:ext cx="509395" cy="509853"/>
            <a:chOff x="3231350" y="5179700"/>
            <a:chExt cx="194775" cy="194950"/>
          </a:xfrm>
        </p:grpSpPr>
        <p:sp>
          <p:nvSpPr>
            <p:cNvPr id="2505" name="Google Shape;2505;p168"/>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68"/>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68"/>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68"/>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68"/>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68"/>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68"/>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68"/>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68"/>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68"/>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68"/>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68"/>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68"/>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68"/>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68"/>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68"/>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68"/>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68"/>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68"/>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68"/>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68"/>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68"/>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68"/>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68"/>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68"/>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68"/>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68"/>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68"/>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68"/>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68"/>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68"/>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68"/>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68"/>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68"/>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68"/>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68"/>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68"/>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68"/>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68"/>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68"/>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68"/>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68"/>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68"/>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68"/>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68"/>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68"/>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68"/>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68"/>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68"/>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68"/>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68"/>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68"/>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68"/>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68"/>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68"/>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68"/>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68"/>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68"/>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68"/>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168"/>
          <p:cNvGrpSpPr/>
          <p:nvPr/>
        </p:nvGrpSpPr>
        <p:grpSpPr>
          <a:xfrm>
            <a:off x="1221144" y="2343029"/>
            <a:ext cx="508123" cy="507955"/>
            <a:chOff x="1897577" y="2802432"/>
            <a:chExt cx="492176" cy="492014"/>
          </a:xfrm>
        </p:grpSpPr>
        <p:sp>
          <p:nvSpPr>
            <p:cNvPr id="2565" name="Google Shape;2565;p16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6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6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6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6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6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6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6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6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6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68"/>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68"/>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168"/>
          <p:cNvGrpSpPr/>
          <p:nvPr/>
        </p:nvGrpSpPr>
        <p:grpSpPr>
          <a:xfrm>
            <a:off x="1888175" y="3096565"/>
            <a:ext cx="508118" cy="508066"/>
            <a:chOff x="2543222" y="2802319"/>
            <a:chExt cx="492172" cy="492122"/>
          </a:xfrm>
        </p:grpSpPr>
        <p:sp>
          <p:nvSpPr>
            <p:cNvPr id="2578" name="Google Shape;2578;p168"/>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68"/>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68"/>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68"/>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68"/>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68"/>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68"/>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68"/>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68"/>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68"/>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168"/>
          <p:cNvGrpSpPr/>
          <p:nvPr/>
        </p:nvGrpSpPr>
        <p:grpSpPr>
          <a:xfrm>
            <a:off x="3236954" y="2338040"/>
            <a:ext cx="517934" cy="517934"/>
            <a:chOff x="3736598" y="2170606"/>
            <a:chExt cx="404889" cy="404889"/>
          </a:xfrm>
        </p:grpSpPr>
        <p:sp>
          <p:nvSpPr>
            <p:cNvPr id="2589" name="Google Shape;2589;p1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 name="Google Shape;2593;p168"/>
          <p:cNvGrpSpPr/>
          <p:nvPr/>
        </p:nvGrpSpPr>
        <p:grpSpPr>
          <a:xfrm>
            <a:off x="2504015" y="2338137"/>
            <a:ext cx="586986" cy="517740"/>
            <a:chOff x="3161917" y="2170682"/>
            <a:chExt cx="458870" cy="404737"/>
          </a:xfrm>
        </p:grpSpPr>
        <p:sp>
          <p:nvSpPr>
            <p:cNvPr id="2594" name="Google Shape;2594;p1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 name="Google Shape;2597;p168"/>
          <p:cNvGrpSpPr/>
          <p:nvPr/>
        </p:nvGrpSpPr>
        <p:grpSpPr>
          <a:xfrm>
            <a:off x="2527036" y="3103432"/>
            <a:ext cx="540943" cy="517963"/>
            <a:chOff x="3179914" y="2889488"/>
            <a:chExt cx="422876" cy="404911"/>
          </a:xfrm>
        </p:grpSpPr>
        <p:sp>
          <p:nvSpPr>
            <p:cNvPr id="2598" name="Google Shape;2598;p1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 name="Google Shape;2604;p168"/>
          <p:cNvGrpSpPr/>
          <p:nvPr/>
        </p:nvGrpSpPr>
        <p:grpSpPr>
          <a:xfrm>
            <a:off x="3227830" y="3103348"/>
            <a:ext cx="536180" cy="518047"/>
            <a:chOff x="3729467" y="2889422"/>
            <a:chExt cx="419153" cy="404977"/>
          </a:xfrm>
        </p:grpSpPr>
        <p:sp>
          <p:nvSpPr>
            <p:cNvPr id="2605" name="Google Shape;2605;p1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168"/>
          <p:cNvGrpSpPr/>
          <p:nvPr/>
        </p:nvGrpSpPr>
        <p:grpSpPr>
          <a:xfrm>
            <a:off x="1863396" y="2339914"/>
            <a:ext cx="557677" cy="514185"/>
            <a:chOff x="7135920" y="3403879"/>
            <a:chExt cx="882400" cy="813584"/>
          </a:xfrm>
        </p:grpSpPr>
        <p:sp>
          <p:nvSpPr>
            <p:cNvPr id="2613" name="Google Shape;2613;p168"/>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68"/>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68"/>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68"/>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68"/>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168"/>
          <p:cNvGrpSpPr/>
          <p:nvPr/>
        </p:nvGrpSpPr>
        <p:grpSpPr>
          <a:xfrm>
            <a:off x="1240921" y="3116367"/>
            <a:ext cx="468569" cy="468447"/>
            <a:chOff x="1286994" y="2840926"/>
            <a:chExt cx="453864" cy="453745"/>
          </a:xfrm>
        </p:grpSpPr>
        <p:sp>
          <p:nvSpPr>
            <p:cNvPr id="2619" name="Google Shape;2619;p168"/>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68"/>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68"/>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68"/>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68"/>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68"/>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68"/>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68"/>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68"/>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68"/>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9" name="Google Shape;2629;p168"/>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68"/>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68"/>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68"/>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168"/>
          <p:cNvGrpSpPr/>
          <p:nvPr/>
        </p:nvGrpSpPr>
        <p:grpSpPr>
          <a:xfrm>
            <a:off x="6871147" y="2602143"/>
            <a:ext cx="160636" cy="136535"/>
            <a:chOff x="4660325" y="1866850"/>
            <a:chExt cx="68350" cy="58100"/>
          </a:xfrm>
        </p:grpSpPr>
        <p:sp>
          <p:nvSpPr>
            <p:cNvPr id="2634" name="Google Shape;2634;p1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168"/>
          <p:cNvGrpSpPr/>
          <p:nvPr/>
        </p:nvGrpSpPr>
        <p:grpSpPr>
          <a:xfrm>
            <a:off x="7180081" y="2627170"/>
            <a:ext cx="156817" cy="86891"/>
            <a:chOff x="4791775" y="1877500"/>
            <a:chExt cx="66725" cy="36975"/>
          </a:xfrm>
        </p:grpSpPr>
        <p:sp>
          <p:nvSpPr>
            <p:cNvPr id="2637" name="Google Shape;2637;p1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9" name="Google Shape;2639;p168"/>
          <p:cNvGrpSpPr/>
          <p:nvPr/>
        </p:nvGrpSpPr>
        <p:grpSpPr>
          <a:xfrm>
            <a:off x="7490660" y="2627170"/>
            <a:ext cx="139896" cy="86891"/>
            <a:chOff x="4923925" y="1877500"/>
            <a:chExt cx="59525" cy="36975"/>
          </a:xfrm>
        </p:grpSpPr>
        <p:sp>
          <p:nvSpPr>
            <p:cNvPr id="2640" name="Google Shape;2640;p1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168"/>
          <p:cNvGrpSpPr/>
          <p:nvPr/>
        </p:nvGrpSpPr>
        <p:grpSpPr>
          <a:xfrm>
            <a:off x="7806821" y="2609780"/>
            <a:ext cx="136488" cy="121260"/>
            <a:chOff x="5058450" y="1870100"/>
            <a:chExt cx="58075" cy="51600"/>
          </a:xfrm>
        </p:grpSpPr>
        <p:sp>
          <p:nvSpPr>
            <p:cNvPr id="2643" name="Google Shape;2643;p1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 name="Google Shape;2645;p168"/>
          <p:cNvGrpSpPr/>
          <p:nvPr/>
        </p:nvGrpSpPr>
        <p:grpSpPr>
          <a:xfrm>
            <a:off x="7226262" y="3067854"/>
            <a:ext cx="97533" cy="103870"/>
            <a:chOff x="4811425" y="2065025"/>
            <a:chExt cx="41500" cy="44200"/>
          </a:xfrm>
        </p:grpSpPr>
        <p:sp>
          <p:nvSpPr>
            <p:cNvPr id="2646" name="Google Shape;2646;p1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168"/>
          <p:cNvGrpSpPr/>
          <p:nvPr/>
        </p:nvGrpSpPr>
        <p:grpSpPr>
          <a:xfrm>
            <a:off x="7504644" y="3067854"/>
            <a:ext cx="116629" cy="103459"/>
            <a:chOff x="4929875" y="2065025"/>
            <a:chExt cx="49625" cy="44025"/>
          </a:xfrm>
        </p:grpSpPr>
        <p:sp>
          <p:nvSpPr>
            <p:cNvPr id="2649" name="Google Shape;2649;p1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168"/>
          <p:cNvGrpSpPr/>
          <p:nvPr/>
        </p:nvGrpSpPr>
        <p:grpSpPr>
          <a:xfrm>
            <a:off x="7866692" y="3070968"/>
            <a:ext cx="67745" cy="97643"/>
            <a:chOff x="5083925" y="2066350"/>
            <a:chExt cx="28825" cy="41550"/>
          </a:xfrm>
        </p:grpSpPr>
        <p:sp>
          <p:nvSpPr>
            <p:cNvPr id="2652" name="Google Shape;2652;p1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168"/>
          <p:cNvGrpSpPr/>
          <p:nvPr/>
        </p:nvGrpSpPr>
        <p:grpSpPr>
          <a:xfrm>
            <a:off x="6869855" y="3086067"/>
            <a:ext cx="174679" cy="67445"/>
            <a:chOff x="4659775" y="2072775"/>
            <a:chExt cx="74325" cy="28700"/>
          </a:xfrm>
        </p:grpSpPr>
        <p:sp>
          <p:nvSpPr>
            <p:cNvPr id="2655" name="Google Shape;2655;p1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 name="Google Shape;2658;p168"/>
          <p:cNvGrpSpPr/>
          <p:nvPr/>
        </p:nvGrpSpPr>
        <p:grpSpPr>
          <a:xfrm>
            <a:off x="6876200" y="2859820"/>
            <a:ext cx="161517" cy="86069"/>
            <a:chOff x="4662475" y="1976500"/>
            <a:chExt cx="68725" cy="36625"/>
          </a:xfrm>
        </p:grpSpPr>
        <p:sp>
          <p:nvSpPr>
            <p:cNvPr id="2659" name="Google Shape;2659;p1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168"/>
          <p:cNvGrpSpPr/>
          <p:nvPr/>
        </p:nvGrpSpPr>
        <p:grpSpPr>
          <a:xfrm>
            <a:off x="7800005" y="2852183"/>
            <a:ext cx="155583" cy="100874"/>
            <a:chOff x="5055550" y="1973250"/>
            <a:chExt cx="66200" cy="42925"/>
          </a:xfrm>
        </p:grpSpPr>
        <p:sp>
          <p:nvSpPr>
            <p:cNvPr id="2663" name="Google Shape;2663;p168"/>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68"/>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68"/>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168"/>
          <p:cNvGrpSpPr/>
          <p:nvPr/>
        </p:nvGrpSpPr>
        <p:grpSpPr>
          <a:xfrm>
            <a:off x="7481788" y="2863052"/>
            <a:ext cx="161047" cy="79430"/>
            <a:chOff x="4920150" y="1977875"/>
            <a:chExt cx="68525" cy="33800"/>
          </a:xfrm>
        </p:grpSpPr>
        <p:sp>
          <p:nvSpPr>
            <p:cNvPr id="2667" name="Google Shape;2667;p1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168"/>
          <p:cNvGrpSpPr/>
          <p:nvPr/>
        </p:nvGrpSpPr>
        <p:grpSpPr>
          <a:xfrm>
            <a:off x="7183430" y="2869514"/>
            <a:ext cx="163221" cy="66622"/>
            <a:chOff x="4793200" y="1980625"/>
            <a:chExt cx="69450" cy="28350"/>
          </a:xfrm>
        </p:grpSpPr>
        <p:sp>
          <p:nvSpPr>
            <p:cNvPr id="2671" name="Google Shape;2671;p168"/>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68"/>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68"/>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168"/>
          <p:cNvGrpSpPr/>
          <p:nvPr/>
        </p:nvGrpSpPr>
        <p:grpSpPr>
          <a:xfrm>
            <a:off x="6909279" y="3292397"/>
            <a:ext cx="120800" cy="123375"/>
            <a:chOff x="4676550" y="2160575"/>
            <a:chExt cx="51400" cy="52500"/>
          </a:xfrm>
        </p:grpSpPr>
        <p:sp>
          <p:nvSpPr>
            <p:cNvPr id="2675" name="Google Shape;2675;p1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168"/>
          <p:cNvGrpSpPr/>
          <p:nvPr/>
        </p:nvGrpSpPr>
        <p:grpSpPr>
          <a:xfrm>
            <a:off x="7124969" y="3299212"/>
            <a:ext cx="140307" cy="109804"/>
            <a:chOff x="4768325" y="2163475"/>
            <a:chExt cx="59700" cy="46725"/>
          </a:xfrm>
        </p:grpSpPr>
        <p:sp>
          <p:nvSpPr>
            <p:cNvPr id="2679" name="Google Shape;2679;p1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1" name="Google Shape;2681;p168"/>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68"/>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68"/>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68"/>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68"/>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68"/>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68"/>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68"/>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68"/>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68"/>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68"/>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168"/>
          <p:cNvGrpSpPr/>
          <p:nvPr/>
        </p:nvGrpSpPr>
        <p:grpSpPr>
          <a:xfrm>
            <a:off x="7125556" y="3511828"/>
            <a:ext cx="108814" cy="103106"/>
            <a:chOff x="4768575" y="2253950"/>
            <a:chExt cx="46300" cy="43875"/>
          </a:xfrm>
        </p:grpSpPr>
        <p:sp>
          <p:nvSpPr>
            <p:cNvPr id="2693" name="Google Shape;2693;p1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5" name="Google Shape;2695;p168"/>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6" name="Google Shape;2696;p168"/>
          <p:cNvGrpSpPr/>
          <p:nvPr/>
        </p:nvGrpSpPr>
        <p:grpSpPr>
          <a:xfrm>
            <a:off x="7577559" y="3933124"/>
            <a:ext cx="114043" cy="141118"/>
            <a:chOff x="4960900" y="2433225"/>
            <a:chExt cx="48525" cy="60050"/>
          </a:xfrm>
        </p:grpSpPr>
        <p:sp>
          <p:nvSpPr>
            <p:cNvPr id="2697" name="Google Shape;2697;p1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 name="Google Shape;2699;p168"/>
          <p:cNvGrpSpPr/>
          <p:nvPr/>
        </p:nvGrpSpPr>
        <p:grpSpPr>
          <a:xfrm>
            <a:off x="7326499" y="4154964"/>
            <a:ext cx="131611" cy="138768"/>
            <a:chOff x="4854075" y="2527625"/>
            <a:chExt cx="56000" cy="59050"/>
          </a:xfrm>
        </p:grpSpPr>
        <p:sp>
          <p:nvSpPr>
            <p:cNvPr id="2700" name="Google Shape;2700;p1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2" name="Google Shape;2702;p168"/>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68"/>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68"/>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5" name="Google Shape;2705;p168"/>
          <p:cNvGrpSpPr/>
          <p:nvPr/>
        </p:nvGrpSpPr>
        <p:grpSpPr>
          <a:xfrm>
            <a:off x="7809758" y="3701767"/>
            <a:ext cx="95829" cy="155159"/>
            <a:chOff x="5059700" y="2334775"/>
            <a:chExt cx="40775" cy="66025"/>
          </a:xfrm>
        </p:grpSpPr>
        <p:sp>
          <p:nvSpPr>
            <p:cNvPr id="2706" name="Google Shape;2706;p1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168"/>
          <p:cNvGrpSpPr/>
          <p:nvPr/>
        </p:nvGrpSpPr>
        <p:grpSpPr>
          <a:xfrm>
            <a:off x="7573328" y="3486918"/>
            <a:ext cx="84372" cy="153338"/>
            <a:chOff x="4959100" y="2243350"/>
            <a:chExt cx="35900" cy="65250"/>
          </a:xfrm>
        </p:grpSpPr>
        <p:sp>
          <p:nvSpPr>
            <p:cNvPr id="2716" name="Google Shape;2716;p168"/>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68"/>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68"/>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68"/>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68"/>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68"/>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68"/>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68"/>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68"/>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68"/>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68"/>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68"/>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68"/>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68"/>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68"/>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68"/>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168"/>
          <p:cNvGrpSpPr/>
          <p:nvPr/>
        </p:nvGrpSpPr>
        <p:grpSpPr>
          <a:xfrm>
            <a:off x="7758054" y="3926309"/>
            <a:ext cx="178498" cy="154747"/>
            <a:chOff x="5037700" y="2430325"/>
            <a:chExt cx="75950" cy="65850"/>
          </a:xfrm>
        </p:grpSpPr>
        <p:sp>
          <p:nvSpPr>
            <p:cNvPr id="2733" name="Google Shape;2733;p1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168"/>
          <p:cNvGrpSpPr/>
          <p:nvPr/>
        </p:nvGrpSpPr>
        <p:grpSpPr>
          <a:xfrm>
            <a:off x="7098294" y="3718275"/>
            <a:ext cx="216160" cy="122024"/>
            <a:chOff x="4756975" y="2341800"/>
            <a:chExt cx="91975" cy="51925"/>
          </a:xfrm>
        </p:grpSpPr>
        <p:sp>
          <p:nvSpPr>
            <p:cNvPr id="2736" name="Google Shape;2736;p1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168"/>
          <p:cNvGrpSpPr/>
          <p:nvPr/>
        </p:nvGrpSpPr>
        <p:grpSpPr>
          <a:xfrm>
            <a:off x="7536841" y="4128468"/>
            <a:ext cx="231906" cy="191995"/>
            <a:chOff x="4943575" y="2516350"/>
            <a:chExt cx="98675" cy="81700"/>
          </a:xfrm>
        </p:grpSpPr>
        <p:sp>
          <p:nvSpPr>
            <p:cNvPr id="2757" name="Google Shape;2757;p1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5" name="Google Shape;2835;p168"/>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68"/>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68"/>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68"/>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68"/>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68"/>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68"/>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68"/>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68"/>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68"/>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68"/>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68"/>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68"/>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68"/>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68"/>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68"/>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68"/>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68"/>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68"/>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68"/>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68"/>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68"/>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68"/>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8" name="Google Shape;2858;p168"/>
          <p:cNvGrpSpPr/>
          <p:nvPr/>
        </p:nvGrpSpPr>
        <p:grpSpPr>
          <a:xfrm>
            <a:off x="1225886" y="3778145"/>
            <a:ext cx="505303" cy="503968"/>
            <a:chOff x="1190625" y="238125"/>
            <a:chExt cx="5252625" cy="5238750"/>
          </a:xfrm>
        </p:grpSpPr>
        <p:sp>
          <p:nvSpPr>
            <p:cNvPr id="2859" name="Google Shape;2859;p168"/>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68"/>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68"/>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68"/>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68"/>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68"/>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68"/>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68"/>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68"/>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68"/>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68"/>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68"/>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68"/>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68"/>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68"/>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68"/>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68"/>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68"/>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68"/>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68"/>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68"/>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68"/>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68"/>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68"/>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68"/>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68"/>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68"/>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68"/>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68"/>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68"/>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68"/>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68"/>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68"/>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68"/>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68"/>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68"/>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68"/>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68"/>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68"/>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68"/>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68"/>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68"/>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68"/>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68"/>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68"/>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68"/>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68"/>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68"/>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68"/>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68"/>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68"/>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68"/>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68"/>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68"/>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68"/>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68"/>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68"/>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68"/>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68"/>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68"/>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68"/>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68"/>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68"/>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68"/>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68"/>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68"/>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68"/>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68"/>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68"/>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68"/>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68"/>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68"/>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68"/>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68"/>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68"/>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68"/>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68"/>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68"/>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68"/>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68"/>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68"/>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68"/>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68"/>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68"/>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68"/>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68"/>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68"/>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68"/>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68"/>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68"/>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68"/>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68"/>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68"/>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68"/>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68"/>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68"/>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68"/>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68"/>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68"/>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68"/>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68"/>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68"/>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68"/>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68"/>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68"/>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68"/>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68"/>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68"/>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68"/>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68"/>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68"/>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68"/>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68"/>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68"/>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68"/>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68"/>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68"/>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68"/>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68"/>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68"/>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68"/>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68"/>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68"/>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68"/>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68"/>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68"/>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68"/>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68"/>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68"/>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68"/>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68"/>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68"/>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68"/>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68"/>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68"/>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68"/>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68"/>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68"/>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68"/>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68"/>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68"/>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68"/>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68"/>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68"/>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68"/>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68"/>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68"/>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68"/>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68"/>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68"/>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68"/>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68"/>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68"/>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68"/>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68"/>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68"/>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68"/>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68"/>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68"/>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68"/>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68"/>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68"/>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68"/>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68"/>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68"/>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68"/>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68"/>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68"/>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68"/>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68"/>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68"/>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68"/>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68"/>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68"/>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68"/>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68"/>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68"/>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68"/>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68"/>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68"/>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9" name="Google Shape;3039;p168"/>
          <p:cNvSpPr txBox="1"/>
          <p:nvPr/>
        </p:nvSpPr>
        <p:spPr>
          <a:xfrm>
            <a:off x="1068100" y="65387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800">
                <a:solidFill>
                  <a:srgbClr val="FFFFFF"/>
                </a:solidFill>
              </a:rPr>
              <a:t>Use our editable graphic resources...</a:t>
            </a:r>
            <a:endParaRPr sz="2800">
              <a:solidFill>
                <a:srgbClr val="FFFFFF"/>
              </a:solidFill>
            </a:endParaRPr>
          </a:p>
        </p:txBody>
      </p:sp>
      <p:sp>
        <p:nvSpPr>
          <p:cNvPr id="3040" name="Google Shape;3040;p168"/>
          <p:cNvSpPr txBox="1"/>
          <p:nvPr/>
        </p:nvSpPr>
        <p:spPr>
          <a:xfrm>
            <a:off x="1068100" y="1457876"/>
            <a:ext cx="7047300" cy="48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1200">
                <a:solidFill>
                  <a:srgbClr val="FFFFFF"/>
                </a:solidFill>
              </a:rPr>
              <a:t>You can easily resize these resources without losing quality. To change the color, just ungroup the resource and click on the object you want to change. Then, click on the paint bucket and select the color you want. Don’t forget to group the resource again when you’re done.</a:t>
            </a:r>
            <a:endParaRPr sz="1200">
              <a:solidFill>
                <a:srgbClr val="FFFFFF"/>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44" name="Shape 3044"/>
        <p:cNvGrpSpPr/>
        <p:nvPr/>
      </p:nvGrpSpPr>
      <p:grpSpPr>
        <a:xfrm>
          <a:off x="0" y="0"/>
          <a:ext cx="0" cy="0"/>
          <a:chOff x="0" y="0"/>
          <a:chExt cx="0" cy="0"/>
        </a:xfrm>
      </p:grpSpPr>
      <p:grpSp>
        <p:nvGrpSpPr>
          <p:cNvPr id="3045" name="Google Shape;3045;p169"/>
          <p:cNvGrpSpPr/>
          <p:nvPr/>
        </p:nvGrpSpPr>
        <p:grpSpPr>
          <a:xfrm>
            <a:off x="1095143" y="2241600"/>
            <a:ext cx="730896" cy="153148"/>
            <a:chOff x="4635250" y="3790225"/>
            <a:chExt cx="415825" cy="87125"/>
          </a:xfrm>
        </p:grpSpPr>
        <p:sp>
          <p:nvSpPr>
            <p:cNvPr id="3046" name="Google Shape;3046;p169"/>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69"/>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69"/>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9" name="Google Shape;3049;p169"/>
          <p:cNvGrpSpPr/>
          <p:nvPr/>
        </p:nvGrpSpPr>
        <p:grpSpPr>
          <a:xfrm>
            <a:off x="1666833" y="4037852"/>
            <a:ext cx="175876" cy="179996"/>
            <a:chOff x="4280575" y="2131725"/>
            <a:chExt cx="141950" cy="145275"/>
          </a:xfrm>
        </p:grpSpPr>
        <p:sp>
          <p:nvSpPr>
            <p:cNvPr id="3050" name="Google Shape;3050;p169"/>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69"/>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169"/>
          <p:cNvGrpSpPr/>
          <p:nvPr/>
        </p:nvGrpSpPr>
        <p:grpSpPr>
          <a:xfrm>
            <a:off x="1667926" y="4265283"/>
            <a:ext cx="175927" cy="152252"/>
            <a:chOff x="4088738" y="4379875"/>
            <a:chExt cx="176900" cy="153125"/>
          </a:xfrm>
        </p:grpSpPr>
        <p:sp>
          <p:nvSpPr>
            <p:cNvPr id="3053" name="Google Shape;3053;p169"/>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69"/>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169"/>
          <p:cNvGrpSpPr/>
          <p:nvPr/>
        </p:nvGrpSpPr>
        <p:grpSpPr>
          <a:xfrm flipH="1" rot="10800000">
            <a:off x="1086570" y="4291428"/>
            <a:ext cx="486625" cy="126984"/>
            <a:chOff x="4173650" y="2515975"/>
            <a:chExt cx="216413" cy="56475"/>
          </a:xfrm>
        </p:grpSpPr>
        <p:sp>
          <p:nvSpPr>
            <p:cNvPr id="3056" name="Google Shape;3056;p169"/>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69"/>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169"/>
          <p:cNvGrpSpPr/>
          <p:nvPr/>
        </p:nvGrpSpPr>
        <p:grpSpPr>
          <a:xfrm>
            <a:off x="1088757" y="1726562"/>
            <a:ext cx="743797" cy="171366"/>
            <a:chOff x="4109513" y="1964562"/>
            <a:chExt cx="501313" cy="117575"/>
          </a:xfrm>
        </p:grpSpPr>
        <p:sp>
          <p:nvSpPr>
            <p:cNvPr id="3059" name="Google Shape;3059;p169"/>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0" name="Google Shape;3060;p169"/>
            <p:cNvGrpSpPr/>
            <p:nvPr/>
          </p:nvGrpSpPr>
          <p:grpSpPr>
            <a:xfrm rot="-5400000">
              <a:off x="4154963" y="1919112"/>
              <a:ext cx="117575" cy="208475"/>
              <a:chOff x="3314125" y="1799775"/>
              <a:chExt cx="117575" cy="208475"/>
            </a:xfrm>
          </p:grpSpPr>
          <p:sp>
            <p:nvSpPr>
              <p:cNvPr id="3061" name="Google Shape;3061;p169"/>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69"/>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69"/>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4" name="Google Shape;3064;p169"/>
          <p:cNvGrpSpPr/>
          <p:nvPr/>
        </p:nvGrpSpPr>
        <p:grpSpPr>
          <a:xfrm>
            <a:off x="1101069" y="2718525"/>
            <a:ext cx="719511" cy="278389"/>
            <a:chOff x="3515000" y="3200728"/>
            <a:chExt cx="338100" cy="130822"/>
          </a:xfrm>
        </p:grpSpPr>
        <p:sp>
          <p:nvSpPr>
            <p:cNvPr id="3065" name="Google Shape;3065;p169"/>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6" name="Google Shape;3066;p169"/>
            <p:cNvGrpSpPr/>
            <p:nvPr/>
          </p:nvGrpSpPr>
          <p:grpSpPr>
            <a:xfrm>
              <a:off x="3515000" y="3200728"/>
              <a:ext cx="282025" cy="67650"/>
              <a:chOff x="3515000" y="3112625"/>
              <a:chExt cx="282025" cy="67650"/>
            </a:xfrm>
          </p:grpSpPr>
          <p:sp>
            <p:nvSpPr>
              <p:cNvPr id="3067" name="Google Shape;3067;p169"/>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69"/>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9" name="Google Shape;3069;p169"/>
          <p:cNvGrpSpPr/>
          <p:nvPr/>
        </p:nvGrpSpPr>
        <p:grpSpPr>
          <a:xfrm flipH="1" rot="10800000">
            <a:off x="1082554" y="927918"/>
            <a:ext cx="756748" cy="188711"/>
            <a:chOff x="3199075" y="3739025"/>
            <a:chExt cx="448629" cy="111875"/>
          </a:xfrm>
        </p:grpSpPr>
        <p:sp>
          <p:nvSpPr>
            <p:cNvPr id="3070" name="Google Shape;3070;p169"/>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69"/>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169"/>
          <p:cNvGrpSpPr/>
          <p:nvPr/>
        </p:nvGrpSpPr>
        <p:grpSpPr>
          <a:xfrm>
            <a:off x="1093334" y="3077369"/>
            <a:ext cx="734909" cy="282704"/>
            <a:chOff x="4047975" y="3769179"/>
            <a:chExt cx="343175" cy="132000"/>
          </a:xfrm>
        </p:grpSpPr>
        <p:grpSp>
          <p:nvGrpSpPr>
            <p:cNvPr id="3073" name="Google Shape;3073;p169"/>
            <p:cNvGrpSpPr/>
            <p:nvPr/>
          </p:nvGrpSpPr>
          <p:grpSpPr>
            <a:xfrm>
              <a:off x="4047975" y="3769179"/>
              <a:ext cx="343175" cy="132000"/>
              <a:chOff x="4047975" y="3769179"/>
              <a:chExt cx="343175" cy="132000"/>
            </a:xfrm>
          </p:grpSpPr>
          <p:sp>
            <p:nvSpPr>
              <p:cNvPr id="3074" name="Google Shape;3074;p169"/>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5" name="Google Shape;3075;p169"/>
              <p:cNvGrpSpPr/>
              <p:nvPr/>
            </p:nvGrpSpPr>
            <p:grpSpPr>
              <a:xfrm>
                <a:off x="4047975" y="3769179"/>
                <a:ext cx="288175" cy="132000"/>
                <a:chOff x="4047975" y="3635175"/>
                <a:chExt cx="288175" cy="132000"/>
              </a:xfrm>
            </p:grpSpPr>
            <p:sp>
              <p:nvSpPr>
                <p:cNvPr id="3076" name="Google Shape;3076;p169"/>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69"/>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78" name="Google Shape;3078;p169"/>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 name="Google Shape;3079;p169"/>
          <p:cNvGrpSpPr/>
          <p:nvPr/>
        </p:nvGrpSpPr>
        <p:grpSpPr>
          <a:xfrm>
            <a:off x="1082376" y="2474401"/>
            <a:ext cx="756740" cy="209778"/>
            <a:chOff x="3176563" y="1380375"/>
            <a:chExt cx="844388" cy="234075"/>
          </a:xfrm>
        </p:grpSpPr>
        <p:sp>
          <p:nvSpPr>
            <p:cNvPr id="3080" name="Google Shape;3080;p169"/>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6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6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69"/>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4" name="Google Shape;3084;p169"/>
            <p:cNvGrpSpPr/>
            <p:nvPr/>
          </p:nvGrpSpPr>
          <p:grpSpPr>
            <a:xfrm>
              <a:off x="3176563" y="1380375"/>
              <a:ext cx="196550" cy="234075"/>
              <a:chOff x="3077200" y="1380375"/>
              <a:chExt cx="196550" cy="234075"/>
            </a:xfrm>
          </p:grpSpPr>
          <p:sp>
            <p:nvSpPr>
              <p:cNvPr id="3085" name="Google Shape;3085;p169"/>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69"/>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69"/>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69"/>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9" name="Google Shape;3089;p169"/>
          <p:cNvGrpSpPr/>
          <p:nvPr/>
        </p:nvGrpSpPr>
        <p:grpSpPr>
          <a:xfrm>
            <a:off x="1168966" y="3428283"/>
            <a:ext cx="583683" cy="515041"/>
            <a:chOff x="4150855" y="3304766"/>
            <a:chExt cx="400468" cy="353373"/>
          </a:xfrm>
        </p:grpSpPr>
        <p:grpSp>
          <p:nvGrpSpPr>
            <p:cNvPr id="3090" name="Google Shape;3090;p169"/>
            <p:cNvGrpSpPr/>
            <p:nvPr/>
          </p:nvGrpSpPr>
          <p:grpSpPr>
            <a:xfrm rot="5400000">
              <a:off x="4069042" y="3402899"/>
              <a:ext cx="320732" cy="157107"/>
              <a:chOff x="2578246" y="3661125"/>
              <a:chExt cx="226794" cy="111100"/>
            </a:xfrm>
          </p:grpSpPr>
          <p:grpSp>
            <p:nvGrpSpPr>
              <p:cNvPr id="3091" name="Google Shape;3091;p169"/>
              <p:cNvGrpSpPr/>
              <p:nvPr/>
            </p:nvGrpSpPr>
            <p:grpSpPr>
              <a:xfrm>
                <a:off x="2610652" y="3685297"/>
                <a:ext cx="194387" cy="60778"/>
                <a:chOff x="2610652" y="3685297"/>
                <a:chExt cx="194387" cy="60778"/>
              </a:xfrm>
            </p:grpSpPr>
            <p:sp>
              <p:nvSpPr>
                <p:cNvPr id="3092" name="Google Shape;3092;p169"/>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69"/>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169"/>
              <p:cNvGrpSpPr/>
              <p:nvPr/>
            </p:nvGrpSpPr>
            <p:grpSpPr>
              <a:xfrm>
                <a:off x="2578246" y="3661125"/>
                <a:ext cx="128225" cy="111100"/>
                <a:chOff x="2578246" y="3661125"/>
                <a:chExt cx="128225" cy="111100"/>
              </a:xfrm>
            </p:grpSpPr>
            <p:sp>
              <p:nvSpPr>
                <p:cNvPr id="3095" name="Google Shape;3095;p169"/>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6" name="Google Shape;3096;p169"/>
                <p:cNvGrpSpPr/>
                <p:nvPr/>
              </p:nvGrpSpPr>
              <p:grpSpPr>
                <a:xfrm>
                  <a:off x="2596850" y="3677550"/>
                  <a:ext cx="102450" cy="94675"/>
                  <a:chOff x="2596850" y="3677550"/>
                  <a:chExt cx="102450" cy="94675"/>
                </a:xfrm>
              </p:grpSpPr>
              <p:sp>
                <p:nvSpPr>
                  <p:cNvPr id="3097" name="Google Shape;3097;p169"/>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69"/>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099" name="Google Shape;3099;p169"/>
            <p:cNvGrpSpPr/>
            <p:nvPr/>
          </p:nvGrpSpPr>
          <p:grpSpPr>
            <a:xfrm rot="5400000">
              <a:off x="4302139" y="3408954"/>
              <a:ext cx="353373" cy="144996"/>
              <a:chOff x="5075685" y="2271925"/>
              <a:chExt cx="492712" cy="202254"/>
            </a:xfrm>
          </p:grpSpPr>
          <p:sp>
            <p:nvSpPr>
              <p:cNvPr id="3100" name="Google Shape;3100;p169"/>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69"/>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2" name="Google Shape;3102;p169"/>
          <p:cNvGrpSpPr/>
          <p:nvPr/>
        </p:nvGrpSpPr>
        <p:grpSpPr>
          <a:xfrm>
            <a:off x="1089095" y="4015453"/>
            <a:ext cx="467479" cy="193481"/>
            <a:chOff x="4260510" y="2242993"/>
            <a:chExt cx="628501" cy="260125"/>
          </a:xfrm>
        </p:grpSpPr>
        <p:grpSp>
          <p:nvGrpSpPr>
            <p:cNvPr id="3103" name="Google Shape;3103;p169"/>
            <p:cNvGrpSpPr/>
            <p:nvPr/>
          </p:nvGrpSpPr>
          <p:grpSpPr>
            <a:xfrm>
              <a:off x="4260510" y="2286954"/>
              <a:ext cx="628501" cy="172421"/>
              <a:chOff x="4260510" y="2286954"/>
              <a:chExt cx="628501" cy="172421"/>
            </a:xfrm>
          </p:grpSpPr>
          <p:sp>
            <p:nvSpPr>
              <p:cNvPr id="3104" name="Google Shape;3104;p169"/>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105" name="Google Shape;3105;p169"/>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69"/>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107" name="Google Shape;3107;p169"/>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69"/>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69"/>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169"/>
          <p:cNvGrpSpPr/>
          <p:nvPr/>
        </p:nvGrpSpPr>
        <p:grpSpPr>
          <a:xfrm>
            <a:off x="1095178" y="1191975"/>
            <a:ext cx="730923" cy="195694"/>
            <a:chOff x="3099239" y="3615343"/>
            <a:chExt cx="689745" cy="184687"/>
          </a:xfrm>
        </p:grpSpPr>
        <p:sp>
          <p:nvSpPr>
            <p:cNvPr id="3111" name="Google Shape;3111;p169"/>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69"/>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69"/>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69"/>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169"/>
          <p:cNvGrpSpPr/>
          <p:nvPr/>
        </p:nvGrpSpPr>
        <p:grpSpPr>
          <a:xfrm flipH="1" rot="10800000">
            <a:off x="1082425" y="2006226"/>
            <a:ext cx="756740" cy="126985"/>
            <a:chOff x="1154425" y="3251263"/>
            <a:chExt cx="695150" cy="116650"/>
          </a:xfrm>
        </p:grpSpPr>
        <p:sp>
          <p:nvSpPr>
            <p:cNvPr id="3116" name="Google Shape;3116;p169"/>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69"/>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69"/>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69"/>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69"/>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69"/>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2" name="Google Shape;3122;p169"/>
          <p:cNvGrpSpPr/>
          <p:nvPr/>
        </p:nvGrpSpPr>
        <p:grpSpPr>
          <a:xfrm>
            <a:off x="1088895" y="1460316"/>
            <a:ext cx="743825" cy="172498"/>
            <a:chOff x="4100207" y="2107304"/>
            <a:chExt cx="510343" cy="118352"/>
          </a:xfrm>
        </p:grpSpPr>
        <p:sp>
          <p:nvSpPr>
            <p:cNvPr id="3123" name="Google Shape;3123;p169"/>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69"/>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125" name="Google Shape;3125;p169"/>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169"/>
          <p:cNvGrpSpPr/>
          <p:nvPr/>
        </p:nvGrpSpPr>
        <p:grpSpPr>
          <a:xfrm>
            <a:off x="2032740" y="1528975"/>
            <a:ext cx="623064" cy="406130"/>
            <a:chOff x="2525450" y="2505350"/>
            <a:chExt cx="373450" cy="243425"/>
          </a:xfrm>
        </p:grpSpPr>
        <p:grpSp>
          <p:nvGrpSpPr>
            <p:cNvPr id="3127" name="Google Shape;3127;p169"/>
            <p:cNvGrpSpPr/>
            <p:nvPr/>
          </p:nvGrpSpPr>
          <p:grpSpPr>
            <a:xfrm>
              <a:off x="2525450" y="2505350"/>
              <a:ext cx="373450" cy="107475"/>
              <a:chOff x="2525450" y="2505350"/>
              <a:chExt cx="373450" cy="107475"/>
            </a:xfrm>
          </p:grpSpPr>
          <p:sp>
            <p:nvSpPr>
              <p:cNvPr id="3128" name="Google Shape;3128;p169"/>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69"/>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69"/>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169"/>
            <p:cNvGrpSpPr/>
            <p:nvPr/>
          </p:nvGrpSpPr>
          <p:grpSpPr>
            <a:xfrm>
              <a:off x="2525450" y="2586475"/>
              <a:ext cx="373450" cy="81175"/>
              <a:chOff x="2525450" y="2586475"/>
              <a:chExt cx="373450" cy="81175"/>
            </a:xfrm>
          </p:grpSpPr>
          <p:sp>
            <p:nvSpPr>
              <p:cNvPr id="3132" name="Google Shape;3132;p169"/>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69"/>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69"/>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169"/>
            <p:cNvGrpSpPr/>
            <p:nvPr/>
          </p:nvGrpSpPr>
          <p:grpSpPr>
            <a:xfrm>
              <a:off x="2525450" y="2667625"/>
              <a:ext cx="373450" cy="81150"/>
              <a:chOff x="2525450" y="2667625"/>
              <a:chExt cx="373450" cy="81150"/>
            </a:xfrm>
          </p:grpSpPr>
          <p:sp>
            <p:nvSpPr>
              <p:cNvPr id="3136" name="Google Shape;3136;p169"/>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69"/>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69"/>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39" name="Google Shape;3139;p169"/>
          <p:cNvGrpSpPr/>
          <p:nvPr/>
        </p:nvGrpSpPr>
        <p:grpSpPr>
          <a:xfrm>
            <a:off x="2021992" y="1229434"/>
            <a:ext cx="706335" cy="255548"/>
            <a:chOff x="2600813" y="2069700"/>
            <a:chExt cx="448638" cy="162325"/>
          </a:xfrm>
        </p:grpSpPr>
        <p:sp>
          <p:nvSpPr>
            <p:cNvPr id="3140" name="Google Shape;3140;p169"/>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69"/>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169"/>
          <p:cNvGrpSpPr/>
          <p:nvPr/>
        </p:nvGrpSpPr>
        <p:grpSpPr>
          <a:xfrm>
            <a:off x="2675987" y="1475531"/>
            <a:ext cx="355485" cy="330727"/>
            <a:chOff x="3631100" y="1774000"/>
            <a:chExt cx="380850" cy="354325"/>
          </a:xfrm>
        </p:grpSpPr>
        <p:grpSp>
          <p:nvGrpSpPr>
            <p:cNvPr id="3143" name="Google Shape;3143;p169"/>
            <p:cNvGrpSpPr/>
            <p:nvPr/>
          </p:nvGrpSpPr>
          <p:grpSpPr>
            <a:xfrm>
              <a:off x="3750225" y="1774000"/>
              <a:ext cx="149575" cy="145525"/>
              <a:chOff x="3750225" y="1774000"/>
              <a:chExt cx="149575" cy="145525"/>
            </a:xfrm>
          </p:grpSpPr>
          <p:sp>
            <p:nvSpPr>
              <p:cNvPr id="3144" name="Google Shape;3144;p1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6" name="Google Shape;3146;p169"/>
            <p:cNvGrpSpPr/>
            <p:nvPr/>
          </p:nvGrpSpPr>
          <p:grpSpPr>
            <a:xfrm>
              <a:off x="3847850" y="1889150"/>
              <a:ext cx="164100" cy="145600"/>
              <a:chOff x="3847850" y="1889150"/>
              <a:chExt cx="164100" cy="145600"/>
            </a:xfrm>
          </p:grpSpPr>
          <p:sp>
            <p:nvSpPr>
              <p:cNvPr id="3147" name="Google Shape;3147;p1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169"/>
            <p:cNvGrpSpPr/>
            <p:nvPr/>
          </p:nvGrpSpPr>
          <p:grpSpPr>
            <a:xfrm>
              <a:off x="3631100" y="1866150"/>
              <a:ext cx="149875" cy="144800"/>
              <a:chOff x="3631100" y="1866150"/>
              <a:chExt cx="149875" cy="144800"/>
            </a:xfrm>
          </p:grpSpPr>
          <p:sp>
            <p:nvSpPr>
              <p:cNvPr id="3150" name="Google Shape;3150;p16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6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169"/>
            <p:cNvGrpSpPr/>
            <p:nvPr/>
          </p:nvGrpSpPr>
          <p:grpSpPr>
            <a:xfrm>
              <a:off x="3730650" y="1982800"/>
              <a:ext cx="149550" cy="145525"/>
              <a:chOff x="3730650" y="1982800"/>
              <a:chExt cx="149550" cy="145525"/>
            </a:xfrm>
          </p:grpSpPr>
          <p:sp>
            <p:nvSpPr>
              <p:cNvPr id="3153" name="Google Shape;3153;p1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5" name="Google Shape;3155;p169"/>
          <p:cNvGrpSpPr/>
          <p:nvPr/>
        </p:nvGrpSpPr>
        <p:grpSpPr>
          <a:xfrm rot="5400000">
            <a:off x="2116886" y="809455"/>
            <a:ext cx="215289" cy="452582"/>
            <a:chOff x="2506150" y="1152650"/>
            <a:chExt cx="230650" cy="484875"/>
          </a:xfrm>
        </p:grpSpPr>
        <p:sp>
          <p:nvSpPr>
            <p:cNvPr id="3156" name="Google Shape;3156;p169"/>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69"/>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8" name="Google Shape;3158;p169"/>
          <p:cNvGrpSpPr/>
          <p:nvPr/>
        </p:nvGrpSpPr>
        <p:grpSpPr>
          <a:xfrm>
            <a:off x="6808184" y="966414"/>
            <a:ext cx="610130" cy="38431"/>
            <a:chOff x="2521850" y="1810250"/>
            <a:chExt cx="540225" cy="34025"/>
          </a:xfrm>
        </p:grpSpPr>
        <p:sp>
          <p:nvSpPr>
            <p:cNvPr id="3159" name="Google Shape;3159;p169"/>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69"/>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69"/>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69"/>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69"/>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69"/>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69"/>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69"/>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69"/>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69"/>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169"/>
          <p:cNvGrpSpPr/>
          <p:nvPr/>
        </p:nvGrpSpPr>
        <p:grpSpPr>
          <a:xfrm>
            <a:off x="2863397" y="1225875"/>
            <a:ext cx="623130" cy="439024"/>
            <a:chOff x="2196556" y="2995700"/>
            <a:chExt cx="636756" cy="448625"/>
          </a:xfrm>
        </p:grpSpPr>
        <p:grpSp>
          <p:nvGrpSpPr>
            <p:cNvPr id="3170" name="Google Shape;3170;p169"/>
            <p:cNvGrpSpPr/>
            <p:nvPr/>
          </p:nvGrpSpPr>
          <p:grpSpPr>
            <a:xfrm flipH="1">
              <a:off x="2437481" y="3288975"/>
              <a:ext cx="226125" cy="154175"/>
              <a:chOff x="4472075" y="2905100"/>
              <a:chExt cx="226125" cy="154175"/>
            </a:xfrm>
          </p:grpSpPr>
          <p:sp>
            <p:nvSpPr>
              <p:cNvPr id="3171" name="Google Shape;3171;p16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69"/>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173" name="Google Shape;3173;p169"/>
            <p:cNvGrpSpPr/>
            <p:nvPr/>
          </p:nvGrpSpPr>
          <p:grpSpPr>
            <a:xfrm>
              <a:off x="2196556" y="2995700"/>
              <a:ext cx="636756" cy="448625"/>
              <a:chOff x="4407819" y="2905100"/>
              <a:chExt cx="636756" cy="448625"/>
            </a:xfrm>
          </p:grpSpPr>
          <p:grpSp>
            <p:nvGrpSpPr>
              <p:cNvPr id="3174" name="Google Shape;3174;p169"/>
              <p:cNvGrpSpPr/>
              <p:nvPr/>
            </p:nvGrpSpPr>
            <p:grpSpPr>
              <a:xfrm>
                <a:off x="4825475" y="3136075"/>
                <a:ext cx="187000" cy="217650"/>
                <a:chOff x="4825475" y="3136075"/>
                <a:chExt cx="187000" cy="217650"/>
              </a:xfrm>
            </p:grpSpPr>
            <p:sp>
              <p:nvSpPr>
                <p:cNvPr id="3175" name="Google Shape;3175;p169"/>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69"/>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169"/>
              <p:cNvGrpSpPr/>
              <p:nvPr/>
            </p:nvGrpSpPr>
            <p:grpSpPr>
              <a:xfrm>
                <a:off x="4882275" y="2949625"/>
                <a:ext cx="162300" cy="235875"/>
                <a:chOff x="4882275" y="2949625"/>
                <a:chExt cx="162300" cy="235875"/>
              </a:xfrm>
            </p:grpSpPr>
            <p:sp>
              <p:nvSpPr>
                <p:cNvPr id="3178" name="Google Shape;3178;p169"/>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69"/>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169"/>
              <p:cNvGrpSpPr/>
              <p:nvPr/>
            </p:nvGrpSpPr>
            <p:grpSpPr>
              <a:xfrm>
                <a:off x="4705225" y="2937550"/>
                <a:ext cx="221425" cy="133450"/>
                <a:chOff x="4705225" y="2937550"/>
                <a:chExt cx="221425" cy="133450"/>
              </a:xfrm>
            </p:grpSpPr>
            <p:sp>
              <p:nvSpPr>
                <p:cNvPr id="3181" name="Google Shape;3181;p169"/>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69"/>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3" name="Google Shape;3183;p169"/>
              <p:cNvGrpSpPr/>
              <p:nvPr/>
            </p:nvGrpSpPr>
            <p:grpSpPr>
              <a:xfrm>
                <a:off x="4528269" y="2905100"/>
                <a:ext cx="226125" cy="154175"/>
                <a:chOff x="4472075" y="2905100"/>
                <a:chExt cx="226125" cy="154175"/>
              </a:xfrm>
            </p:grpSpPr>
            <p:sp>
              <p:nvSpPr>
                <p:cNvPr id="3184" name="Google Shape;3184;p16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69"/>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6" name="Google Shape;3186;p169"/>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7" name="Google Shape;3187;p169"/>
          <p:cNvGrpSpPr/>
          <p:nvPr/>
        </p:nvGrpSpPr>
        <p:grpSpPr>
          <a:xfrm>
            <a:off x="2901518" y="1717062"/>
            <a:ext cx="559226" cy="227878"/>
            <a:chOff x="5793270" y="3739034"/>
            <a:chExt cx="1174105" cy="478433"/>
          </a:xfrm>
        </p:grpSpPr>
        <p:grpSp>
          <p:nvGrpSpPr>
            <p:cNvPr id="3188" name="Google Shape;3188;p169"/>
            <p:cNvGrpSpPr/>
            <p:nvPr/>
          </p:nvGrpSpPr>
          <p:grpSpPr>
            <a:xfrm>
              <a:off x="5793269" y="3739034"/>
              <a:ext cx="368725" cy="478433"/>
              <a:chOff x="5793270" y="3739034"/>
              <a:chExt cx="368725" cy="478433"/>
            </a:xfrm>
          </p:grpSpPr>
          <p:sp>
            <p:nvSpPr>
              <p:cNvPr id="3189" name="Google Shape;3189;p169"/>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69"/>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69"/>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169"/>
            <p:cNvGrpSpPr/>
            <p:nvPr/>
          </p:nvGrpSpPr>
          <p:grpSpPr>
            <a:xfrm>
              <a:off x="6034165" y="3739034"/>
              <a:ext cx="263339" cy="478433"/>
              <a:chOff x="6034165" y="3739034"/>
              <a:chExt cx="263339" cy="478433"/>
            </a:xfrm>
          </p:grpSpPr>
          <p:sp>
            <p:nvSpPr>
              <p:cNvPr id="3193" name="Google Shape;3193;p169"/>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69"/>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69"/>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6" name="Google Shape;3196;p169"/>
            <p:cNvGrpSpPr/>
            <p:nvPr/>
          </p:nvGrpSpPr>
          <p:grpSpPr>
            <a:xfrm>
              <a:off x="6274808" y="3739034"/>
              <a:ext cx="210793" cy="478433"/>
              <a:chOff x="6274808" y="3739034"/>
              <a:chExt cx="210793" cy="478433"/>
            </a:xfrm>
          </p:grpSpPr>
          <p:sp>
            <p:nvSpPr>
              <p:cNvPr id="3197" name="Google Shape;3197;p169"/>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69"/>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69"/>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169"/>
            <p:cNvGrpSpPr/>
            <p:nvPr/>
          </p:nvGrpSpPr>
          <p:grpSpPr>
            <a:xfrm>
              <a:off x="6463133" y="3739034"/>
              <a:ext cx="263344" cy="478433"/>
              <a:chOff x="6463133" y="3739034"/>
              <a:chExt cx="263344" cy="478433"/>
            </a:xfrm>
          </p:grpSpPr>
          <p:sp>
            <p:nvSpPr>
              <p:cNvPr id="3201" name="Google Shape;3201;p169"/>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69"/>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69"/>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169"/>
            <p:cNvGrpSpPr/>
            <p:nvPr/>
          </p:nvGrpSpPr>
          <p:grpSpPr>
            <a:xfrm>
              <a:off x="6598649" y="3739034"/>
              <a:ext cx="368726" cy="478433"/>
              <a:chOff x="6598649" y="3739034"/>
              <a:chExt cx="368726" cy="478433"/>
            </a:xfrm>
          </p:grpSpPr>
          <p:sp>
            <p:nvSpPr>
              <p:cNvPr id="3205" name="Google Shape;3205;p169"/>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69"/>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69"/>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8" name="Google Shape;3208;p169"/>
          <p:cNvGrpSpPr/>
          <p:nvPr/>
        </p:nvGrpSpPr>
        <p:grpSpPr>
          <a:xfrm>
            <a:off x="2031243" y="3779808"/>
            <a:ext cx="1453661" cy="366049"/>
            <a:chOff x="5778536" y="3183751"/>
            <a:chExt cx="1203561" cy="303071"/>
          </a:xfrm>
        </p:grpSpPr>
        <p:sp>
          <p:nvSpPr>
            <p:cNvPr id="3209" name="Google Shape;3209;p169"/>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69"/>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69"/>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69"/>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69"/>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69"/>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69"/>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69"/>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69"/>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69"/>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69"/>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69"/>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69"/>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69"/>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69"/>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69"/>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69"/>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6" name="Google Shape;3226;p169"/>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7" name="Google Shape;3227;p169"/>
          <p:cNvGrpSpPr/>
          <p:nvPr/>
        </p:nvGrpSpPr>
        <p:grpSpPr>
          <a:xfrm rot="-5400000">
            <a:off x="2662944" y="825422"/>
            <a:ext cx="213595" cy="418866"/>
            <a:chOff x="4379261" y="3450715"/>
            <a:chExt cx="390984" cy="766732"/>
          </a:xfrm>
        </p:grpSpPr>
        <p:sp>
          <p:nvSpPr>
            <p:cNvPr id="3228" name="Google Shape;3228;p169"/>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69"/>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169"/>
          <p:cNvGrpSpPr/>
          <p:nvPr/>
        </p:nvGrpSpPr>
        <p:grpSpPr>
          <a:xfrm>
            <a:off x="2009589" y="2859325"/>
            <a:ext cx="1496767" cy="802469"/>
            <a:chOff x="5793258" y="2247269"/>
            <a:chExt cx="1174119" cy="629486"/>
          </a:xfrm>
        </p:grpSpPr>
        <p:sp>
          <p:nvSpPr>
            <p:cNvPr id="3231" name="Google Shape;3231;p169"/>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69"/>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69"/>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69"/>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69"/>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69"/>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69"/>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69"/>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69"/>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69"/>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69"/>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169"/>
          <p:cNvGrpSpPr/>
          <p:nvPr/>
        </p:nvGrpSpPr>
        <p:grpSpPr>
          <a:xfrm rot="5400000">
            <a:off x="2358460" y="1700057"/>
            <a:ext cx="799341" cy="1436131"/>
            <a:chOff x="3088670" y="1930338"/>
            <a:chExt cx="380983" cy="684491"/>
          </a:xfrm>
        </p:grpSpPr>
        <p:sp>
          <p:nvSpPr>
            <p:cNvPr id="3243" name="Google Shape;3243;p169"/>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69"/>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69"/>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69"/>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69"/>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69"/>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69"/>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69"/>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69"/>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69"/>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69"/>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69"/>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69"/>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69"/>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69"/>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69"/>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69"/>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69"/>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69"/>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69"/>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69"/>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69"/>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69"/>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69"/>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69"/>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69"/>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69"/>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169"/>
          <p:cNvGrpSpPr/>
          <p:nvPr/>
        </p:nvGrpSpPr>
        <p:grpSpPr>
          <a:xfrm>
            <a:off x="1998305" y="4220153"/>
            <a:ext cx="1519488" cy="198289"/>
            <a:chOff x="504546" y="564561"/>
            <a:chExt cx="1627907" cy="212437"/>
          </a:xfrm>
        </p:grpSpPr>
        <p:sp>
          <p:nvSpPr>
            <p:cNvPr id="3271" name="Google Shape;3271;p169"/>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272" name="Google Shape;3272;p169"/>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273" name="Google Shape;3273;p169"/>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69"/>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275" name="Google Shape;3275;p169"/>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69"/>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69"/>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278" name="Google Shape;3278;p169"/>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279" name="Google Shape;3279;p169"/>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280" name="Google Shape;3280;p169"/>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69"/>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69"/>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69"/>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69"/>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285" name="Google Shape;3285;p169"/>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69"/>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69"/>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69"/>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69"/>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69"/>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291" name="Google Shape;3291;p169"/>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69"/>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69"/>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69"/>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69"/>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69"/>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69"/>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69"/>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69"/>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69"/>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69"/>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69"/>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6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6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69"/>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69"/>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6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6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69"/>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69"/>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69"/>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69"/>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69"/>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69"/>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69"/>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69"/>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69"/>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69"/>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69"/>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69"/>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69"/>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69"/>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69"/>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69"/>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69"/>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169"/>
          <p:cNvGrpSpPr/>
          <p:nvPr/>
        </p:nvGrpSpPr>
        <p:grpSpPr>
          <a:xfrm flipH="1">
            <a:off x="3704668" y="2844955"/>
            <a:ext cx="410808" cy="831197"/>
            <a:chOff x="3564075" y="2091586"/>
            <a:chExt cx="329966" cy="667521"/>
          </a:xfrm>
        </p:grpSpPr>
        <p:sp>
          <p:nvSpPr>
            <p:cNvPr id="3327" name="Google Shape;3327;p169"/>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8" name="Google Shape;3328;p169"/>
            <p:cNvGrpSpPr/>
            <p:nvPr/>
          </p:nvGrpSpPr>
          <p:grpSpPr>
            <a:xfrm>
              <a:off x="3577470" y="2091586"/>
              <a:ext cx="203196" cy="352319"/>
              <a:chOff x="3976450" y="5044825"/>
              <a:chExt cx="107625" cy="186600"/>
            </a:xfrm>
          </p:grpSpPr>
          <p:sp>
            <p:nvSpPr>
              <p:cNvPr id="3329" name="Google Shape;3329;p169"/>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69"/>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69"/>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69"/>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3" name="Google Shape;3333;p169"/>
            <p:cNvGrpSpPr/>
            <p:nvPr/>
          </p:nvGrpSpPr>
          <p:grpSpPr>
            <a:xfrm>
              <a:off x="3690750" y="2391589"/>
              <a:ext cx="203290" cy="367519"/>
              <a:chOff x="4036450" y="5279050"/>
              <a:chExt cx="107675" cy="194650"/>
            </a:xfrm>
          </p:grpSpPr>
          <p:sp>
            <p:nvSpPr>
              <p:cNvPr id="3334" name="Google Shape;3334;p169"/>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69"/>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69"/>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69"/>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8" name="Google Shape;3338;p169"/>
          <p:cNvGrpSpPr/>
          <p:nvPr/>
        </p:nvGrpSpPr>
        <p:grpSpPr>
          <a:xfrm>
            <a:off x="6877470" y="1081715"/>
            <a:ext cx="473148" cy="148870"/>
            <a:chOff x="4458420" y="5169625"/>
            <a:chExt cx="178850" cy="56275"/>
          </a:xfrm>
        </p:grpSpPr>
        <p:sp>
          <p:nvSpPr>
            <p:cNvPr id="3339" name="Google Shape;3339;p169"/>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69"/>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69"/>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69"/>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169"/>
          <p:cNvGrpSpPr/>
          <p:nvPr/>
        </p:nvGrpSpPr>
        <p:grpSpPr>
          <a:xfrm>
            <a:off x="5322464" y="966504"/>
            <a:ext cx="758083" cy="691884"/>
            <a:chOff x="5976993" y="238644"/>
            <a:chExt cx="671226" cy="612558"/>
          </a:xfrm>
        </p:grpSpPr>
        <p:grpSp>
          <p:nvGrpSpPr>
            <p:cNvPr id="3344" name="Google Shape;3344;p169"/>
            <p:cNvGrpSpPr/>
            <p:nvPr/>
          </p:nvGrpSpPr>
          <p:grpSpPr>
            <a:xfrm>
              <a:off x="6207869" y="264821"/>
              <a:ext cx="255900" cy="309550"/>
              <a:chOff x="4721075" y="260350"/>
              <a:chExt cx="255900" cy="309550"/>
            </a:xfrm>
          </p:grpSpPr>
          <p:sp>
            <p:nvSpPr>
              <p:cNvPr id="3345" name="Google Shape;3345;p169"/>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69"/>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69"/>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69"/>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169"/>
            <p:cNvGrpSpPr/>
            <p:nvPr/>
          </p:nvGrpSpPr>
          <p:grpSpPr>
            <a:xfrm>
              <a:off x="6014775" y="319425"/>
              <a:ext cx="267975" cy="297900"/>
              <a:chOff x="4428250" y="314750"/>
              <a:chExt cx="267975" cy="297900"/>
            </a:xfrm>
          </p:grpSpPr>
          <p:sp>
            <p:nvSpPr>
              <p:cNvPr id="3350" name="Google Shape;3350;p169"/>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69"/>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69"/>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3" name="Google Shape;3353;p169"/>
            <p:cNvGrpSpPr/>
            <p:nvPr/>
          </p:nvGrpSpPr>
          <p:grpSpPr>
            <a:xfrm>
              <a:off x="6384394" y="238644"/>
              <a:ext cx="263825" cy="384100"/>
              <a:chOff x="4897600" y="530925"/>
              <a:chExt cx="263825" cy="384100"/>
            </a:xfrm>
          </p:grpSpPr>
          <p:sp>
            <p:nvSpPr>
              <p:cNvPr id="3354" name="Google Shape;3354;p169"/>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355" name="Google Shape;3355;p169"/>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69"/>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357" name="Google Shape;3357;p169"/>
            <p:cNvGrpSpPr/>
            <p:nvPr/>
          </p:nvGrpSpPr>
          <p:grpSpPr>
            <a:xfrm>
              <a:off x="5976993" y="471107"/>
              <a:ext cx="222175" cy="258225"/>
              <a:chOff x="4390750" y="609200"/>
              <a:chExt cx="222175" cy="258225"/>
            </a:xfrm>
          </p:grpSpPr>
          <p:sp>
            <p:nvSpPr>
              <p:cNvPr id="3358" name="Google Shape;3358;p169"/>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69"/>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69"/>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69"/>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2" name="Google Shape;3362;p169"/>
            <p:cNvGrpSpPr/>
            <p:nvPr/>
          </p:nvGrpSpPr>
          <p:grpSpPr>
            <a:xfrm>
              <a:off x="6012699" y="624883"/>
              <a:ext cx="258950" cy="209025"/>
              <a:chOff x="4427350" y="850800"/>
              <a:chExt cx="258950" cy="209025"/>
            </a:xfrm>
          </p:grpSpPr>
          <p:sp>
            <p:nvSpPr>
              <p:cNvPr id="3363" name="Google Shape;3363;p169"/>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69"/>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69"/>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169"/>
            <p:cNvGrpSpPr/>
            <p:nvPr/>
          </p:nvGrpSpPr>
          <p:grpSpPr>
            <a:xfrm>
              <a:off x="6192527" y="709277"/>
              <a:ext cx="269050" cy="141925"/>
              <a:chOff x="4703050" y="934300"/>
              <a:chExt cx="269050" cy="141925"/>
            </a:xfrm>
          </p:grpSpPr>
          <p:sp>
            <p:nvSpPr>
              <p:cNvPr id="3367" name="Google Shape;3367;p169"/>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69"/>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9" name="Google Shape;3369;p169"/>
          <p:cNvGrpSpPr/>
          <p:nvPr/>
        </p:nvGrpSpPr>
        <p:grpSpPr>
          <a:xfrm rot="5400000">
            <a:off x="7811864" y="752915"/>
            <a:ext cx="87395" cy="517491"/>
            <a:chOff x="4427900" y="1369375"/>
            <a:chExt cx="77375" cy="458200"/>
          </a:xfrm>
        </p:grpSpPr>
        <p:grpSp>
          <p:nvGrpSpPr>
            <p:cNvPr id="3370" name="Google Shape;3370;p169"/>
            <p:cNvGrpSpPr/>
            <p:nvPr/>
          </p:nvGrpSpPr>
          <p:grpSpPr>
            <a:xfrm>
              <a:off x="4427900" y="1369375"/>
              <a:ext cx="36800" cy="458200"/>
              <a:chOff x="4427900" y="1369375"/>
              <a:chExt cx="36800" cy="458200"/>
            </a:xfrm>
          </p:grpSpPr>
          <p:sp>
            <p:nvSpPr>
              <p:cNvPr id="3371" name="Google Shape;3371;p169"/>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69"/>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69"/>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69"/>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69"/>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69"/>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69"/>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69"/>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69"/>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69"/>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69"/>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69"/>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69"/>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69"/>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69"/>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69"/>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69"/>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69"/>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69"/>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69"/>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69"/>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69"/>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69"/>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69"/>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69"/>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69"/>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69"/>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69"/>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69"/>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69"/>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69"/>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69"/>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69"/>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169"/>
            <p:cNvGrpSpPr/>
            <p:nvPr/>
          </p:nvGrpSpPr>
          <p:grpSpPr>
            <a:xfrm>
              <a:off x="4488850" y="1372625"/>
              <a:ext cx="16425" cy="169875"/>
              <a:chOff x="4488850" y="1372625"/>
              <a:chExt cx="16425" cy="169875"/>
            </a:xfrm>
          </p:grpSpPr>
          <p:sp>
            <p:nvSpPr>
              <p:cNvPr id="3405" name="Google Shape;3405;p169"/>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69"/>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69"/>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69"/>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69"/>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69"/>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69"/>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2" name="Google Shape;3412;p169"/>
          <p:cNvGrpSpPr/>
          <p:nvPr/>
        </p:nvGrpSpPr>
        <p:grpSpPr>
          <a:xfrm>
            <a:off x="4553653" y="1403110"/>
            <a:ext cx="287997" cy="219067"/>
            <a:chOff x="5023100" y="253750"/>
            <a:chExt cx="255000" cy="193950"/>
          </a:xfrm>
        </p:grpSpPr>
        <p:sp>
          <p:nvSpPr>
            <p:cNvPr id="3413" name="Google Shape;3413;p169"/>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69"/>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69"/>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69"/>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69"/>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69"/>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169"/>
          <p:cNvGrpSpPr/>
          <p:nvPr/>
        </p:nvGrpSpPr>
        <p:grpSpPr>
          <a:xfrm>
            <a:off x="4501765" y="1029060"/>
            <a:ext cx="163961" cy="243605"/>
            <a:chOff x="3431675" y="243350"/>
            <a:chExt cx="145175" cy="215675"/>
          </a:xfrm>
        </p:grpSpPr>
        <p:sp>
          <p:nvSpPr>
            <p:cNvPr id="3420" name="Google Shape;3420;p169"/>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69"/>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69"/>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69"/>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4" name="Google Shape;3424;p169"/>
          <p:cNvGrpSpPr/>
          <p:nvPr/>
        </p:nvGrpSpPr>
        <p:grpSpPr>
          <a:xfrm>
            <a:off x="5009043" y="1043517"/>
            <a:ext cx="201428" cy="220987"/>
            <a:chOff x="3782200" y="256150"/>
            <a:chExt cx="178350" cy="195650"/>
          </a:xfrm>
        </p:grpSpPr>
        <p:sp>
          <p:nvSpPr>
            <p:cNvPr id="3425" name="Google Shape;3425;p169"/>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69"/>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69"/>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8" name="Google Shape;3428;p169"/>
          <p:cNvGrpSpPr/>
          <p:nvPr/>
        </p:nvGrpSpPr>
        <p:grpSpPr>
          <a:xfrm>
            <a:off x="5981017" y="1451330"/>
            <a:ext cx="191857" cy="207037"/>
            <a:chOff x="3189900" y="762150"/>
            <a:chExt cx="169875" cy="183300"/>
          </a:xfrm>
        </p:grpSpPr>
        <p:grpSp>
          <p:nvGrpSpPr>
            <p:cNvPr id="3429" name="Google Shape;3429;p169"/>
            <p:cNvGrpSpPr/>
            <p:nvPr/>
          </p:nvGrpSpPr>
          <p:grpSpPr>
            <a:xfrm>
              <a:off x="3192775" y="894450"/>
              <a:ext cx="164100" cy="51000"/>
              <a:chOff x="3192775" y="894450"/>
              <a:chExt cx="164100" cy="51000"/>
            </a:xfrm>
          </p:grpSpPr>
          <p:sp>
            <p:nvSpPr>
              <p:cNvPr id="3430" name="Google Shape;3430;p169"/>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69"/>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169"/>
            <p:cNvGrpSpPr/>
            <p:nvPr/>
          </p:nvGrpSpPr>
          <p:grpSpPr>
            <a:xfrm>
              <a:off x="3192775" y="862421"/>
              <a:ext cx="164100" cy="34915"/>
              <a:chOff x="3192775" y="867225"/>
              <a:chExt cx="164100" cy="25450"/>
            </a:xfrm>
          </p:grpSpPr>
          <p:sp>
            <p:nvSpPr>
              <p:cNvPr id="3433" name="Google Shape;3433;p169"/>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69"/>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169"/>
            <p:cNvGrpSpPr/>
            <p:nvPr/>
          </p:nvGrpSpPr>
          <p:grpSpPr>
            <a:xfrm>
              <a:off x="3189900" y="762150"/>
              <a:ext cx="169875" cy="102375"/>
              <a:chOff x="3189900" y="762150"/>
              <a:chExt cx="169875" cy="102375"/>
            </a:xfrm>
          </p:grpSpPr>
          <p:sp>
            <p:nvSpPr>
              <p:cNvPr id="3436" name="Google Shape;3436;p169"/>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69"/>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69"/>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9" name="Google Shape;3439;p169"/>
          <p:cNvGrpSpPr/>
          <p:nvPr/>
        </p:nvGrpSpPr>
        <p:grpSpPr>
          <a:xfrm>
            <a:off x="4200824" y="1424207"/>
            <a:ext cx="202501" cy="173521"/>
            <a:chOff x="2862744" y="750125"/>
            <a:chExt cx="179300" cy="153627"/>
          </a:xfrm>
        </p:grpSpPr>
        <p:grpSp>
          <p:nvGrpSpPr>
            <p:cNvPr id="3440" name="Google Shape;3440;p169"/>
            <p:cNvGrpSpPr/>
            <p:nvPr/>
          </p:nvGrpSpPr>
          <p:grpSpPr>
            <a:xfrm>
              <a:off x="2934544" y="750125"/>
              <a:ext cx="107500" cy="112300"/>
              <a:chOff x="2934750" y="687150"/>
              <a:chExt cx="107500" cy="112300"/>
            </a:xfrm>
          </p:grpSpPr>
          <p:sp>
            <p:nvSpPr>
              <p:cNvPr id="3441" name="Google Shape;3441;p169"/>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69"/>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69"/>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169"/>
            <p:cNvGrpSpPr/>
            <p:nvPr/>
          </p:nvGrpSpPr>
          <p:grpSpPr>
            <a:xfrm>
              <a:off x="2896875" y="767675"/>
              <a:ext cx="114700" cy="116325"/>
              <a:chOff x="2896875" y="767675"/>
              <a:chExt cx="114700" cy="116325"/>
            </a:xfrm>
          </p:grpSpPr>
          <p:sp>
            <p:nvSpPr>
              <p:cNvPr id="3445" name="Google Shape;3445;p169"/>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69"/>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69"/>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169"/>
            <p:cNvGrpSpPr/>
            <p:nvPr/>
          </p:nvGrpSpPr>
          <p:grpSpPr>
            <a:xfrm>
              <a:off x="2862744" y="789602"/>
              <a:ext cx="110750" cy="114150"/>
              <a:chOff x="2862975" y="845225"/>
              <a:chExt cx="110750" cy="114150"/>
            </a:xfrm>
          </p:grpSpPr>
          <p:sp>
            <p:nvSpPr>
              <p:cNvPr id="3449" name="Google Shape;3449;p169"/>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69"/>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1" name="Google Shape;3451;p169"/>
          <p:cNvGrpSpPr/>
          <p:nvPr/>
        </p:nvGrpSpPr>
        <p:grpSpPr>
          <a:xfrm>
            <a:off x="3518186" y="1071374"/>
            <a:ext cx="610213" cy="564453"/>
            <a:chOff x="2431875" y="700600"/>
            <a:chExt cx="264700" cy="244850"/>
          </a:xfrm>
        </p:grpSpPr>
        <p:sp>
          <p:nvSpPr>
            <p:cNvPr id="3452" name="Google Shape;3452;p169"/>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69"/>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69"/>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69"/>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69"/>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69"/>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69"/>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69"/>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69"/>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69"/>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69"/>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69"/>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69"/>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169"/>
          <p:cNvGrpSpPr/>
          <p:nvPr/>
        </p:nvGrpSpPr>
        <p:grpSpPr>
          <a:xfrm>
            <a:off x="4193901" y="1043518"/>
            <a:ext cx="216347" cy="265394"/>
            <a:chOff x="4722841" y="238125"/>
            <a:chExt cx="191559" cy="234966"/>
          </a:xfrm>
        </p:grpSpPr>
        <p:grpSp>
          <p:nvGrpSpPr>
            <p:cNvPr id="3466" name="Google Shape;3466;p169"/>
            <p:cNvGrpSpPr/>
            <p:nvPr/>
          </p:nvGrpSpPr>
          <p:grpSpPr>
            <a:xfrm>
              <a:off x="4818100" y="238125"/>
              <a:ext cx="96300" cy="179775"/>
              <a:chOff x="2798800" y="238125"/>
              <a:chExt cx="96300" cy="179775"/>
            </a:xfrm>
          </p:grpSpPr>
          <p:sp>
            <p:nvSpPr>
              <p:cNvPr id="3467" name="Google Shape;3467;p169"/>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69"/>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69"/>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169"/>
            <p:cNvGrpSpPr/>
            <p:nvPr/>
          </p:nvGrpSpPr>
          <p:grpSpPr>
            <a:xfrm>
              <a:off x="4769812" y="311347"/>
              <a:ext cx="96300" cy="134375"/>
              <a:chOff x="2698550" y="350800"/>
              <a:chExt cx="96300" cy="134375"/>
            </a:xfrm>
          </p:grpSpPr>
          <p:sp>
            <p:nvSpPr>
              <p:cNvPr id="3471" name="Google Shape;3471;p169"/>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69"/>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69"/>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69"/>
            <p:cNvGrpSpPr/>
            <p:nvPr/>
          </p:nvGrpSpPr>
          <p:grpSpPr>
            <a:xfrm>
              <a:off x="4722841" y="379141"/>
              <a:ext cx="96125" cy="93950"/>
              <a:chOff x="2615975" y="444575"/>
              <a:chExt cx="96125" cy="93950"/>
            </a:xfrm>
          </p:grpSpPr>
          <p:sp>
            <p:nvSpPr>
              <p:cNvPr id="3475" name="Google Shape;3475;p169"/>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69"/>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69"/>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8" name="Google Shape;3478;p169"/>
          <p:cNvGrpSpPr/>
          <p:nvPr/>
        </p:nvGrpSpPr>
        <p:grpSpPr>
          <a:xfrm>
            <a:off x="4959250" y="1358511"/>
            <a:ext cx="301013" cy="279495"/>
            <a:chOff x="3506875" y="724175"/>
            <a:chExt cx="266525" cy="247450"/>
          </a:xfrm>
        </p:grpSpPr>
        <p:sp>
          <p:nvSpPr>
            <p:cNvPr id="3479" name="Google Shape;3479;p169"/>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69"/>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69"/>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69"/>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69"/>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69"/>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69"/>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69"/>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69"/>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69"/>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69"/>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169"/>
          <p:cNvGrpSpPr/>
          <p:nvPr/>
        </p:nvGrpSpPr>
        <p:grpSpPr>
          <a:xfrm>
            <a:off x="4757246" y="1039762"/>
            <a:ext cx="170681" cy="251031"/>
            <a:chOff x="3608400" y="252825"/>
            <a:chExt cx="151125" cy="222250"/>
          </a:xfrm>
        </p:grpSpPr>
        <p:sp>
          <p:nvSpPr>
            <p:cNvPr id="3491" name="Google Shape;3491;p169"/>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69"/>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3" name="Google Shape;3493;p169"/>
          <p:cNvGrpSpPr/>
          <p:nvPr/>
        </p:nvGrpSpPr>
        <p:grpSpPr>
          <a:xfrm>
            <a:off x="3724001" y="4126320"/>
            <a:ext cx="329890" cy="226164"/>
            <a:chOff x="1267553" y="2204175"/>
            <a:chExt cx="492740" cy="337759"/>
          </a:xfrm>
        </p:grpSpPr>
        <p:sp>
          <p:nvSpPr>
            <p:cNvPr id="3494" name="Google Shape;3494;p169"/>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69"/>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69"/>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69"/>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69"/>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69"/>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69"/>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69"/>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69"/>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69"/>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69"/>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69"/>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69"/>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69"/>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69"/>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69"/>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69"/>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69"/>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69"/>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69"/>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69"/>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69"/>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69"/>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69"/>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69"/>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69"/>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69"/>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69"/>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69"/>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69"/>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69"/>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69"/>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69"/>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69"/>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69"/>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69"/>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69"/>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169"/>
          <p:cNvGrpSpPr/>
          <p:nvPr/>
        </p:nvGrpSpPr>
        <p:grpSpPr>
          <a:xfrm>
            <a:off x="3736957" y="3779807"/>
            <a:ext cx="303991" cy="211305"/>
            <a:chOff x="1916639" y="2215270"/>
            <a:chExt cx="454057" cy="315569"/>
          </a:xfrm>
        </p:grpSpPr>
        <p:sp>
          <p:nvSpPr>
            <p:cNvPr id="3532" name="Google Shape;3532;p169"/>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69"/>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69"/>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69"/>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69"/>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69"/>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69"/>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69"/>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69"/>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69"/>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69"/>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69"/>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69"/>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69"/>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69"/>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7" name="Google Shape;3547;p169"/>
          <p:cNvGrpSpPr/>
          <p:nvPr/>
        </p:nvGrpSpPr>
        <p:grpSpPr>
          <a:xfrm>
            <a:off x="6189087" y="960610"/>
            <a:ext cx="512288" cy="431584"/>
            <a:chOff x="2577764" y="2194918"/>
            <a:chExt cx="422855" cy="356269"/>
          </a:xfrm>
        </p:grpSpPr>
        <p:grpSp>
          <p:nvGrpSpPr>
            <p:cNvPr id="3548" name="Google Shape;3548;p169"/>
            <p:cNvGrpSpPr/>
            <p:nvPr/>
          </p:nvGrpSpPr>
          <p:grpSpPr>
            <a:xfrm>
              <a:off x="2577764" y="2355085"/>
              <a:ext cx="422855" cy="196102"/>
              <a:chOff x="1957711" y="1893712"/>
              <a:chExt cx="429818" cy="199311"/>
            </a:xfrm>
          </p:grpSpPr>
          <p:sp>
            <p:nvSpPr>
              <p:cNvPr id="3549" name="Google Shape;3549;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169"/>
            <p:cNvGrpSpPr/>
            <p:nvPr/>
          </p:nvGrpSpPr>
          <p:grpSpPr>
            <a:xfrm>
              <a:off x="2577764" y="2301696"/>
              <a:ext cx="422855" cy="196102"/>
              <a:chOff x="1957711" y="1893712"/>
              <a:chExt cx="429818" cy="199311"/>
            </a:xfrm>
          </p:grpSpPr>
          <p:sp>
            <p:nvSpPr>
              <p:cNvPr id="3552" name="Google Shape;3552;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69"/>
            <p:cNvGrpSpPr/>
            <p:nvPr/>
          </p:nvGrpSpPr>
          <p:grpSpPr>
            <a:xfrm>
              <a:off x="2577764" y="2248307"/>
              <a:ext cx="422855" cy="196102"/>
              <a:chOff x="1957711" y="1893712"/>
              <a:chExt cx="429818" cy="199311"/>
            </a:xfrm>
          </p:grpSpPr>
          <p:sp>
            <p:nvSpPr>
              <p:cNvPr id="3555" name="Google Shape;3555;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556" name="Google Shape;3556;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557" name="Google Shape;3557;p169"/>
            <p:cNvGrpSpPr/>
            <p:nvPr/>
          </p:nvGrpSpPr>
          <p:grpSpPr>
            <a:xfrm>
              <a:off x="2577764" y="2194918"/>
              <a:ext cx="422855" cy="196102"/>
              <a:chOff x="1957711" y="1893712"/>
              <a:chExt cx="429818" cy="199311"/>
            </a:xfrm>
          </p:grpSpPr>
          <p:sp>
            <p:nvSpPr>
              <p:cNvPr id="3558" name="Google Shape;3558;p1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559" name="Google Shape;3559;p1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0" name="Google Shape;3560;p169"/>
          <p:cNvGrpSpPr/>
          <p:nvPr/>
        </p:nvGrpSpPr>
        <p:grpSpPr>
          <a:xfrm>
            <a:off x="6249226" y="1272956"/>
            <a:ext cx="581324" cy="356145"/>
            <a:chOff x="1293855" y="3668534"/>
            <a:chExt cx="896137" cy="548930"/>
          </a:xfrm>
        </p:grpSpPr>
        <p:grpSp>
          <p:nvGrpSpPr>
            <p:cNvPr id="3561" name="Google Shape;3561;p169"/>
            <p:cNvGrpSpPr/>
            <p:nvPr/>
          </p:nvGrpSpPr>
          <p:grpSpPr>
            <a:xfrm>
              <a:off x="2109599" y="3668534"/>
              <a:ext cx="80392" cy="527901"/>
              <a:chOff x="2109599" y="3668534"/>
              <a:chExt cx="80392" cy="527901"/>
            </a:xfrm>
          </p:grpSpPr>
          <p:sp>
            <p:nvSpPr>
              <p:cNvPr id="3562" name="Google Shape;3562;p169"/>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69"/>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69"/>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5" name="Google Shape;3565;p169"/>
            <p:cNvGrpSpPr/>
            <p:nvPr/>
          </p:nvGrpSpPr>
          <p:grpSpPr>
            <a:xfrm>
              <a:off x="2019021" y="3719234"/>
              <a:ext cx="80180" cy="479631"/>
              <a:chOff x="2019021" y="3719234"/>
              <a:chExt cx="80180" cy="479631"/>
            </a:xfrm>
          </p:grpSpPr>
          <p:sp>
            <p:nvSpPr>
              <p:cNvPr id="3566" name="Google Shape;3566;p169"/>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69"/>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69"/>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169"/>
            <p:cNvGrpSpPr/>
            <p:nvPr/>
          </p:nvGrpSpPr>
          <p:grpSpPr>
            <a:xfrm>
              <a:off x="1928250" y="3769723"/>
              <a:ext cx="80392" cy="431573"/>
              <a:chOff x="1928250" y="3769723"/>
              <a:chExt cx="80392" cy="431573"/>
            </a:xfrm>
          </p:grpSpPr>
          <p:sp>
            <p:nvSpPr>
              <p:cNvPr id="3570" name="Google Shape;3570;p169"/>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69"/>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69"/>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3" name="Google Shape;3573;p169"/>
            <p:cNvGrpSpPr/>
            <p:nvPr/>
          </p:nvGrpSpPr>
          <p:grpSpPr>
            <a:xfrm>
              <a:off x="1837672" y="3820443"/>
              <a:ext cx="80411" cy="383072"/>
              <a:chOff x="1837672" y="3820443"/>
              <a:chExt cx="80411" cy="383072"/>
            </a:xfrm>
          </p:grpSpPr>
          <p:sp>
            <p:nvSpPr>
              <p:cNvPr id="3574" name="Google Shape;3574;p169"/>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69"/>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69"/>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169"/>
            <p:cNvGrpSpPr/>
            <p:nvPr/>
          </p:nvGrpSpPr>
          <p:grpSpPr>
            <a:xfrm>
              <a:off x="1747113" y="3870912"/>
              <a:ext cx="80411" cy="335034"/>
              <a:chOff x="1747113" y="3870912"/>
              <a:chExt cx="80411" cy="335034"/>
            </a:xfrm>
          </p:grpSpPr>
          <p:sp>
            <p:nvSpPr>
              <p:cNvPr id="3578" name="Google Shape;3578;p169"/>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69"/>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69"/>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169"/>
            <p:cNvGrpSpPr/>
            <p:nvPr/>
          </p:nvGrpSpPr>
          <p:grpSpPr>
            <a:xfrm>
              <a:off x="1656341" y="3921632"/>
              <a:ext cx="80392" cy="286532"/>
              <a:chOff x="1656341" y="3921632"/>
              <a:chExt cx="80392" cy="286532"/>
            </a:xfrm>
          </p:grpSpPr>
          <p:sp>
            <p:nvSpPr>
              <p:cNvPr id="3582" name="Google Shape;3582;p169"/>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69"/>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69"/>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169"/>
            <p:cNvGrpSpPr/>
            <p:nvPr/>
          </p:nvGrpSpPr>
          <p:grpSpPr>
            <a:xfrm>
              <a:off x="1565763" y="3972101"/>
              <a:ext cx="80411" cy="238494"/>
              <a:chOff x="1565763" y="3972101"/>
              <a:chExt cx="80411" cy="238494"/>
            </a:xfrm>
          </p:grpSpPr>
          <p:sp>
            <p:nvSpPr>
              <p:cNvPr id="3586" name="Google Shape;3586;p169"/>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69"/>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69"/>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169"/>
            <p:cNvGrpSpPr/>
            <p:nvPr/>
          </p:nvGrpSpPr>
          <p:grpSpPr>
            <a:xfrm>
              <a:off x="1475204" y="4022821"/>
              <a:ext cx="80392" cy="189993"/>
              <a:chOff x="1475204" y="4022821"/>
              <a:chExt cx="80392" cy="189993"/>
            </a:xfrm>
          </p:grpSpPr>
          <p:sp>
            <p:nvSpPr>
              <p:cNvPr id="3590" name="Google Shape;3590;p169"/>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69"/>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69"/>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169"/>
            <p:cNvGrpSpPr/>
            <p:nvPr/>
          </p:nvGrpSpPr>
          <p:grpSpPr>
            <a:xfrm>
              <a:off x="1384645" y="4073310"/>
              <a:ext cx="80180" cy="141935"/>
              <a:chOff x="1384645" y="4073310"/>
              <a:chExt cx="80180" cy="141935"/>
            </a:xfrm>
          </p:grpSpPr>
          <p:sp>
            <p:nvSpPr>
              <p:cNvPr id="3594" name="Google Shape;3594;p169"/>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69"/>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69"/>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169"/>
            <p:cNvGrpSpPr/>
            <p:nvPr/>
          </p:nvGrpSpPr>
          <p:grpSpPr>
            <a:xfrm>
              <a:off x="1293855" y="4123779"/>
              <a:ext cx="80411" cy="93684"/>
              <a:chOff x="1293855" y="4123779"/>
              <a:chExt cx="80411" cy="93684"/>
            </a:xfrm>
          </p:grpSpPr>
          <p:sp>
            <p:nvSpPr>
              <p:cNvPr id="3598" name="Google Shape;3598;p169"/>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69"/>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69"/>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01" name="Google Shape;3601;p169"/>
          <p:cNvGrpSpPr/>
          <p:nvPr/>
        </p:nvGrpSpPr>
        <p:grpSpPr>
          <a:xfrm>
            <a:off x="6906078" y="1307440"/>
            <a:ext cx="576155" cy="321661"/>
            <a:chOff x="2306421" y="3721685"/>
            <a:chExt cx="888169" cy="495779"/>
          </a:xfrm>
        </p:grpSpPr>
        <p:grpSp>
          <p:nvGrpSpPr>
            <p:cNvPr id="3602" name="Google Shape;3602;p169"/>
            <p:cNvGrpSpPr/>
            <p:nvPr/>
          </p:nvGrpSpPr>
          <p:grpSpPr>
            <a:xfrm>
              <a:off x="3123054" y="3721685"/>
              <a:ext cx="71537" cy="495779"/>
              <a:chOff x="3123054" y="3721685"/>
              <a:chExt cx="71537" cy="495779"/>
            </a:xfrm>
          </p:grpSpPr>
          <p:sp>
            <p:nvSpPr>
              <p:cNvPr id="3603" name="Google Shape;3603;p169"/>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69"/>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169"/>
            <p:cNvGrpSpPr/>
            <p:nvPr/>
          </p:nvGrpSpPr>
          <p:grpSpPr>
            <a:xfrm>
              <a:off x="3032475" y="3769067"/>
              <a:ext cx="71324" cy="448396"/>
              <a:chOff x="3032475" y="3769067"/>
              <a:chExt cx="71324" cy="448396"/>
            </a:xfrm>
          </p:grpSpPr>
          <p:sp>
            <p:nvSpPr>
              <p:cNvPr id="3606" name="Google Shape;3606;p169"/>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69"/>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169"/>
            <p:cNvGrpSpPr/>
            <p:nvPr/>
          </p:nvGrpSpPr>
          <p:grpSpPr>
            <a:xfrm>
              <a:off x="2941704" y="3816218"/>
              <a:ext cx="71305" cy="401245"/>
              <a:chOff x="2941704" y="3816218"/>
              <a:chExt cx="71305" cy="401245"/>
            </a:xfrm>
          </p:grpSpPr>
          <p:sp>
            <p:nvSpPr>
              <p:cNvPr id="3609" name="Google Shape;3609;p169"/>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69"/>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 name="Google Shape;3611;p169"/>
            <p:cNvGrpSpPr/>
            <p:nvPr/>
          </p:nvGrpSpPr>
          <p:grpSpPr>
            <a:xfrm>
              <a:off x="2850914" y="3863600"/>
              <a:ext cx="71324" cy="353863"/>
              <a:chOff x="2850914" y="3863600"/>
              <a:chExt cx="71324" cy="353863"/>
            </a:xfrm>
          </p:grpSpPr>
          <p:sp>
            <p:nvSpPr>
              <p:cNvPr id="3612" name="Google Shape;3612;p169"/>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69"/>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169"/>
            <p:cNvGrpSpPr/>
            <p:nvPr/>
          </p:nvGrpSpPr>
          <p:grpSpPr>
            <a:xfrm>
              <a:off x="2760123" y="3910770"/>
              <a:ext cx="71537" cy="306693"/>
              <a:chOff x="2760123" y="3910770"/>
              <a:chExt cx="71537" cy="306693"/>
            </a:xfrm>
          </p:grpSpPr>
          <p:sp>
            <p:nvSpPr>
              <p:cNvPr id="3615" name="Google Shape;3615;p169"/>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69"/>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169"/>
            <p:cNvGrpSpPr/>
            <p:nvPr/>
          </p:nvGrpSpPr>
          <p:grpSpPr>
            <a:xfrm>
              <a:off x="2669352" y="3958153"/>
              <a:ext cx="71537" cy="259310"/>
              <a:chOff x="2669352" y="3958153"/>
              <a:chExt cx="71537" cy="259310"/>
            </a:xfrm>
          </p:grpSpPr>
          <p:sp>
            <p:nvSpPr>
              <p:cNvPr id="3618" name="Google Shape;3618;p169"/>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69"/>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169"/>
            <p:cNvGrpSpPr/>
            <p:nvPr/>
          </p:nvGrpSpPr>
          <p:grpSpPr>
            <a:xfrm>
              <a:off x="2578561" y="4005323"/>
              <a:ext cx="71537" cy="212140"/>
              <a:chOff x="2578561" y="4005323"/>
              <a:chExt cx="71537" cy="212140"/>
            </a:xfrm>
          </p:grpSpPr>
          <p:sp>
            <p:nvSpPr>
              <p:cNvPr id="3621" name="Google Shape;3621;p169"/>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69"/>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69"/>
            <p:cNvGrpSpPr/>
            <p:nvPr/>
          </p:nvGrpSpPr>
          <p:grpSpPr>
            <a:xfrm>
              <a:off x="2488002" y="4052705"/>
              <a:ext cx="71305" cy="164758"/>
              <a:chOff x="2488002" y="4052705"/>
              <a:chExt cx="71305" cy="164758"/>
            </a:xfrm>
          </p:grpSpPr>
          <p:sp>
            <p:nvSpPr>
              <p:cNvPr id="3624" name="Google Shape;3624;p169"/>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69"/>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169"/>
            <p:cNvGrpSpPr/>
            <p:nvPr/>
          </p:nvGrpSpPr>
          <p:grpSpPr>
            <a:xfrm>
              <a:off x="2397212" y="4100088"/>
              <a:ext cx="71537" cy="117376"/>
              <a:chOff x="2397212" y="4100088"/>
              <a:chExt cx="71537" cy="117376"/>
            </a:xfrm>
          </p:grpSpPr>
          <p:sp>
            <p:nvSpPr>
              <p:cNvPr id="3627" name="Google Shape;3627;p169"/>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69"/>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169"/>
            <p:cNvGrpSpPr/>
            <p:nvPr/>
          </p:nvGrpSpPr>
          <p:grpSpPr>
            <a:xfrm>
              <a:off x="2306421" y="4147258"/>
              <a:ext cx="71537" cy="70205"/>
              <a:chOff x="2306421" y="4147258"/>
              <a:chExt cx="71537" cy="70205"/>
            </a:xfrm>
          </p:grpSpPr>
          <p:sp>
            <p:nvSpPr>
              <p:cNvPr id="3630" name="Google Shape;3630;p169"/>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69"/>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32" name="Google Shape;3632;p169"/>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69"/>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69"/>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69"/>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69"/>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69"/>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69"/>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69"/>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69"/>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69"/>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69"/>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69"/>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69"/>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69"/>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69"/>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69"/>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69"/>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69"/>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69"/>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69"/>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69"/>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69"/>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69"/>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69"/>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69"/>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69"/>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69"/>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69"/>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69"/>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69"/>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69"/>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69"/>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69"/>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69"/>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69"/>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7" name="Google Shape;3667;p169"/>
          <p:cNvGrpSpPr/>
          <p:nvPr/>
        </p:nvGrpSpPr>
        <p:grpSpPr>
          <a:xfrm>
            <a:off x="6227888" y="1898371"/>
            <a:ext cx="1882438" cy="1143564"/>
            <a:chOff x="2529950" y="4155175"/>
            <a:chExt cx="1137425" cy="690975"/>
          </a:xfrm>
        </p:grpSpPr>
        <p:sp>
          <p:nvSpPr>
            <p:cNvPr id="3668" name="Google Shape;3668;p169"/>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69"/>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69"/>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69"/>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69"/>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69"/>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69"/>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69"/>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69"/>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69"/>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69"/>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69"/>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69"/>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69"/>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69"/>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69"/>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69"/>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69"/>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69"/>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69"/>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69"/>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69"/>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69"/>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69"/>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69"/>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69"/>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69"/>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69"/>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69"/>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69"/>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69"/>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69"/>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69"/>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69"/>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69"/>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69"/>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69"/>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69"/>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69"/>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69"/>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69"/>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69"/>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69"/>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69"/>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69"/>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69"/>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69"/>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69"/>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69"/>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69"/>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69"/>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69"/>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69"/>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69"/>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69"/>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69"/>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69"/>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69"/>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69"/>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69"/>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69"/>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69"/>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69"/>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69"/>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69"/>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69"/>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69"/>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69"/>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69"/>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69"/>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69"/>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69"/>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69"/>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69"/>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69"/>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69"/>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69"/>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69"/>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69"/>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69"/>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69"/>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69"/>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69"/>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69"/>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69"/>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69"/>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69"/>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69"/>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69"/>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69"/>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69"/>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69"/>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69"/>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69"/>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69"/>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69"/>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69"/>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69"/>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69"/>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69"/>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69"/>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69"/>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69"/>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69"/>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69"/>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69"/>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69"/>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69"/>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69"/>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69"/>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69"/>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69"/>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69"/>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69"/>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69"/>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69"/>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69"/>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69"/>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69"/>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69"/>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69"/>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69"/>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69"/>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69"/>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69"/>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69"/>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69"/>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69"/>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69"/>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69"/>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69"/>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69"/>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69"/>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69"/>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69"/>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69"/>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69"/>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69"/>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69"/>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69"/>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69"/>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69"/>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69"/>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69"/>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69"/>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69"/>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69"/>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69"/>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69"/>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69"/>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69"/>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69"/>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69"/>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69"/>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69"/>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69"/>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69"/>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69"/>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69"/>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69"/>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69"/>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69"/>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69"/>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69"/>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69"/>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69"/>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69"/>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69"/>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69"/>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69"/>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69"/>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69"/>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69"/>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69"/>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69"/>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69"/>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69"/>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69"/>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69"/>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69"/>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69"/>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69"/>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69"/>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69"/>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69"/>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69"/>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69"/>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69"/>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69"/>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69"/>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69"/>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69"/>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69"/>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69"/>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69"/>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69"/>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69"/>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69"/>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69"/>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69"/>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69"/>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69"/>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69"/>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69"/>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69"/>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69"/>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69"/>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69"/>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69"/>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69"/>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69"/>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69"/>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69"/>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69"/>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69"/>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69"/>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69"/>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69"/>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69"/>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69"/>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69"/>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69"/>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69"/>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69"/>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69"/>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69"/>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69"/>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69"/>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69"/>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69"/>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69"/>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69"/>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69"/>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69"/>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69"/>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69"/>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69"/>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69"/>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69"/>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69"/>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69"/>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69"/>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69"/>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69"/>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69"/>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69"/>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69"/>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69"/>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69"/>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69"/>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69"/>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69"/>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69"/>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69"/>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69"/>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69"/>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69"/>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69"/>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69"/>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69"/>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69"/>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69"/>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69"/>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69"/>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69"/>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69"/>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69"/>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69"/>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69"/>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69"/>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69"/>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69"/>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69"/>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69"/>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69"/>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69"/>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69"/>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69"/>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69"/>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69"/>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69"/>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69"/>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69"/>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69"/>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69"/>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69"/>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69"/>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69"/>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69"/>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69"/>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69"/>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69"/>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69"/>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69"/>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69"/>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69"/>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69"/>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69"/>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69"/>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69"/>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69"/>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69"/>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69"/>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69"/>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69"/>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69"/>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69"/>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69"/>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69"/>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69"/>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69"/>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69"/>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69"/>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69"/>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69"/>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69"/>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69"/>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69"/>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69"/>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69"/>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69"/>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69"/>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69"/>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69"/>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69"/>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69"/>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69"/>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69"/>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69"/>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69"/>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69"/>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69"/>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69"/>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69"/>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69"/>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69"/>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69"/>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69"/>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69"/>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69"/>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69"/>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69"/>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69"/>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69"/>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69"/>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69"/>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69"/>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69"/>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69"/>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69"/>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69"/>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69"/>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69"/>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69"/>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69"/>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69"/>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69"/>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69"/>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69"/>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69"/>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69"/>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69"/>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69"/>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69"/>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69"/>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69"/>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69"/>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69"/>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69"/>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69"/>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69"/>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69"/>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69"/>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69"/>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69"/>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69"/>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69"/>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69"/>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69"/>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69"/>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69"/>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69"/>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69"/>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69"/>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69"/>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69"/>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69"/>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69"/>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69"/>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69"/>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69"/>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69"/>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69"/>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69"/>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69"/>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69"/>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69"/>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69"/>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69"/>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69"/>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69"/>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69"/>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69"/>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69"/>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69"/>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69"/>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69"/>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69"/>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69"/>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69"/>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69"/>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69"/>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69"/>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69"/>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69"/>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69"/>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69"/>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69"/>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69"/>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69"/>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69"/>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69"/>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69"/>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69"/>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69"/>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69"/>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69"/>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69"/>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69"/>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69"/>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69"/>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69"/>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69"/>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69"/>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69"/>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69"/>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69"/>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69"/>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69"/>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69"/>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69"/>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69"/>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69"/>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69"/>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69"/>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69"/>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69"/>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69"/>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69"/>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69"/>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69"/>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69"/>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69"/>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69"/>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69"/>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69"/>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69"/>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69"/>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69"/>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69"/>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69"/>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69"/>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69"/>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69"/>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69"/>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69"/>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69"/>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69"/>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69"/>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69"/>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69"/>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69"/>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69"/>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69"/>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69"/>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69"/>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69"/>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69"/>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69"/>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69"/>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69"/>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69"/>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69"/>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69"/>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69"/>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69"/>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69"/>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69"/>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69"/>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69"/>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69"/>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69"/>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69"/>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69"/>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69"/>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69"/>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69"/>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69"/>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69"/>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69"/>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69"/>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69"/>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69"/>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69"/>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69"/>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69"/>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69"/>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69"/>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69"/>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69"/>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69"/>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69"/>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69"/>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69"/>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69"/>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69"/>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69"/>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69"/>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69"/>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69"/>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69"/>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69"/>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69"/>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69"/>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69"/>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69"/>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69"/>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69"/>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69"/>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69"/>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69"/>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69"/>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69"/>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69"/>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69"/>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69"/>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69"/>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69"/>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69"/>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69"/>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69"/>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69"/>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69"/>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69"/>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69"/>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69"/>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69"/>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69"/>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69"/>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69"/>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69"/>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69"/>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69"/>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69"/>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69"/>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69"/>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69"/>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69"/>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69"/>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69"/>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69"/>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69"/>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69"/>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69"/>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69"/>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69"/>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69"/>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69"/>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69"/>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69"/>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69"/>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69"/>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69"/>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69"/>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69"/>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69"/>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69"/>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69"/>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69"/>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69"/>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69"/>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69"/>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69"/>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69"/>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69"/>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69"/>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69"/>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69"/>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69"/>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69"/>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69"/>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69"/>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69"/>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69"/>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69"/>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69"/>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69"/>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69"/>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69"/>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69"/>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69"/>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69"/>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69"/>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69"/>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69"/>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69"/>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69"/>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69"/>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69"/>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69"/>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69"/>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69"/>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69"/>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69"/>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69"/>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69"/>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69"/>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69"/>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69"/>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69"/>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69"/>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69"/>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69"/>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69"/>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69"/>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69"/>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69"/>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69"/>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69"/>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69"/>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69"/>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69"/>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69"/>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69"/>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69"/>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69"/>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69"/>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69"/>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69"/>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69"/>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69"/>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69"/>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69"/>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69"/>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69"/>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69"/>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69"/>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69"/>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69"/>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69"/>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69"/>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69"/>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69"/>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69"/>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69"/>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69"/>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69"/>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69"/>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69"/>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69"/>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69"/>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69"/>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69"/>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69"/>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69"/>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69"/>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69"/>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69"/>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69"/>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69"/>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69"/>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69"/>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69"/>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69"/>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69"/>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69"/>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69"/>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69"/>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69"/>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69"/>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69"/>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69"/>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69"/>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69"/>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69"/>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69"/>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69"/>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69"/>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69"/>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69"/>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69"/>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69"/>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69"/>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69"/>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69"/>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69"/>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69"/>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69"/>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69"/>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69"/>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69"/>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69"/>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69"/>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69"/>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69"/>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69"/>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69"/>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69"/>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69"/>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69"/>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69"/>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69"/>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69"/>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69"/>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69"/>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69"/>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69"/>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69"/>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69"/>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69"/>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69"/>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69"/>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69"/>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69"/>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69"/>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69"/>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69"/>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69"/>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69"/>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69"/>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69"/>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69"/>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69"/>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69"/>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69"/>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69"/>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69"/>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69"/>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69"/>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69"/>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69"/>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69"/>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69"/>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69"/>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69"/>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69"/>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69"/>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69"/>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69"/>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69"/>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69"/>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69"/>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69"/>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69"/>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69"/>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69"/>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69"/>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69"/>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69"/>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69"/>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69"/>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69"/>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69"/>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69"/>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69"/>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69"/>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69"/>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69"/>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69"/>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69"/>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69"/>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69"/>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69"/>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69"/>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69"/>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69"/>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69"/>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69"/>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69"/>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69"/>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69"/>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69"/>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69"/>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69"/>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69"/>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69"/>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69"/>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69"/>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69"/>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69"/>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69"/>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69"/>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69"/>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69"/>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69"/>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69"/>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69"/>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69"/>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69"/>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69"/>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69"/>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69"/>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69"/>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69"/>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69"/>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69"/>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69"/>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69"/>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69"/>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69"/>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69"/>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69"/>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69"/>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69"/>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69"/>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69"/>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69"/>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69"/>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69"/>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69"/>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69"/>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69"/>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69"/>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69"/>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69"/>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69"/>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69"/>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69"/>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69"/>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69"/>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69"/>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69"/>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69"/>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69"/>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69"/>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69"/>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69"/>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69"/>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69"/>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69"/>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69"/>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69"/>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69"/>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69"/>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69"/>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69"/>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69"/>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69"/>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69"/>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69"/>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69"/>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69"/>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69"/>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69"/>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69"/>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69"/>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69"/>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69"/>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69"/>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69"/>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69"/>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69"/>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69"/>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69"/>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69"/>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69"/>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69"/>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69"/>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69"/>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69"/>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69"/>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69"/>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69"/>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69"/>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69"/>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69"/>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69"/>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69"/>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69"/>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69"/>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69"/>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69"/>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69"/>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69"/>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69"/>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69"/>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69"/>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69"/>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69"/>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69"/>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69"/>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69"/>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69"/>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69"/>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69"/>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69"/>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69"/>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69"/>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9"/>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9"/>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9"/>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9"/>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9"/>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9"/>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9"/>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9"/>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9"/>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69"/>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69"/>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9"/>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9"/>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9"/>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9"/>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9"/>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9"/>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9"/>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9"/>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9"/>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69"/>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69"/>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9"/>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9"/>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9"/>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9"/>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9"/>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9"/>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9"/>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9"/>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9"/>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69"/>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69"/>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9"/>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9"/>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9"/>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9"/>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9"/>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9"/>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9"/>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9"/>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9"/>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69"/>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69"/>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9"/>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9"/>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9"/>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9"/>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9"/>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9"/>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9"/>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9"/>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9"/>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69"/>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69"/>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169"/>
          <p:cNvGrpSpPr/>
          <p:nvPr/>
        </p:nvGrpSpPr>
        <p:grpSpPr>
          <a:xfrm>
            <a:off x="3739420" y="2325786"/>
            <a:ext cx="299053" cy="288720"/>
            <a:chOff x="2127141" y="3043500"/>
            <a:chExt cx="422629" cy="408027"/>
          </a:xfrm>
        </p:grpSpPr>
        <p:grpSp>
          <p:nvGrpSpPr>
            <p:cNvPr id="4622" name="Google Shape;4622;p169"/>
            <p:cNvGrpSpPr/>
            <p:nvPr/>
          </p:nvGrpSpPr>
          <p:grpSpPr>
            <a:xfrm>
              <a:off x="2127141" y="3048223"/>
              <a:ext cx="418743" cy="403304"/>
              <a:chOff x="2101363" y="3048223"/>
              <a:chExt cx="418743" cy="403304"/>
            </a:xfrm>
          </p:grpSpPr>
          <p:sp>
            <p:nvSpPr>
              <p:cNvPr id="4623" name="Google Shape;4623;p169"/>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9"/>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5" name="Google Shape;4625;p169"/>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9"/>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169"/>
          <p:cNvGrpSpPr/>
          <p:nvPr/>
        </p:nvGrpSpPr>
        <p:grpSpPr>
          <a:xfrm>
            <a:off x="6204707" y="3202278"/>
            <a:ext cx="1928879" cy="1118124"/>
            <a:chOff x="1397225" y="1410350"/>
            <a:chExt cx="4786300" cy="2774500"/>
          </a:xfrm>
        </p:grpSpPr>
        <p:grpSp>
          <p:nvGrpSpPr>
            <p:cNvPr id="4628" name="Google Shape;4628;p169"/>
            <p:cNvGrpSpPr/>
            <p:nvPr/>
          </p:nvGrpSpPr>
          <p:grpSpPr>
            <a:xfrm>
              <a:off x="4293400" y="2574725"/>
              <a:ext cx="84425" cy="80100"/>
              <a:chOff x="4293400" y="2574725"/>
              <a:chExt cx="84425" cy="80100"/>
            </a:xfrm>
          </p:grpSpPr>
          <p:sp>
            <p:nvSpPr>
              <p:cNvPr id="4629" name="Google Shape;4629;p16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630" name="Google Shape;4630;p16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169"/>
            <p:cNvGrpSpPr/>
            <p:nvPr/>
          </p:nvGrpSpPr>
          <p:grpSpPr>
            <a:xfrm>
              <a:off x="4000175" y="1462675"/>
              <a:ext cx="1917275" cy="1140875"/>
              <a:chOff x="4000175" y="1462675"/>
              <a:chExt cx="1917275" cy="1140875"/>
            </a:xfrm>
          </p:grpSpPr>
          <p:sp>
            <p:nvSpPr>
              <p:cNvPr id="4632" name="Google Shape;4632;p16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633" name="Google Shape;4633;p169"/>
              <p:cNvGrpSpPr/>
              <p:nvPr/>
            </p:nvGrpSpPr>
            <p:grpSpPr>
              <a:xfrm>
                <a:off x="4000175" y="1462675"/>
                <a:ext cx="1917275" cy="1140875"/>
                <a:chOff x="4000175" y="1462675"/>
                <a:chExt cx="1917275" cy="1140875"/>
              </a:xfrm>
            </p:grpSpPr>
            <p:sp>
              <p:nvSpPr>
                <p:cNvPr id="4634" name="Google Shape;4634;p16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635" name="Google Shape;4635;p16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0" name="Google Shape;4640;p169"/>
            <p:cNvGrpSpPr/>
            <p:nvPr/>
          </p:nvGrpSpPr>
          <p:grpSpPr>
            <a:xfrm>
              <a:off x="3960625" y="2587825"/>
              <a:ext cx="94050" cy="104125"/>
              <a:chOff x="3960625" y="2587825"/>
              <a:chExt cx="94050" cy="104125"/>
            </a:xfrm>
          </p:grpSpPr>
          <p:sp>
            <p:nvSpPr>
              <p:cNvPr id="4641" name="Google Shape;4641;p16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642" name="Google Shape;4642;p16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169"/>
            <p:cNvGrpSpPr/>
            <p:nvPr/>
          </p:nvGrpSpPr>
          <p:grpSpPr>
            <a:xfrm>
              <a:off x="3765350" y="2500900"/>
              <a:ext cx="173600" cy="187925"/>
              <a:chOff x="3765350" y="2500900"/>
              <a:chExt cx="173600" cy="187925"/>
            </a:xfrm>
          </p:grpSpPr>
          <p:sp>
            <p:nvSpPr>
              <p:cNvPr id="4644" name="Google Shape;4644;p16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645" name="Google Shape;4645;p16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169"/>
            <p:cNvGrpSpPr/>
            <p:nvPr/>
          </p:nvGrpSpPr>
          <p:grpSpPr>
            <a:xfrm>
              <a:off x="3750475" y="2481850"/>
              <a:ext cx="85125" cy="51800"/>
              <a:chOff x="3750475" y="2481850"/>
              <a:chExt cx="85125" cy="51800"/>
            </a:xfrm>
          </p:grpSpPr>
          <p:sp>
            <p:nvSpPr>
              <p:cNvPr id="4651" name="Google Shape;4651;p16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653" name="Google Shape;4653;p169"/>
            <p:cNvGrpSpPr/>
            <p:nvPr/>
          </p:nvGrpSpPr>
          <p:grpSpPr>
            <a:xfrm>
              <a:off x="3627175" y="2432450"/>
              <a:ext cx="172100" cy="169075"/>
              <a:chOff x="3627175" y="2432450"/>
              <a:chExt cx="172100" cy="169075"/>
            </a:xfrm>
          </p:grpSpPr>
          <p:sp>
            <p:nvSpPr>
              <p:cNvPr id="4654" name="Google Shape;4654;p16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656" name="Google Shape;4656;p16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657" name="Google Shape;4657;p169"/>
            <p:cNvGrpSpPr/>
            <p:nvPr/>
          </p:nvGrpSpPr>
          <p:grpSpPr>
            <a:xfrm>
              <a:off x="3561536" y="2585450"/>
              <a:ext cx="61539" cy="99045"/>
              <a:chOff x="3561536" y="2585450"/>
              <a:chExt cx="61539" cy="99045"/>
            </a:xfrm>
          </p:grpSpPr>
          <p:sp>
            <p:nvSpPr>
              <p:cNvPr id="4658" name="Google Shape;4658;p16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660" name="Google Shape;4660;p169"/>
            <p:cNvGrpSpPr/>
            <p:nvPr/>
          </p:nvGrpSpPr>
          <p:grpSpPr>
            <a:xfrm>
              <a:off x="3906325" y="1984500"/>
              <a:ext cx="156075" cy="262825"/>
              <a:chOff x="3906325" y="1984500"/>
              <a:chExt cx="156075" cy="262825"/>
            </a:xfrm>
          </p:grpSpPr>
          <p:sp>
            <p:nvSpPr>
              <p:cNvPr id="4661" name="Google Shape;4661;p16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662" name="Google Shape;4662;p16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169"/>
            <p:cNvGrpSpPr/>
            <p:nvPr/>
          </p:nvGrpSpPr>
          <p:grpSpPr>
            <a:xfrm>
              <a:off x="1397225" y="1637375"/>
              <a:ext cx="1401575" cy="1228250"/>
              <a:chOff x="1397225" y="1637375"/>
              <a:chExt cx="1401575" cy="1228250"/>
            </a:xfrm>
          </p:grpSpPr>
          <p:sp>
            <p:nvSpPr>
              <p:cNvPr id="4664" name="Google Shape;4664;p16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665" name="Google Shape;4665;p169"/>
              <p:cNvGrpSpPr/>
              <p:nvPr/>
            </p:nvGrpSpPr>
            <p:grpSpPr>
              <a:xfrm>
                <a:off x="1397225" y="1637375"/>
                <a:ext cx="1398775" cy="1228250"/>
                <a:chOff x="1397225" y="1637375"/>
                <a:chExt cx="1398775" cy="1228250"/>
              </a:xfrm>
            </p:grpSpPr>
            <p:sp>
              <p:nvSpPr>
                <p:cNvPr id="4666" name="Google Shape;4666;p16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6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8" name="Google Shape;4668;p169"/>
            <p:cNvGrpSpPr/>
            <p:nvPr/>
          </p:nvGrpSpPr>
          <p:grpSpPr>
            <a:xfrm>
              <a:off x="2605700" y="3152850"/>
              <a:ext cx="594125" cy="616250"/>
              <a:chOff x="2605700" y="3152850"/>
              <a:chExt cx="594125" cy="616250"/>
            </a:xfrm>
          </p:grpSpPr>
          <p:sp>
            <p:nvSpPr>
              <p:cNvPr id="4669" name="Google Shape;4669;p16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670" name="Google Shape;4670;p16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169"/>
            <p:cNvGrpSpPr/>
            <p:nvPr/>
          </p:nvGrpSpPr>
          <p:grpSpPr>
            <a:xfrm>
              <a:off x="2680375" y="3423800"/>
              <a:ext cx="182975" cy="761050"/>
              <a:chOff x="2680375" y="3423800"/>
              <a:chExt cx="182975" cy="761050"/>
            </a:xfrm>
          </p:grpSpPr>
          <p:sp>
            <p:nvSpPr>
              <p:cNvPr id="4672" name="Google Shape;4672;p16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673" name="Google Shape;4673;p16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169"/>
            <p:cNvGrpSpPr/>
            <p:nvPr/>
          </p:nvGrpSpPr>
          <p:grpSpPr>
            <a:xfrm>
              <a:off x="3918000" y="3561900"/>
              <a:ext cx="236225" cy="207100"/>
              <a:chOff x="3918000" y="3561900"/>
              <a:chExt cx="236225" cy="207100"/>
            </a:xfrm>
          </p:grpSpPr>
          <p:sp>
            <p:nvSpPr>
              <p:cNvPr id="4675" name="Google Shape;4675;p16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676" name="Google Shape;4676;p16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7" name="Google Shape;4677;p169"/>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9"/>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69"/>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0" name="Google Shape;4680;p169"/>
            <p:cNvGrpSpPr/>
            <p:nvPr/>
          </p:nvGrpSpPr>
          <p:grpSpPr>
            <a:xfrm>
              <a:off x="1922950" y="1410350"/>
              <a:ext cx="1252825" cy="1162875"/>
              <a:chOff x="1922950" y="1410350"/>
              <a:chExt cx="1252825" cy="1162875"/>
            </a:xfrm>
          </p:grpSpPr>
          <p:sp>
            <p:nvSpPr>
              <p:cNvPr id="4681" name="Google Shape;4681;p16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6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6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6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7" name="Google Shape;4697;p169"/>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9"/>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9"/>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9"/>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9"/>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69"/>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69"/>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9"/>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9"/>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9"/>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9"/>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9"/>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9"/>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9"/>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69"/>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69"/>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69"/>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9"/>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9"/>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9"/>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9"/>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9"/>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9" name="Google Shape;4719;p169"/>
            <p:cNvGrpSpPr/>
            <p:nvPr/>
          </p:nvGrpSpPr>
          <p:grpSpPr>
            <a:xfrm>
              <a:off x="2711750" y="3572300"/>
              <a:ext cx="230725" cy="598425"/>
              <a:chOff x="2711750" y="3572300"/>
              <a:chExt cx="230725" cy="598425"/>
            </a:xfrm>
          </p:grpSpPr>
          <p:sp>
            <p:nvSpPr>
              <p:cNvPr id="4720" name="Google Shape;4720;p16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2" name="Google Shape;4722;p169"/>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3" name="Google Shape;4723;p169"/>
            <p:cNvGrpSpPr/>
            <p:nvPr/>
          </p:nvGrpSpPr>
          <p:grpSpPr>
            <a:xfrm>
              <a:off x="3781475" y="1624825"/>
              <a:ext cx="153300" cy="166375"/>
              <a:chOff x="3781475" y="1624825"/>
              <a:chExt cx="153300" cy="166375"/>
            </a:xfrm>
          </p:grpSpPr>
          <p:sp>
            <p:nvSpPr>
              <p:cNvPr id="4724" name="Google Shape;4724;p16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8" name="Google Shape;4728;p169"/>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69"/>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9"/>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9"/>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69"/>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69"/>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9"/>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5" name="Google Shape;4735;p169"/>
            <p:cNvGrpSpPr/>
            <p:nvPr/>
          </p:nvGrpSpPr>
          <p:grpSpPr>
            <a:xfrm>
              <a:off x="5068275" y="3161675"/>
              <a:ext cx="664875" cy="222850"/>
              <a:chOff x="5068275" y="3161675"/>
              <a:chExt cx="664875" cy="222850"/>
            </a:xfrm>
          </p:grpSpPr>
          <p:sp>
            <p:nvSpPr>
              <p:cNvPr id="4736" name="Google Shape;4736;p16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0" name="Google Shape;4740;p169"/>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9"/>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9"/>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9"/>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9"/>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9"/>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9"/>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9"/>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9"/>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9"/>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9"/>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9"/>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9"/>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9"/>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9"/>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9"/>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9"/>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9"/>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9"/>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9"/>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9"/>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9"/>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69"/>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9"/>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9"/>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9"/>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9"/>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9"/>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9"/>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9" name="Google Shape;4769;p169"/>
            <p:cNvGrpSpPr/>
            <p:nvPr/>
          </p:nvGrpSpPr>
          <p:grpSpPr>
            <a:xfrm>
              <a:off x="3586375" y="2281300"/>
              <a:ext cx="125025" cy="175275"/>
              <a:chOff x="3586375" y="2281300"/>
              <a:chExt cx="125025" cy="175275"/>
            </a:xfrm>
          </p:grpSpPr>
          <p:sp>
            <p:nvSpPr>
              <p:cNvPr id="4770" name="Google Shape;4770;p16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6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2" name="Google Shape;4772;p169"/>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3" name="Google Shape;4773;p169"/>
            <p:cNvGrpSpPr/>
            <p:nvPr/>
          </p:nvGrpSpPr>
          <p:grpSpPr>
            <a:xfrm>
              <a:off x="5298975" y="3412225"/>
              <a:ext cx="576450" cy="616225"/>
              <a:chOff x="5298975" y="3412225"/>
              <a:chExt cx="576450" cy="616225"/>
            </a:xfrm>
          </p:grpSpPr>
          <p:sp>
            <p:nvSpPr>
              <p:cNvPr id="4774" name="Google Shape;4774;p16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169"/>
            <p:cNvGrpSpPr/>
            <p:nvPr/>
          </p:nvGrpSpPr>
          <p:grpSpPr>
            <a:xfrm>
              <a:off x="5952300" y="3852150"/>
              <a:ext cx="231225" cy="287200"/>
              <a:chOff x="5952300" y="3852150"/>
              <a:chExt cx="231225" cy="287200"/>
            </a:xfrm>
          </p:grpSpPr>
          <p:sp>
            <p:nvSpPr>
              <p:cNvPr id="4777" name="Google Shape;4777;p16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169"/>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9"/>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69"/>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69"/>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9"/>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9"/>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9"/>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9"/>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7" name="Google Shape;4787;p169"/>
            <p:cNvGrpSpPr/>
            <p:nvPr/>
          </p:nvGrpSpPr>
          <p:grpSpPr>
            <a:xfrm>
              <a:off x="4842300" y="3099950"/>
              <a:ext cx="31425" cy="59650"/>
              <a:chOff x="4842300" y="3099950"/>
              <a:chExt cx="31425" cy="59650"/>
            </a:xfrm>
          </p:grpSpPr>
          <p:sp>
            <p:nvSpPr>
              <p:cNvPr id="4788" name="Google Shape;4788;p16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2" name="Google Shape;4792;p169"/>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69"/>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9"/>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9"/>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9"/>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9"/>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9"/>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9"/>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0" name="Google Shape;4800;p169"/>
            <p:cNvGrpSpPr/>
            <p:nvPr/>
          </p:nvGrpSpPr>
          <p:grpSpPr>
            <a:xfrm>
              <a:off x="3866750" y="2520350"/>
              <a:ext cx="78475" cy="60700"/>
              <a:chOff x="3866750" y="2520350"/>
              <a:chExt cx="78475" cy="60700"/>
            </a:xfrm>
          </p:grpSpPr>
          <p:sp>
            <p:nvSpPr>
              <p:cNvPr id="4801" name="Google Shape;4801;p16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6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6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5" name="Google Shape;4805;p169"/>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9"/>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9"/>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9"/>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9"/>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9"/>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9"/>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9"/>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9"/>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69"/>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69"/>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9"/>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9"/>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9"/>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9"/>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9"/>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9"/>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9"/>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9"/>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9"/>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69"/>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69"/>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69"/>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9"/>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9"/>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9"/>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9"/>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9"/>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9"/>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9"/>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9"/>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9"/>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9"/>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9"/>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9"/>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9"/>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9"/>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9"/>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69"/>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9"/>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9"/>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69"/>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169"/>
            <p:cNvGrpSpPr/>
            <p:nvPr/>
          </p:nvGrpSpPr>
          <p:grpSpPr>
            <a:xfrm>
              <a:off x="3450375" y="3038225"/>
              <a:ext cx="132875" cy="99400"/>
              <a:chOff x="3450375" y="3038225"/>
              <a:chExt cx="132875" cy="99400"/>
            </a:xfrm>
          </p:grpSpPr>
          <p:sp>
            <p:nvSpPr>
              <p:cNvPr id="4848" name="Google Shape;4848;p16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0" name="Google Shape;4850;p169"/>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9"/>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9"/>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9"/>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9"/>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9"/>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9"/>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9"/>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9"/>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9"/>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9"/>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9"/>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9"/>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9"/>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9"/>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9"/>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9"/>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9"/>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9"/>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9"/>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9"/>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9"/>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9"/>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9"/>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9"/>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9"/>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69"/>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9"/>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9"/>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9"/>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9"/>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69"/>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69"/>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169"/>
          <p:cNvGrpSpPr/>
          <p:nvPr/>
        </p:nvGrpSpPr>
        <p:grpSpPr>
          <a:xfrm>
            <a:off x="4073623" y="3195884"/>
            <a:ext cx="1990503" cy="1173794"/>
            <a:chOff x="4714886" y="3271938"/>
            <a:chExt cx="1202721" cy="709241"/>
          </a:xfrm>
        </p:grpSpPr>
        <p:grpSp>
          <p:nvGrpSpPr>
            <p:cNvPr id="4886" name="Google Shape;4886;p169"/>
            <p:cNvGrpSpPr/>
            <p:nvPr/>
          </p:nvGrpSpPr>
          <p:grpSpPr>
            <a:xfrm>
              <a:off x="4714886" y="3271938"/>
              <a:ext cx="1202721" cy="709241"/>
              <a:chOff x="2514225" y="4239175"/>
              <a:chExt cx="2084800" cy="1229400"/>
            </a:xfrm>
          </p:grpSpPr>
          <p:sp>
            <p:nvSpPr>
              <p:cNvPr id="4887" name="Google Shape;4887;p169"/>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9"/>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9"/>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9"/>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9"/>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9"/>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9"/>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9"/>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9"/>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9"/>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9"/>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9"/>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9"/>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9"/>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69"/>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9"/>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9"/>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69"/>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69"/>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9"/>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9"/>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9"/>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9"/>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9"/>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9"/>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9"/>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9"/>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9"/>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9"/>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9"/>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9"/>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9"/>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9"/>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9"/>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9"/>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9"/>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9"/>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9"/>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9"/>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9"/>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9"/>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9"/>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9"/>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9"/>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9"/>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9"/>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9"/>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69"/>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9"/>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9"/>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9"/>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9"/>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9"/>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9"/>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69"/>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69"/>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9"/>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9"/>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9"/>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9"/>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9"/>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9"/>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9"/>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9"/>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9"/>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69"/>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69"/>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9"/>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9"/>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9"/>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9"/>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9"/>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9"/>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9"/>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9"/>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9"/>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69"/>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69"/>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69"/>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69"/>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69"/>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69"/>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69"/>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69"/>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69"/>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69"/>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69"/>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69"/>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69"/>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69"/>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69"/>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69"/>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69"/>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69"/>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69"/>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69"/>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69"/>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69"/>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69"/>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69"/>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69"/>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69"/>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69"/>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69"/>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69"/>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69"/>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69"/>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69"/>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69"/>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69"/>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69"/>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69"/>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69"/>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69"/>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69"/>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69"/>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69"/>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69"/>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69"/>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69"/>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69"/>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69"/>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69"/>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69"/>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69"/>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69"/>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69"/>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69"/>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69"/>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69"/>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69"/>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69"/>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69"/>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69"/>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69"/>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69"/>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69"/>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69"/>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69"/>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69"/>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69"/>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69"/>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69"/>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69"/>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69"/>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69"/>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69"/>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69"/>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69"/>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69"/>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69"/>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69"/>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69"/>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69"/>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69"/>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69"/>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69"/>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69"/>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69"/>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69"/>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69"/>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69"/>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69"/>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69"/>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69"/>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69"/>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69"/>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69"/>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69"/>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69"/>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69"/>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69"/>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69"/>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69"/>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69"/>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69"/>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69"/>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69"/>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69"/>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69"/>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69"/>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69"/>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69"/>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69"/>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69"/>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69"/>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69"/>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69"/>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69"/>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69"/>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69"/>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69"/>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69"/>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69"/>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69"/>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69"/>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69"/>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69"/>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69"/>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69"/>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69"/>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69"/>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69"/>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69"/>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69"/>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69"/>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69"/>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69"/>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69"/>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69"/>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69"/>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69"/>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69"/>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69"/>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69"/>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69"/>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69"/>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69"/>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69"/>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69"/>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69"/>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69"/>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69"/>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69"/>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69"/>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69"/>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69"/>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69"/>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69"/>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69"/>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69"/>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69"/>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69"/>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69"/>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69"/>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69"/>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69"/>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69"/>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69"/>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69"/>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69"/>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69"/>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69"/>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69"/>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69"/>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69"/>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69"/>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69"/>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69"/>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69"/>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69"/>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69"/>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69"/>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69"/>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69"/>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69"/>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69"/>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69"/>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69"/>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69"/>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69"/>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69"/>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69"/>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69"/>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69"/>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69"/>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69"/>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69"/>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69"/>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69"/>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69"/>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69"/>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69"/>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69"/>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1" name="Google Shape;5161;p169"/>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2" name="Google Shape;5162;p169"/>
            <p:cNvGrpSpPr/>
            <p:nvPr/>
          </p:nvGrpSpPr>
          <p:grpSpPr>
            <a:xfrm>
              <a:off x="4851510" y="3282978"/>
              <a:ext cx="1028757" cy="669305"/>
              <a:chOff x="2732000" y="1526850"/>
              <a:chExt cx="1783250" cy="1160175"/>
            </a:xfrm>
          </p:grpSpPr>
          <p:sp>
            <p:nvSpPr>
              <p:cNvPr id="5163" name="Google Shape;5163;p169"/>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69"/>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69"/>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69"/>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69"/>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69"/>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69"/>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69"/>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69"/>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69"/>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69"/>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69"/>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69"/>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69"/>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69"/>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69"/>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69"/>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69"/>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69"/>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69"/>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69"/>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69"/>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69"/>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69"/>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69"/>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69"/>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69"/>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69"/>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69"/>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69"/>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69"/>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69"/>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69"/>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69"/>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69"/>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69"/>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9" name="Google Shape;5199;p169"/>
          <p:cNvGrpSpPr/>
          <p:nvPr/>
        </p:nvGrpSpPr>
        <p:grpSpPr>
          <a:xfrm>
            <a:off x="4005100" y="1921297"/>
            <a:ext cx="2127409" cy="1097580"/>
            <a:chOff x="4758945" y="2591412"/>
            <a:chExt cx="1114585" cy="575011"/>
          </a:xfrm>
        </p:grpSpPr>
        <p:grpSp>
          <p:nvGrpSpPr>
            <p:cNvPr id="5200" name="Google Shape;5200;p169"/>
            <p:cNvGrpSpPr/>
            <p:nvPr/>
          </p:nvGrpSpPr>
          <p:grpSpPr>
            <a:xfrm>
              <a:off x="4758945" y="2591412"/>
              <a:ext cx="1114585" cy="575011"/>
              <a:chOff x="4758945" y="2591412"/>
              <a:chExt cx="1114585" cy="575011"/>
            </a:xfrm>
          </p:grpSpPr>
          <p:sp>
            <p:nvSpPr>
              <p:cNvPr id="5201" name="Google Shape;5201;p169"/>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69"/>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69"/>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69"/>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69"/>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69"/>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69"/>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69"/>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69"/>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69"/>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69"/>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69"/>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69"/>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69"/>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69"/>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69"/>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169"/>
            <p:cNvGrpSpPr/>
            <p:nvPr/>
          </p:nvGrpSpPr>
          <p:grpSpPr>
            <a:xfrm>
              <a:off x="4760834" y="2594715"/>
              <a:ext cx="1108903" cy="517407"/>
              <a:chOff x="4760834" y="2594715"/>
              <a:chExt cx="1108903" cy="517407"/>
            </a:xfrm>
          </p:grpSpPr>
          <p:sp>
            <p:nvSpPr>
              <p:cNvPr id="5218" name="Google Shape;5218;p169"/>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69"/>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69"/>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69"/>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69"/>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69"/>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69"/>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69"/>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69"/>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69"/>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69"/>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69"/>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69"/>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69"/>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69"/>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69"/>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69"/>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69"/>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69"/>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69"/>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69"/>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69"/>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69"/>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69"/>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69"/>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69"/>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69"/>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69"/>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69"/>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69"/>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69"/>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69"/>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69"/>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69"/>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69"/>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69"/>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69"/>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69"/>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69"/>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69"/>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69"/>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69"/>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69"/>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69"/>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69"/>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69"/>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69"/>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69"/>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69"/>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69"/>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69"/>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69"/>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69"/>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69"/>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69"/>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69"/>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69"/>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69"/>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69"/>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69"/>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69"/>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69"/>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69"/>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69"/>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69"/>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69"/>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69"/>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69"/>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69"/>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69"/>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69"/>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69"/>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69"/>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69"/>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69"/>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69"/>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69"/>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69"/>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69"/>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69"/>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69"/>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69"/>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69"/>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69"/>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69"/>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69"/>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69"/>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69"/>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69"/>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69"/>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69"/>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69"/>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69"/>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69"/>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69"/>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69"/>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69"/>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69"/>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69"/>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69"/>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69"/>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69"/>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69"/>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69"/>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69"/>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69"/>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69"/>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69"/>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69"/>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69"/>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69"/>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69"/>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69"/>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69"/>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69"/>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69"/>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69"/>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69"/>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69"/>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69"/>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69"/>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69"/>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69"/>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69"/>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69"/>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69"/>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69"/>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69"/>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69"/>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69"/>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69"/>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69"/>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69"/>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69"/>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69"/>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69"/>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69"/>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69"/>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69"/>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69"/>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69"/>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69"/>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69"/>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69"/>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69"/>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69"/>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69"/>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69"/>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69"/>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69"/>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69"/>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69"/>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69"/>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69"/>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69"/>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69"/>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69"/>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69"/>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69"/>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69"/>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69"/>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69"/>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69"/>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69"/>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69"/>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69"/>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69"/>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69"/>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69"/>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69"/>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69"/>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69"/>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69"/>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69"/>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69"/>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69"/>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69"/>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69"/>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69"/>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69"/>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69"/>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69"/>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69"/>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69"/>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69"/>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69"/>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69"/>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69"/>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69"/>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69"/>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69"/>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69"/>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69"/>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69"/>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69"/>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69"/>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69"/>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69"/>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69"/>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69"/>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69"/>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69"/>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69"/>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69"/>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69"/>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69"/>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69"/>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69"/>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69"/>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69"/>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69"/>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69"/>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69"/>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69"/>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69"/>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69"/>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69"/>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69"/>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69"/>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69"/>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69"/>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69"/>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69"/>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69"/>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69"/>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69"/>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69"/>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69"/>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69"/>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69"/>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69"/>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69"/>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69"/>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69"/>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69"/>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69"/>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69"/>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69"/>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69"/>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69"/>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69"/>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69"/>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69"/>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69"/>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69"/>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69"/>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69"/>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69"/>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69"/>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69"/>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69"/>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69"/>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69"/>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69"/>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69"/>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69"/>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69"/>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69"/>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69"/>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69"/>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69"/>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69"/>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69"/>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69"/>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69"/>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69"/>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69"/>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69"/>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69"/>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69"/>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69"/>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69"/>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69"/>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69"/>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69"/>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69"/>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69"/>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69"/>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69"/>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69"/>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69"/>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69"/>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69"/>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69"/>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69"/>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69"/>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69"/>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69"/>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69"/>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69"/>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69"/>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69"/>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69"/>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69"/>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69"/>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69"/>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69"/>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69"/>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69"/>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69"/>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69"/>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69"/>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69"/>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69"/>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69"/>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69"/>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69"/>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69"/>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69"/>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69"/>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69"/>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69"/>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69"/>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1" name="Google Shape;5531;p169"/>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35" name="Shape 5535"/>
        <p:cNvGrpSpPr/>
        <p:nvPr/>
      </p:nvGrpSpPr>
      <p:grpSpPr>
        <a:xfrm>
          <a:off x="0" y="0"/>
          <a:ext cx="0" cy="0"/>
          <a:chOff x="0" y="0"/>
          <a:chExt cx="0" cy="0"/>
        </a:xfrm>
      </p:grpSpPr>
      <p:sp>
        <p:nvSpPr>
          <p:cNvPr id="5536" name="Google Shape;5536;p1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of editable icons</a:t>
            </a:r>
            <a:endParaRPr>
              <a:solidFill>
                <a:srgbClr val="FFFFFF"/>
              </a:solidFill>
              <a:latin typeface="Arial"/>
              <a:ea typeface="Arial"/>
              <a:cs typeface="Arial"/>
              <a:sym typeface="Arial"/>
            </a:endParaRPr>
          </a:p>
        </p:txBody>
      </p:sp>
      <p:sp>
        <p:nvSpPr>
          <p:cNvPr id="5537" name="Google Shape;5537;p170"/>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You can resize these icons </a:t>
            </a:r>
            <a:r>
              <a:rPr lang="en">
                <a:solidFill>
                  <a:srgbClr val="FFFFFF"/>
                </a:solidFill>
                <a:latin typeface="Arial"/>
                <a:ea typeface="Arial"/>
                <a:cs typeface="Arial"/>
                <a:sym typeface="Arial"/>
              </a:rPr>
              <a:t>without losing</a:t>
            </a:r>
            <a:r>
              <a:rPr lang="en" sz="1200">
                <a:solidFill>
                  <a:srgbClr val="FFFFFF"/>
                </a:solidFill>
                <a:latin typeface="Arial"/>
                <a:ea typeface="Arial"/>
                <a:cs typeface="Arial"/>
                <a:sym typeface="Arial"/>
              </a:rPr>
              <a:t> quality.</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change the stroke and fill color; just select the icon and click on the paint bucket/pen.</a:t>
            </a:r>
            <a:br>
              <a:rPr lang="en">
                <a:latin typeface="Arial"/>
                <a:ea typeface="Arial"/>
                <a:cs typeface="Arial"/>
                <a:sym typeface="Arial"/>
              </a:rPr>
            </a:br>
            <a:endParaRPr>
              <a:latin typeface="Arial"/>
              <a:ea typeface="Arial"/>
              <a:cs typeface="Arial"/>
              <a:sym typeface="Arial"/>
            </a:endParaRPr>
          </a:p>
        </p:txBody>
      </p:sp>
      <p:grpSp>
        <p:nvGrpSpPr>
          <p:cNvPr id="5538" name="Google Shape;5538;p170"/>
          <p:cNvGrpSpPr/>
          <p:nvPr/>
        </p:nvGrpSpPr>
        <p:grpSpPr>
          <a:xfrm>
            <a:off x="1464938" y="1938605"/>
            <a:ext cx="230686" cy="202772"/>
            <a:chOff x="898875" y="244725"/>
            <a:chExt cx="481800" cy="423500"/>
          </a:xfrm>
        </p:grpSpPr>
        <p:sp>
          <p:nvSpPr>
            <p:cNvPr id="5539" name="Google Shape;5539;p17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0" name="Google Shape;5540;p17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1" name="Google Shape;5541;p17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2" name="Google Shape;5542;p17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3" name="Google Shape;5543;p17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4" name="Google Shape;5544;p17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45" name="Google Shape;5545;p170"/>
          <p:cNvGrpSpPr/>
          <p:nvPr/>
        </p:nvGrpSpPr>
        <p:grpSpPr>
          <a:xfrm>
            <a:off x="1763045" y="1924643"/>
            <a:ext cx="202760" cy="230698"/>
            <a:chOff x="1529350" y="258825"/>
            <a:chExt cx="423475" cy="481825"/>
          </a:xfrm>
        </p:grpSpPr>
        <p:sp>
          <p:nvSpPr>
            <p:cNvPr id="5546" name="Google Shape;5546;p17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7" name="Google Shape;5547;p17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48" name="Google Shape;5548;p170"/>
          <p:cNvGrpSpPr/>
          <p:nvPr/>
        </p:nvGrpSpPr>
        <p:grpSpPr>
          <a:xfrm>
            <a:off x="2030275" y="1979160"/>
            <a:ext cx="231811" cy="121663"/>
            <a:chOff x="2084325" y="363300"/>
            <a:chExt cx="484150" cy="254100"/>
          </a:xfrm>
        </p:grpSpPr>
        <p:sp>
          <p:nvSpPr>
            <p:cNvPr id="5549" name="Google Shape;5549;p17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0" name="Google Shape;5550;p17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51" name="Google Shape;5551;p170"/>
          <p:cNvGrpSpPr/>
          <p:nvPr/>
        </p:nvGrpSpPr>
        <p:grpSpPr>
          <a:xfrm>
            <a:off x="2335803" y="1924643"/>
            <a:ext cx="202760" cy="230698"/>
            <a:chOff x="2707500" y="249400"/>
            <a:chExt cx="423475" cy="481825"/>
          </a:xfrm>
        </p:grpSpPr>
        <p:sp>
          <p:nvSpPr>
            <p:cNvPr id="5552" name="Google Shape;5552;p17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3" name="Google Shape;5553;p17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54" name="Google Shape;5554;p170"/>
          <p:cNvGrpSpPr/>
          <p:nvPr/>
        </p:nvGrpSpPr>
        <p:grpSpPr>
          <a:xfrm>
            <a:off x="2617068" y="1924865"/>
            <a:ext cx="207668" cy="230255"/>
            <a:chOff x="3300325" y="249875"/>
            <a:chExt cx="433725" cy="480900"/>
          </a:xfrm>
        </p:grpSpPr>
        <p:sp>
          <p:nvSpPr>
            <p:cNvPr id="5555" name="Google Shape;5555;p17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6" name="Google Shape;5556;p17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7" name="Google Shape;5557;p17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8" name="Google Shape;5558;p17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9" name="Google Shape;5559;p17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0" name="Google Shape;5560;p17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61" name="Google Shape;5561;p170"/>
          <p:cNvGrpSpPr/>
          <p:nvPr/>
        </p:nvGrpSpPr>
        <p:grpSpPr>
          <a:xfrm>
            <a:off x="2881653" y="1924811"/>
            <a:ext cx="239603" cy="230363"/>
            <a:chOff x="3854700" y="249750"/>
            <a:chExt cx="500425" cy="481125"/>
          </a:xfrm>
        </p:grpSpPr>
        <p:sp>
          <p:nvSpPr>
            <p:cNvPr id="5562" name="Google Shape;5562;p17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3" name="Google Shape;5563;p17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4" name="Google Shape;5564;p17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5" name="Google Shape;5565;p17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6" name="Google Shape;5566;p17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7" name="Google Shape;5567;p17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8" name="Google Shape;5568;p17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9" name="Google Shape;5569;p17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0" name="Google Shape;5570;p170"/>
          <p:cNvGrpSpPr/>
          <p:nvPr/>
        </p:nvGrpSpPr>
        <p:grpSpPr>
          <a:xfrm>
            <a:off x="3165892" y="1924811"/>
            <a:ext cx="239603" cy="230363"/>
            <a:chOff x="4447550" y="249750"/>
            <a:chExt cx="500425" cy="481125"/>
          </a:xfrm>
        </p:grpSpPr>
        <p:sp>
          <p:nvSpPr>
            <p:cNvPr id="5571" name="Google Shape;5571;p17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2" name="Google Shape;5572;p17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3" name="Google Shape;5573;p170"/>
          <p:cNvGrpSpPr/>
          <p:nvPr/>
        </p:nvGrpSpPr>
        <p:grpSpPr>
          <a:xfrm>
            <a:off x="3457757" y="1924643"/>
            <a:ext cx="230698" cy="230698"/>
            <a:chOff x="5049725" y="249400"/>
            <a:chExt cx="481825" cy="481825"/>
          </a:xfrm>
        </p:grpSpPr>
        <p:sp>
          <p:nvSpPr>
            <p:cNvPr id="5574" name="Google Shape;5574;p17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5" name="Google Shape;5575;p17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6" name="Google Shape;5576;p170"/>
          <p:cNvGrpSpPr/>
          <p:nvPr/>
        </p:nvGrpSpPr>
        <p:grpSpPr>
          <a:xfrm>
            <a:off x="3739244" y="1924643"/>
            <a:ext cx="230698" cy="230698"/>
            <a:chOff x="5660400" y="238125"/>
            <a:chExt cx="481825" cy="481825"/>
          </a:xfrm>
        </p:grpSpPr>
        <p:sp>
          <p:nvSpPr>
            <p:cNvPr id="5577" name="Google Shape;5577;p17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8" name="Google Shape;5578;p17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9" name="Google Shape;5579;p170"/>
          <p:cNvGrpSpPr/>
          <p:nvPr/>
        </p:nvGrpSpPr>
        <p:grpSpPr>
          <a:xfrm>
            <a:off x="4022597" y="1924643"/>
            <a:ext cx="230698" cy="230698"/>
            <a:chOff x="6235400" y="249400"/>
            <a:chExt cx="481825" cy="481825"/>
          </a:xfrm>
        </p:grpSpPr>
        <p:sp>
          <p:nvSpPr>
            <p:cNvPr id="5580" name="Google Shape;5580;p17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1" name="Google Shape;5581;p17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2" name="Google Shape;5582;p17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3" name="Google Shape;5583;p17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4" name="Google Shape;5584;p17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85" name="Google Shape;5585;p170"/>
          <p:cNvGrpSpPr/>
          <p:nvPr/>
        </p:nvGrpSpPr>
        <p:grpSpPr>
          <a:xfrm>
            <a:off x="1464608" y="2227052"/>
            <a:ext cx="231344" cy="202724"/>
            <a:chOff x="899850" y="871450"/>
            <a:chExt cx="483175" cy="423400"/>
          </a:xfrm>
        </p:grpSpPr>
        <p:sp>
          <p:nvSpPr>
            <p:cNvPr id="5586" name="Google Shape;5586;p17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7" name="Google Shape;5587;p17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8" name="Google Shape;5588;p17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9" name="Google Shape;5589;p17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590" name="Google Shape;5590;p170"/>
          <p:cNvSpPr/>
          <p:nvPr/>
        </p:nvSpPr>
        <p:spPr>
          <a:xfrm>
            <a:off x="1761644" y="22130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591" name="Google Shape;5591;p170"/>
          <p:cNvGrpSpPr/>
          <p:nvPr/>
        </p:nvGrpSpPr>
        <p:grpSpPr>
          <a:xfrm>
            <a:off x="2030383" y="2213059"/>
            <a:ext cx="231596" cy="230710"/>
            <a:chOff x="2085450" y="842250"/>
            <a:chExt cx="483700" cy="481850"/>
          </a:xfrm>
        </p:grpSpPr>
        <p:sp>
          <p:nvSpPr>
            <p:cNvPr id="5592" name="Google Shape;5592;p17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3" name="Google Shape;5593;p17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4" name="Google Shape;5594;p17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95" name="Google Shape;5595;p170"/>
          <p:cNvGrpSpPr/>
          <p:nvPr/>
        </p:nvGrpSpPr>
        <p:grpSpPr>
          <a:xfrm>
            <a:off x="2321816" y="2213065"/>
            <a:ext cx="230734" cy="230698"/>
            <a:chOff x="2685825" y="840375"/>
            <a:chExt cx="481900" cy="481825"/>
          </a:xfrm>
        </p:grpSpPr>
        <p:sp>
          <p:nvSpPr>
            <p:cNvPr id="5596" name="Google Shape;5596;p17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7" name="Google Shape;5597;p17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98" name="Google Shape;5598;p170"/>
          <p:cNvGrpSpPr/>
          <p:nvPr/>
        </p:nvGrpSpPr>
        <p:grpSpPr>
          <a:xfrm>
            <a:off x="2601752" y="2212849"/>
            <a:ext cx="238299" cy="231129"/>
            <a:chOff x="3270675" y="841800"/>
            <a:chExt cx="497700" cy="482725"/>
          </a:xfrm>
        </p:grpSpPr>
        <p:sp>
          <p:nvSpPr>
            <p:cNvPr id="5599" name="Google Shape;5599;p17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0" name="Google Shape;5600;p17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1" name="Google Shape;5601;p17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602" name="Google Shape;5602;p170"/>
          <p:cNvSpPr/>
          <p:nvPr/>
        </p:nvSpPr>
        <p:spPr>
          <a:xfrm>
            <a:off x="2886029" y="22202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603" name="Google Shape;5603;p170"/>
          <p:cNvGrpSpPr/>
          <p:nvPr/>
        </p:nvGrpSpPr>
        <p:grpSpPr>
          <a:xfrm>
            <a:off x="3170346" y="2227034"/>
            <a:ext cx="230698" cy="202760"/>
            <a:chOff x="4467200" y="877100"/>
            <a:chExt cx="481825" cy="423475"/>
          </a:xfrm>
        </p:grpSpPr>
        <p:sp>
          <p:nvSpPr>
            <p:cNvPr id="5604" name="Google Shape;5604;p17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5" name="Google Shape;5605;p17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6" name="Google Shape;5606;p17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7" name="Google Shape;5607;p17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08" name="Google Shape;5608;p170"/>
          <p:cNvGrpSpPr/>
          <p:nvPr/>
        </p:nvGrpSpPr>
        <p:grpSpPr>
          <a:xfrm>
            <a:off x="3452478" y="2213059"/>
            <a:ext cx="241255" cy="230710"/>
            <a:chOff x="5045500" y="842250"/>
            <a:chExt cx="503875" cy="481850"/>
          </a:xfrm>
        </p:grpSpPr>
        <p:sp>
          <p:nvSpPr>
            <p:cNvPr id="5609" name="Google Shape;5609;p17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0" name="Google Shape;5610;p17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11" name="Google Shape;5611;p170"/>
          <p:cNvGrpSpPr/>
          <p:nvPr/>
        </p:nvGrpSpPr>
        <p:grpSpPr>
          <a:xfrm>
            <a:off x="3740022" y="2230888"/>
            <a:ext cx="229142" cy="195051"/>
            <a:chOff x="5645200" y="879425"/>
            <a:chExt cx="478575" cy="407375"/>
          </a:xfrm>
        </p:grpSpPr>
        <p:sp>
          <p:nvSpPr>
            <p:cNvPr id="5612" name="Google Shape;5612;p17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3" name="Google Shape;5613;p17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4" name="Google Shape;5614;p17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5" name="Google Shape;5615;p17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6" name="Google Shape;5616;p17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7" name="Google Shape;5617;p17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18" name="Google Shape;5618;p170"/>
          <p:cNvGrpSpPr/>
          <p:nvPr/>
        </p:nvGrpSpPr>
        <p:grpSpPr>
          <a:xfrm>
            <a:off x="4036560" y="2213065"/>
            <a:ext cx="202772" cy="230698"/>
            <a:chOff x="6264525" y="842250"/>
            <a:chExt cx="423500" cy="481825"/>
          </a:xfrm>
        </p:grpSpPr>
        <p:sp>
          <p:nvSpPr>
            <p:cNvPr id="5619" name="Google Shape;5619;p17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0" name="Google Shape;5620;p17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1" name="Google Shape;5621;p17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2" name="Google Shape;5622;p17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3" name="Google Shape;5623;p17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4" name="Google Shape;5624;p17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5" name="Google Shape;5625;p17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26" name="Google Shape;5626;p170"/>
          <p:cNvGrpSpPr/>
          <p:nvPr/>
        </p:nvGrpSpPr>
        <p:grpSpPr>
          <a:xfrm>
            <a:off x="1464932" y="2495036"/>
            <a:ext cx="230698" cy="230698"/>
            <a:chOff x="900750" y="1436075"/>
            <a:chExt cx="481825" cy="481825"/>
          </a:xfrm>
        </p:grpSpPr>
        <p:sp>
          <p:nvSpPr>
            <p:cNvPr id="5627" name="Google Shape;5627;p17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8" name="Google Shape;5628;p17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9" name="Google Shape;5629;p17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0" name="Google Shape;5630;p17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31" name="Google Shape;5631;p170"/>
          <p:cNvGrpSpPr/>
          <p:nvPr/>
        </p:nvGrpSpPr>
        <p:grpSpPr>
          <a:xfrm>
            <a:off x="1749075" y="2536033"/>
            <a:ext cx="230698" cy="148703"/>
            <a:chOff x="1492675" y="1520750"/>
            <a:chExt cx="481825" cy="310575"/>
          </a:xfrm>
        </p:grpSpPr>
        <p:sp>
          <p:nvSpPr>
            <p:cNvPr id="5632" name="Google Shape;5632;p17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3" name="Google Shape;5633;p17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34" name="Google Shape;5634;p170"/>
          <p:cNvGrpSpPr/>
          <p:nvPr/>
        </p:nvGrpSpPr>
        <p:grpSpPr>
          <a:xfrm>
            <a:off x="2026384" y="2495024"/>
            <a:ext cx="239592" cy="230722"/>
            <a:chOff x="2071000" y="1435025"/>
            <a:chExt cx="500400" cy="481875"/>
          </a:xfrm>
        </p:grpSpPr>
        <p:sp>
          <p:nvSpPr>
            <p:cNvPr id="5635" name="Google Shape;5635;p17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6" name="Google Shape;5636;p17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7" name="Google Shape;5637;p17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38" name="Google Shape;5638;p170"/>
          <p:cNvGrpSpPr/>
          <p:nvPr/>
        </p:nvGrpSpPr>
        <p:grpSpPr>
          <a:xfrm>
            <a:off x="2317543" y="2509191"/>
            <a:ext cx="239280" cy="202389"/>
            <a:chOff x="2678350" y="1464650"/>
            <a:chExt cx="499750" cy="422700"/>
          </a:xfrm>
        </p:grpSpPr>
        <p:sp>
          <p:nvSpPr>
            <p:cNvPr id="5639" name="Google Shape;5639;p17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0" name="Google Shape;5640;p17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1" name="Google Shape;5641;p17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42" name="Google Shape;5642;p170"/>
          <p:cNvGrpSpPr/>
          <p:nvPr/>
        </p:nvGrpSpPr>
        <p:grpSpPr>
          <a:xfrm>
            <a:off x="2605553" y="2495036"/>
            <a:ext cx="230698" cy="230698"/>
            <a:chOff x="3271200" y="1435075"/>
            <a:chExt cx="481825" cy="481825"/>
          </a:xfrm>
        </p:grpSpPr>
        <p:sp>
          <p:nvSpPr>
            <p:cNvPr id="5643" name="Google Shape;5643;p17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4" name="Google Shape;5644;p17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45" name="Google Shape;5645;p170"/>
          <p:cNvGrpSpPr/>
          <p:nvPr/>
        </p:nvGrpSpPr>
        <p:grpSpPr>
          <a:xfrm>
            <a:off x="2884681" y="2495024"/>
            <a:ext cx="233547" cy="230722"/>
            <a:chOff x="3858100" y="1435075"/>
            <a:chExt cx="487775" cy="481875"/>
          </a:xfrm>
        </p:grpSpPr>
        <p:sp>
          <p:nvSpPr>
            <p:cNvPr id="5646" name="Google Shape;5646;p17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7" name="Google Shape;5647;p17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8" name="Google Shape;5648;p17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9" name="Google Shape;5649;p17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0" name="Google Shape;5650;p17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51" name="Google Shape;5651;p170"/>
          <p:cNvGrpSpPr/>
          <p:nvPr/>
        </p:nvGrpSpPr>
        <p:grpSpPr>
          <a:xfrm>
            <a:off x="3170345" y="2495036"/>
            <a:ext cx="230698" cy="230698"/>
            <a:chOff x="4456875" y="1435075"/>
            <a:chExt cx="481825" cy="481825"/>
          </a:xfrm>
        </p:grpSpPr>
        <p:sp>
          <p:nvSpPr>
            <p:cNvPr id="5652" name="Google Shape;5652;p17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3" name="Google Shape;5653;p17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4" name="Google Shape;5654;p17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5" name="Google Shape;5655;p17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6" name="Google Shape;5656;p17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7" name="Google Shape;5657;p17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8" name="Google Shape;5658;p17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9" name="Google Shape;5659;p17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0" name="Google Shape;5660;p17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1" name="Google Shape;5661;p17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2" name="Google Shape;5662;p17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3" name="Google Shape;5663;p17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4" name="Google Shape;5664;p17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5" name="Google Shape;5665;p17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6" name="Google Shape;5666;p17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7" name="Google Shape;5667;p17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8" name="Google Shape;5668;p17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9" name="Google Shape;5669;p17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0" name="Google Shape;5670;p17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71" name="Google Shape;5671;p170"/>
          <p:cNvGrpSpPr/>
          <p:nvPr/>
        </p:nvGrpSpPr>
        <p:grpSpPr>
          <a:xfrm>
            <a:off x="3456626" y="2495030"/>
            <a:ext cx="232960" cy="230710"/>
            <a:chOff x="5049725" y="1435050"/>
            <a:chExt cx="486550" cy="481850"/>
          </a:xfrm>
        </p:grpSpPr>
        <p:sp>
          <p:nvSpPr>
            <p:cNvPr id="5672" name="Google Shape;5672;p17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3" name="Google Shape;5673;p17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4" name="Google Shape;5674;p17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5" name="Google Shape;5675;p17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76" name="Google Shape;5676;p170"/>
          <p:cNvGrpSpPr/>
          <p:nvPr/>
        </p:nvGrpSpPr>
        <p:grpSpPr>
          <a:xfrm>
            <a:off x="3739208" y="2495036"/>
            <a:ext cx="230770" cy="230698"/>
            <a:chOff x="5642475" y="1435075"/>
            <a:chExt cx="481975" cy="481825"/>
          </a:xfrm>
        </p:grpSpPr>
        <p:sp>
          <p:nvSpPr>
            <p:cNvPr id="5677" name="Google Shape;5677;p17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8" name="Google Shape;5678;p17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9" name="Google Shape;5679;p17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80" name="Google Shape;5680;p170"/>
          <p:cNvGrpSpPr/>
          <p:nvPr/>
        </p:nvGrpSpPr>
        <p:grpSpPr>
          <a:xfrm>
            <a:off x="4021065" y="2495030"/>
            <a:ext cx="233762" cy="230710"/>
            <a:chOff x="6232000" y="1435050"/>
            <a:chExt cx="488225" cy="481850"/>
          </a:xfrm>
        </p:grpSpPr>
        <p:sp>
          <p:nvSpPr>
            <p:cNvPr id="5681" name="Google Shape;5681;p17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2" name="Google Shape;5682;p17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3" name="Google Shape;5683;p17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4" name="Google Shape;5684;p17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5" name="Google Shape;5685;p17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86" name="Google Shape;5686;p170"/>
          <p:cNvGrpSpPr/>
          <p:nvPr/>
        </p:nvGrpSpPr>
        <p:grpSpPr>
          <a:xfrm>
            <a:off x="1478302" y="2776325"/>
            <a:ext cx="203957" cy="229704"/>
            <a:chOff x="924450" y="2028975"/>
            <a:chExt cx="425975" cy="479750"/>
          </a:xfrm>
        </p:grpSpPr>
        <p:sp>
          <p:nvSpPr>
            <p:cNvPr id="5687" name="Google Shape;5687;p17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8" name="Google Shape;5688;p17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9" name="Google Shape;5689;p17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90" name="Google Shape;5690;p170"/>
          <p:cNvGrpSpPr/>
          <p:nvPr/>
        </p:nvGrpSpPr>
        <p:grpSpPr>
          <a:xfrm>
            <a:off x="2030813" y="2789791"/>
            <a:ext cx="230734" cy="202772"/>
            <a:chOff x="2085450" y="2057100"/>
            <a:chExt cx="481900" cy="423500"/>
          </a:xfrm>
        </p:grpSpPr>
        <p:sp>
          <p:nvSpPr>
            <p:cNvPr id="5691" name="Google Shape;5691;p17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2" name="Google Shape;5692;p17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3" name="Google Shape;5693;p17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94" name="Google Shape;5694;p170"/>
          <p:cNvGrpSpPr/>
          <p:nvPr/>
        </p:nvGrpSpPr>
        <p:grpSpPr>
          <a:xfrm>
            <a:off x="2321816" y="2805598"/>
            <a:ext cx="230734" cy="171159"/>
            <a:chOff x="2678275" y="2090100"/>
            <a:chExt cx="481900" cy="357475"/>
          </a:xfrm>
        </p:grpSpPr>
        <p:sp>
          <p:nvSpPr>
            <p:cNvPr id="5695" name="Google Shape;5695;p17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6" name="Google Shape;5696;p17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7" name="Google Shape;5697;p17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8" name="Google Shape;5698;p17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9" name="Google Shape;5699;p17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00" name="Google Shape;5700;p170"/>
          <p:cNvGrpSpPr/>
          <p:nvPr/>
        </p:nvGrpSpPr>
        <p:grpSpPr>
          <a:xfrm>
            <a:off x="2646323" y="2813893"/>
            <a:ext cx="149158" cy="154569"/>
            <a:chOff x="3357325" y="2093500"/>
            <a:chExt cx="311525" cy="322825"/>
          </a:xfrm>
        </p:grpSpPr>
        <p:sp>
          <p:nvSpPr>
            <p:cNvPr id="5701" name="Google Shape;5701;p17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2" name="Google Shape;5702;p17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3" name="Google Shape;5703;p17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04" name="Google Shape;5704;p170"/>
          <p:cNvSpPr/>
          <p:nvPr/>
        </p:nvSpPr>
        <p:spPr>
          <a:xfrm>
            <a:off x="2887926" y="27837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05" name="Google Shape;5705;p170"/>
          <p:cNvGrpSpPr/>
          <p:nvPr/>
        </p:nvGrpSpPr>
        <p:grpSpPr>
          <a:xfrm>
            <a:off x="3186385" y="2775828"/>
            <a:ext cx="198618" cy="230698"/>
            <a:chOff x="4492800" y="2027925"/>
            <a:chExt cx="414825" cy="481825"/>
          </a:xfrm>
        </p:grpSpPr>
        <p:sp>
          <p:nvSpPr>
            <p:cNvPr id="5706" name="Google Shape;5706;p17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7" name="Google Shape;5707;p17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08" name="Google Shape;5708;p170"/>
          <p:cNvGrpSpPr/>
          <p:nvPr/>
        </p:nvGrpSpPr>
        <p:grpSpPr>
          <a:xfrm>
            <a:off x="3457775" y="2775823"/>
            <a:ext cx="230662" cy="230710"/>
            <a:chOff x="5049725" y="2027900"/>
            <a:chExt cx="481750" cy="481850"/>
          </a:xfrm>
        </p:grpSpPr>
        <p:sp>
          <p:nvSpPr>
            <p:cNvPr id="5709" name="Google Shape;5709;p17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0" name="Google Shape;5710;p17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1" name="Google Shape;5711;p17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2" name="Google Shape;5712;p17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3" name="Google Shape;5713;p17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4" name="Google Shape;5714;p17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5" name="Google Shape;5715;p17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6" name="Google Shape;5716;p17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17" name="Google Shape;5717;p170"/>
          <p:cNvGrpSpPr/>
          <p:nvPr/>
        </p:nvGrpSpPr>
        <p:grpSpPr>
          <a:xfrm>
            <a:off x="3779828" y="2775882"/>
            <a:ext cx="149529" cy="230590"/>
            <a:chOff x="5726350" y="2028150"/>
            <a:chExt cx="312300" cy="481600"/>
          </a:xfrm>
        </p:grpSpPr>
        <p:sp>
          <p:nvSpPr>
            <p:cNvPr id="5718" name="Google Shape;5718;p17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9" name="Google Shape;5719;p17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0" name="Google Shape;5720;p17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1" name="Google Shape;5721;p170"/>
          <p:cNvGrpSpPr/>
          <p:nvPr/>
        </p:nvGrpSpPr>
        <p:grpSpPr>
          <a:xfrm>
            <a:off x="4024764" y="2777995"/>
            <a:ext cx="226365" cy="226365"/>
            <a:chOff x="6239925" y="2032450"/>
            <a:chExt cx="472775" cy="472775"/>
          </a:xfrm>
        </p:grpSpPr>
        <p:sp>
          <p:nvSpPr>
            <p:cNvPr id="5722" name="Google Shape;5722;p17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3" name="Google Shape;5723;p17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4" name="Google Shape;5724;p170"/>
          <p:cNvGrpSpPr/>
          <p:nvPr/>
        </p:nvGrpSpPr>
        <p:grpSpPr>
          <a:xfrm>
            <a:off x="4330172" y="1977005"/>
            <a:ext cx="227562" cy="126092"/>
            <a:chOff x="903075" y="2730000"/>
            <a:chExt cx="475275" cy="263350"/>
          </a:xfrm>
        </p:grpSpPr>
        <p:sp>
          <p:nvSpPr>
            <p:cNvPr id="5725" name="Google Shape;5725;p17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6" name="Google Shape;5726;p17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7" name="Google Shape;5727;p17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8" name="Google Shape;5728;p170"/>
          <p:cNvGrpSpPr/>
          <p:nvPr/>
        </p:nvGrpSpPr>
        <p:grpSpPr>
          <a:xfrm>
            <a:off x="1749075" y="2775828"/>
            <a:ext cx="230698" cy="230698"/>
            <a:chOff x="1492675" y="2027925"/>
            <a:chExt cx="481825" cy="481825"/>
          </a:xfrm>
        </p:grpSpPr>
        <p:sp>
          <p:nvSpPr>
            <p:cNvPr id="5729" name="Google Shape;5729;p17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0" name="Google Shape;5730;p17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1" name="Google Shape;5731;p17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2" name="Google Shape;5732;p17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3" name="Google Shape;5733;p17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34" name="Google Shape;5734;p170"/>
          <p:cNvGrpSpPr/>
          <p:nvPr/>
        </p:nvGrpSpPr>
        <p:grpSpPr>
          <a:xfrm>
            <a:off x="4623101" y="1924702"/>
            <a:ext cx="230698" cy="230698"/>
            <a:chOff x="1492675" y="2620775"/>
            <a:chExt cx="481825" cy="481825"/>
          </a:xfrm>
        </p:grpSpPr>
        <p:sp>
          <p:nvSpPr>
            <p:cNvPr id="5735" name="Google Shape;5735;p17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6" name="Google Shape;5736;p17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37" name="Google Shape;5737;p170"/>
          <p:cNvSpPr/>
          <p:nvPr/>
        </p:nvSpPr>
        <p:spPr>
          <a:xfrm>
            <a:off x="4895078" y="19246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38" name="Google Shape;5738;p170"/>
          <p:cNvGrpSpPr/>
          <p:nvPr/>
        </p:nvGrpSpPr>
        <p:grpSpPr>
          <a:xfrm>
            <a:off x="5183268" y="1935571"/>
            <a:ext cx="226843" cy="208960"/>
            <a:chOff x="2682350" y="2643425"/>
            <a:chExt cx="473775" cy="436425"/>
          </a:xfrm>
        </p:grpSpPr>
        <p:sp>
          <p:nvSpPr>
            <p:cNvPr id="5739" name="Google Shape;5739;p17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0" name="Google Shape;5740;p17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1" name="Google Shape;5741;p17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2" name="Google Shape;5742;p17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3" name="Google Shape;5743;p17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4" name="Google Shape;5744;p17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5" name="Google Shape;5745;p17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46" name="Google Shape;5746;p170"/>
          <p:cNvGrpSpPr/>
          <p:nvPr/>
        </p:nvGrpSpPr>
        <p:grpSpPr>
          <a:xfrm>
            <a:off x="5499808" y="1924702"/>
            <a:ext cx="162205" cy="230698"/>
            <a:chOff x="3342725" y="2620775"/>
            <a:chExt cx="338775" cy="481825"/>
          </a:xfrm>
        </p:grpSpPr>
        <p:sp>
          <p:nvSpPr>
            <p:cNvPr id="5747" name="Google Shape;5747;p17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8" name="Google Shape;5748;p17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9" name="Google Shape;5749;p17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50" name="Google Shape;5750;p170"/>
          <p:cNvGrpSpPr/>
          <p:nvPr/>
        </p:nvGrpSpPr>
        <p:grpSpPr>
          <a:xfrm>
            <a:off x="5767565" y="1924702"/>
            <a:ext cx="189246" cy="230698"/>
            <a:chOff x="3907325" y="2620775"/>
            <a:chExt cx="395250" cy="481825"/>
          </a:xfrm>
        </p:grpSpPr>
        <p:sp>
          <p:nvSpPr>
            <p:cNvPr id="5751" name="Google Shape;5751;p17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2" name="Google Shape;5752;p17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3" name="Google Shape;5753;p17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4" name="Google Shape;5754;p17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55" name="Google Shape;5755;p170"/>
          <p:cNvGrpSpPr/>
          <p:nvPr/>
        </p:nvGrpSpPr>
        <p:grpSpPr>
          <a:xfrm>
            <a:off x="6034939" y="1931914"/>
            <a:ext cx="230698" cy="216274"/>
            <a:chOff x="4456875" y="2635825"/>
            <a:chExt cx="481825" cy="451700"/>
          </a:xfrm>
        </p:grpSpPr>
        <p:sp>
          <p:nvSpPr>
            <p:cNvPr id="5756" name="Google Shape;5756;p17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7" name="Google Shape;5757;p17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8" name="Google Shape;5758;p17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9" name="Google Shape;5759;p17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0" name="Google Shape;5760;p17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1" name="Google Shape;5761;p17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62" name="Google Shape;5762;p170"/>
          <p:cNvGrpSpPr/>
          <p:nvPr/>
        </p:nvGrpSpPr>
        <p:grpSpPr>
          <a:xfrm>
            <a:off x="6323895" y="1931914"/>
            <a:ext cx="230698" cy="216274"/>
            <a:chOff x="5049725" y="2635825"/>
            <a:chExt cx="481825" cy="451700"/>
          </a:xfrm>
        </p:grpSpPr>
        <p:sp>
          <p:nvSpPr>
            <p:cNvPr id="5763" name="Google Shape;5763;p17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4" name="Google Shape;5764;p17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5" name="Google Shape;5765;p17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66" name="Google Shape;5766;p170"/>
          <p:cNvGrpSpPr/>
          <p:nvPr/>
        </p:nvGrpSpPr>
        <p:grpSpPr>
          <a:xfrm>
            <a:off x="6604855" y="1925001"/>
            <a:ext cx="230231" cy="230099"/>
            <a:chOff x="5643000" y="2621375"/>
            <a:chExt cx="480850" cy="480575"/>
          </a:xfrm>
        </p:grpSpPr>
        <p:sp>
          <p:nvSpPr>
            <p:cNvPr id="5767" name="Google Shape;5767;p17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8" name="Google Shape;5768;p17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9" name="Google Shape;5769;p17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0" name="Google Shape;5770;p17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1" name="Google Shape;5771;p17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2" name="Google Shape;5772;p17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3" name="Google Shape;5773;p17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74" name="Google Shape;5774;p170"/>
          <p:cNvGrpSpPr/>
          <p:nvPr/>
        </p:nvGrpSpPr>
        <p:grpSpPr>
          <a:xfrm>
            <a:off x="6890046" y="1924702"/>
            <a:ext cx="230770" cy="230698"/>
            <a:chOff x="6235250" y="2620775"/>
            <a:chExt cx="481975" cy="481825"/>
          </a:xfrm>
        </p:grpSpPr>
        <p:sp>
          <p:nvSpPr>
            <p:cNvPr id="5775" name="Google Shape;5775;p17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6" name="Google Shape;5776;p17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7" name="Google Shape;5777;p17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8" name="Google Shape;5778;p17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9" name="Google Shape;5779;p17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80" name="Google Shape;5780;p170"/>
          <p:cNvSpPr/>
          <p:nvPr/>
        </p:nvSpPr>
        <p:spPr>
          <a:xfrm>
            <a:off x="4326623" y="22194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81" name="Google Shape;5781;p170"/>
          <p:cNvGrpSpPr/>
          <p:nvPr/>
        </p:nvGrpSpPr>
        <p:grpSpPr>
          <a:xfrm>
            <a:off x="4622474" y="2213124"/>
            <a:ext cx="231955" cy="230698"/>
            <a:chOff x="1535000" y="3223325"/>
            <a:chExt cx="484450" cy="481825"/>
          </a:xfrm>
        </p:grpSpPr>
        <p:sp>
          <p:nvSpPr>
            <p:cNvPr id="5782" name="Google Shape;5782;p17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3" name="Google Shape;5783;p17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4" name="Google Shape;5784;p17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85" name="Google Shape;5785;p170"/>
          <p:cNvGrpSpPr/>
          <p:nvPr/>
        </p:nvGrpSpPr>
        <p:grpSpPr>
          <a:xfrm>
            <a:off x="4899627" y="2237129"/>
            <a:ext cx="230698" cy="182686"/>
            <a:chOff x="2085525" y="3263750"/>
            <a:chExt cx="481825" cy="381550"/>
          </a:xfrm>
        </p:grpSpPr>
        <p:sp>
          <p:nvSpPr>
            <p:cNvPr id="5786" name="Google Shape;5786;p17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7" name="Google Shape;5787;p17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88" name="Google Shape;5788;p170"/>
          <p:cNvSpPr/>
          <p:nvPr/>
        </p:nvSpPr>
        <p:spPr>
          <a:xfrm>
            <a:off x="5181287" y="22589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89" name="Google Shape;5789;p170"/>
          <p:cNvGrpSpPr/>
          <p:nvPr/>
        </p:nvGrpSpPr>
        <p:grpSpPr>
          <a:xfrm>
            <a:off x="5465239" y="2213117"/>
            <a:ext cx="231344" cy="230710"/>
            <a:chOff x="3270450" y="3213625"/>
            <a:chExt cx="483175" cy="481850"/>
          </a:xfrm>
        </p:grpSpPr>
        <p:sp>
          <p:nvSpPr>
            <p:cNvPr id="5790" name="Google Shape;5790;p17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1" name="Google Shape;5791;p17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92" name="Google Shape;5792;p170"/>
          <p:cNvGrpSpPr/>
          <p:nvPr/>
        </p:nvGrpSpPr>
        <p:grpSpPr>
          <a:xfrm>
            <a:off x="5804750" y="2213123"/>
            <a:ext cx="114876" cy="230698"/>
            <a:chOff x="3984950" y="3213600"/>
            <a:chExt cx="239925" cy="481825"/>
          </a:xfrm>
        </p:grpSpPr>
        <p:sp>
          <p:nvSpPr>
            <p:cNvPr id="5793" name="Google Shape;5793;p17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4" name="Google Shape;5794;p17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95" name="Google Shape;5795;p170"/>
          <p:cNvSpPr/>
          <p:nvPr/>
        </p:nvSpPr>
        <p:spPr>
          <a:xfrm>
            <a:off x="6034832" y="22130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6" name="Google Shape;5796;p170"/>
          <p:cNvSpPr/>
          <p:nvPr/>
        </p:nvSpPr>
        <p:spPr>
          <a:xfrm>
            <a:off x="6323794" y="22265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97" name="Google Shape;5797;p170"/>
          <p:cNvGrpSpPr/>
          <p:nvPr/>
        </p:nvGrpSpPr>
        <p:grpSpPr>
          <a:xfrm>
            <a:off x="6599193" y="2233311"/>
            <a:ext cx="241555" cy="190323"/>
            <a:chOff x="5629975" y="3255775"/>
            <a:chExt cx="504500" cy="397500"/>
          </a:xfrm>
        </p:grpSpPr>
        <p:sp>
          <p:nvSpPr>
            <p:cNvPr id="5798" name="Google Shape;5798;p17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9" name="Google Shape;5799;p17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0" name="Google Shape;5800;p17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1" name="Google Shape;5801;p17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2" name="Google Shape;5802;p17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03" name="Google Shape;5803;p170"/>
          <p:cNvGrpSpPr/>
          <p:nvPr/>
        </p:nvGrpSpPr>
        <p:grpSpPr>
          <a:xfrm>
            <a:off x="6889741" y="2233383"/>
            <a:ext cx="231380" cy="190179"/>
            <a:chOff x="6234950" y="3255925"/>
            <a:chExt cx="483250" cy="397200"/>
          </a:xfrm>
        </p:grpSpPr>
        <p:sp>
          <p:nvSpPr>
            <p:cNvPr id="5804" name="Google Shape;5804;p17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5" name="Google Shape;5805;p17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6" name="Google Shape;5806;p17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7" name="Google Shape;5807;p17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8" name="Google Shape;5808;p17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9" name="Google Shape;5809;p17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10" name="Google Shape;5810;p170"/>
          <p:cNvGrpSpPr/>
          <p:nvPr/>
        </p:nvGrpSpPr>
        <p:grpSpPr>
          <a:xfrm>
            <a:off x="4335816" y="2495095"/>
            <a:ext cx="216274" cy="230698"/>
            <a:chOff x="914900" y="3806450"/>
            <a:chExt cx="451700" cy="481825"/>
          </a:xfrm>
        </p:grpSpPr>
        <p:sp>
          <p:nvSpPr>
            <p:cNvPr id="5811" name="Google Shape;5811;p17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2" name="Google Shape;5812;p17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3" name="Google Shape;5813;p17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4" name="Google Shape;5814;p17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5" name="Google Shape;5815;p17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16" name="Google Shape;5816;p170"/>
          <p:cNvGrpSpPr/>
          <p:nvPr/>
        </p:nvGrpSpPr>
        <p:grpSpPr>
          <a:xfrm>
            <a:off x="4620689" y="2494969"/>
            <a:ext cx="235522" cy="230949"/>
            <a:chOff x="1490050" y="3805975"/>
            <a:chExt cx="491900" cy="482350"/>
          </a:xfrm>
        </p:grpSpPr>
        <p:sp>
          <p:nvSpPr>
            <p:cNvPr id="5817" name="Google Shape;5817;p17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8" name="Google Shape;5818;p17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9" name="Google Shape;5819;p17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0" name="Google Shape;5820;p17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21" name="Google Shape;5821;p170"/>
          <p:cNvGrpSpPr/>
          <p:nvPr/>
        </p:nvGrpSpPr>
        <p:grpSpPr>
          <a:xfrm>
            <a:off x="4908927" y="2495095"/>
            <a:ext cx="212096" cy="230698"/>
            <a:chOff x="2104275" y="3806450"/>
            <a:chExt cx="442975" cy="481825"/>
          </a:xfrm>
        </p:grpSpPr>
        <p:sp>
          <p:nvSpPr>
            <p:cNvPr id="5822" name="Google Shape;5822;p17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3" name="Google Shape;5823;p17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24" name="Google Shape;5824;p170"/>
          <p:cNvGrpSpPr/>
          <p:nvPr/>
        </p:nvGrpSpPr>
        <p:grpSpPr>
          <a:xfrm>
            <a:off x="5196925" y="2495095"/>
            <a:ext cx="199528" cy="230698"/>
            <a:chOff x="2710875" y="3806450"/>
            <a:chExt cx="416725" cy="481825"/>
          </a:xfrm>
        </p:grpSpPr>
        <p:sp>
          <p:nvSpPr>
            <p:cNvPr id="5825" name="Google Shape;5825;p17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6" name="Google Shape;5826;p17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27" name="Google Shape;5827;p170"/>
          <p:cNvGrpSpPr/>
          <p:nvPr/>
        </p:nvGrpSpPr>
        <p:grpSpPr>
          <a:xfrm>
            <a:off x="5465562" y="2522596"/>
            <a:ext cx="230698" cy="175696"/>
            <a:chOff x="3271200" y="3863875"/>
            <a:chExt cx="481825" cy="366950"/>
          </a:xfrm>
        </p:grpSpPr>
        <p:sp>
          <p:nvSpPr>
            <p:cNvPr id="5828" name="Google Shape;5828;p17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9" name="Google Shape;5829;p17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30" name="Google Shape;5830;p170"/>
          <p:cNvGrpSpPr/>
          <p:nvPr/>
        </p:nvGrpSpPr>
        <p:grpSpPr>
          <a:xfrm>
            <a:off x="5761706" y="2495250"/>
            <a:ext cx="200964" cy="230387"/>
            <a:chOff x="3895050" y="3806775"/>
            <a:chExt cx="419725" cy="481175"/>
          </a:xfrm>
        </p:grpSpPr>
        <p:sp>
          <p:nvSpPr>
            <p:cNvPr id="5831" name="Google Shape;5831;p17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2" name="Google Shape;5832;p17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33" name="Google Shape;5833;p170"/>
          <p:cNvGrpSpPr/>
          <p:nvPr/>
        </p:nvGrpSpPr>
        <p:grpSpPr>
          <a:xfrm>
            <a:off x="6035945" y="2495101"/>
            <a:ext cx="228687" cy="230686"/>
            <a:chOff x="4464775" y="3806475"/>
            <a:chExt cx="477625" cy="481800"/>
          </a:xfrm>
        </p:grpSpPr>
        <p:sp>
          <p:nvSpPr>
            <p:cNvPr id="5834" name="Google Shape;5834;p17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5" name="Google Shape;5835;p17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6" name="Google Shape;5836;p17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7" name="Google Shape;5837;p17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8" name="Google Shape;5838;p17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9" name="Google Shape;5839;p17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0" name="Google Shape;5840;p170"/>
          <p:cNvGrpSpPr/>
          <p:nvPr/>
        </p:nvGrpSpPr>
        <p:grpSpPr>
          <a:xfrm>
            <a:off x="6323895" y="2495095"/>
            <a:ext cx="230698" cy="230698"/>
            <a:chOff x="5049725" y="3806450"/>
            <a:chExt cx="481825" cy="481825"/>
          </a:xfrm>
        </p:grpSpPr>
        <p:sp>
          <p:nvSpPr>
            <p:cNvPr id="5841" name="Google Shape;5841;p17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2" name="Google Shape;5842;p17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3" name="Google Shape;5843;p17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4" name="Google Shape;5844;p170"/>
          <p:cNvGrpSpPr/>
          <p:nvPr/>
        </p:nvGrpSpPr>
        <p:grpSpPr>
          <a:xfrm>
            <a:off x="6604621" y="2495095"/>
            <a:ext cx="230698" cy="230698"/>
            <a:chOff x="5651375" y="3806450"/>
            <a:chExt cx="481825" cy="481825"/>
          </a:xfrm>
        </p:grpSpPr>
        <p:sp>
          <p:nvSpPr>
            <p:cNvPr id="5845" name="Google Shape;5845;p17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6" name="Google Shape;5846;p17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7" name="Google Shape;5847;p17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8" name="Google Shape;5848;p17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9" name="Google Shape;5849;p170"/>
          <p:cNvGrpSpPr/>
          <p:nvPr/>
        </p:nvGrpSpPr>
        <p:grpSpPr>
          <a:xfrm>
            <a:off x="6903937" y="2496447"/>
            <a:ext cx="202987" cy="227993"/>
            <a:chOff x="6264300" y="3809300"/>
            <a:chExt cx="423950" cy="476175"/>
          </a:xfrm>
        </p:grpSpPr>
        <p:sp>
          <p:nvSpPr>
            <p:cNvPr id="5850" name="Google Shape;5850;p17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1" name="Google Shape;5851;p17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2" name="Google Shape;5852;p17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53" name="Google Shape;5853;p170"/>
          <p:cNvGrpSpPr/>
          <p:nvPr/>
        </p:nvGrpSpPr>
        <p:grpSpPr>
          <a:xfrm>
            <a:off x="4328155" y="2775881"/>
            <a:ext cx="231596" cy="230710"/>
            <a:chOff x="898875" y="4399275"/>
            <a:chExt cx="483700" cy="481850"/>
          </a:xfrm>
        </p:grpSpPr>
        <p:sp>
          <p:nvSpPr>
            <p:cNvPr id="5854" name="Google Shape;5854;p17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5" name="Google Shape;5855;p170"/>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6" name="Google Shape;5856;p17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7" name="Google Shape;5857;p17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8" name="Google Shape;5858;p17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9" name="Google Shape;5859;p17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0" name="Google Shape;5860;p17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1" name="Google Shape;5861;p17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62" name="Google Shape;5862;p170"/>
          <p:cNvGrpSpPr/>
          <p:nvPr/>
        </p:nvGrpSpPr>
        <p:grpSpPr>
          <a:xfrm>
            <a:off x="4623101" y="2786253"/>
            <a:ext cx="230698" cy="209966"/>
            <a:chOff x="1492675" y="4420975"/>
            <a:chExt cx="481825" cy="438525"/>
          </a:xfrm>
        </p:grpSpPr>
        <p:sp>
          <p:nvSpPr>
            <p:cNvPr id="5863" name="Google Shape;5863;p17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4" name="Google Shape;5864;p17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5" name="Google Shape;5865;p17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6" name="Google Shape;5866;p17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7" name="Google Shape;5867;p17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68" name="Google Shape;5868;p170"/>
          <p:cNvGrpSpPr/>
          <p:nvPr/>
        </p:nvGrpSpPr>
        <p:grpSpPr>
          <a:xfrm>
            <a:off x="4898495" y="2776342"/>
            <a:ext cx="232960" cy="229788"/>
            <a:chOff x="2084100" y="4400250"/>
            <a:chExt cx="486550" cy="479925"/>
          </a:xfrm>
        </p:grpSpPr>
        <p:sp>
          <p:nvSpPr>
            <p:cNvPr id="5869" name="Google Shape;5869;p17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0" name="Google Shape;5870;p17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1" name="Google Shape;5871;p17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2" name="Google Shape;5872;p17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3" name="Google Shape;5873;p17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4" name="Google Shape;5874;p17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75" name="Google Shape;5875;p170"/>
          <p:cNvGrpSpPr/>
          <p:nvPr/>
        </p:nvGrpSpPr>
        <p:grpSpPr>
          <a:xfrm>
            <a:off x="5195310" y="2775899"/>
            <a:ext cx="202760" cy="230674"/>
            <a:chOff x="2707950" y="4399325"/>
            <a:chExt cx="423475" cy="481775"/>
          </a:xfrm>
        </p:grpSpPr>
        <p:sp>
          <p:nvSpPr>
            <p:cNvPr id="5876" name="Google Shape;5876;p17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7" name="Google Shape;5877;p17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8" name="Google Shape;5878;p17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9" name="Google Shape;5879;p17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0" name="Google Shape;5880;p17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1" name="Google Shape;5881;p17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2" name="Google Shape;5882;p17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3" name="Google Shape;5883;p17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4" name="Google Shape;5884;p17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5" name="Google Shape;5885;p17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6" name="Google Shape;5886;p17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7" name="Google Shape;5887;p17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88" name="Google Shape;5888;p170"/>
          <p:cNvGrpSpPr/>
          <p:nvPr/>
        </p:nvGrpSpPr>
        <p:grpSpPr>
          <a:xfrm>
            <a:off x="5487390" y="2775881"/>
            <a:ext cx="187043" cy="230710"/>
            <a:chOff x="3330525" y="4399275"/>
            <a:chExt cx="390650" cy="481850"/>
          </a:xfrm>
        </p:grpSpPr>
        <p:sp>
          <p:nvSpPr>
            <p:cNvPr id="5889" name="Google Shape;5889;p17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0" name="Google Shape;5890;p17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1" name="Google Shape;5891;p17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2" name="Google Shape;5892;p17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3" name="Google Shape;5893;p17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4" name="Google Shape;5894;p17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5" name="Google Shape;5895;p17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96" name="Google Shape;5896;p170"/>
          <p:cNvGrpSpPr/>
          <p:nvPr/>
        </p:nvGrpSpPr>
        <p:grpSpPr>
          <a:xfrm>
            <a:off x="5776076" y="2775887"/>
            <a:ext cx="172224" cy="230698"/>
            <a:chOff x="3938800" y="4399275"/>
            <a:chExt cx="359700" cy="481825"/>
          </a:xfrm>
        </p:grpSpPr>
        <p:sp>
          <p:nvSpPr>
            <p:cNvPr id="5897" name="Google Shape;5897;p17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8" name="Google Shape;5898;p17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9" name="Google Shape;5899;p17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0" name="Google Shape;5900;p17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1" name="Google Shape;5901;p17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02" name="Google Shape;5902;p170"/>
          <p:cNvGrpSpPr/>
          <p:nvPr/>
        </p:nvGrpSpPr>
        <p:grpSpPr>
          <a:xfrm>
            <a:off x="6096214" y="2775887"/>
            <a:ext cx="108149" cy="230698"/>
            <a:chOff x="4584850" y="4399275"/>
            <a:chExt cx="225875" cy="481825"/>
          </a:xfrm>
        </p:grpSpPr>
        <p:sp>
          <p:nvSpPr>
            <p:cNvPr id="5903" name="Google Shape;5903;p17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4" name="Google Shape;5904;p17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05" name="Google Shape;5905;p170"/>
          <p:cNvSpPr/>
          <p:nvPr/>
        </p:nvSpPr>
        <p:spPr>
          <a:xfrm>
            <a:off x="6312567" y="27758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06" name="Google Shape;5906;p170"/>
          <p:cNvGrpSpPr/>
          <p:nvPr/>
        </p:nvGrpSpPr>
        <p:grpSpPr>
          <a:xfrm>
            <a:off x="6604621" y="2775887"/>
            <a:ext cx="230698" cy="230698"/>
            <a:chOff x="5642550" y="4399275"/>
            <a:chExt cx="481825" cy="481825"/>
          </a:xfrm>
        </p:grpSpPr>
        <p:sp>
          <p:nvSpPr>
            <p:cNvPr id="5907" name="Google Shape;5907;p17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8" name="Google Shape;5908;p17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09" name="Google Shape;5909;p170"/>
          <p:cNvGrpSpPr/>
          <p:nvPr/>
        </p:nvGrpSpPr>
        <p:grpSpPr>
          <a:xfrm>
            <a:off x="6881900" y="2783985"/>
            <a:ext cx="247061" cy="214502"/>
            <a:chOff x="6218300" y="4416175"/>
            <a:chExt cx="516000" cy="448000"/>
          </a:xfrm>
        </p:grpSpPr>
        <p:sp>
          <p:nvSpPr>
            <p:cNvPr id="5910" name="Google Shape;5910;p17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1" name="Google Shape;5911;p17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2" name="Google Shape;5912;p17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13" name="Google Shape;5913;p170"/>
          <p:cNvGrpSpPr/>
          <p:nvPr/>
        </p:nvGrpSpPr>
        <p:grpSpPr>
          <a:xfrm>
            <a:off x="7161095" y="1924761"/>
            <a:ext cx="230698" cy="230698"/>
            <a:chOff x="899850" y="4992125"/>
            <a:chExt cx="481825" cy="481825"/>
          </a:xfrm>
        </p:grpSpPr>
        <p:sp>
          <p:nvSpPr>
            <p:cNvPr id="5914" name="Google Shape;5914;p17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5" name="Google Shape;5915;p17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6" name="Google Shape;5916;p17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17" name="Google Shape;5917;p170"/>
          <p:cNvGrpSpPr/>
          <p:nvPr/>
        </p:nvGrpSpPr>
        <p:grpSpPr>
          <a:xfrm>
            <a:off x="7161106" y="2213167"/>
            <a:ext cx="230698" cy="230698"/>
            <a:chOff x="1492675" y="4992125"/>
            <a:chExt cx="481825" cy="481825"/>
          </a:xfrm>
        </p:grpSpPr>
        <p:sp>
          <p:nvSpPr>
            <p:cNvPr id="5918" name="Google Shape;5918;p17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9" name="Google Shape;5919;p17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0" name="Google Shape;5920;p170"/>
          <p:cNvGrpSpPr/>
          <p:nvPr/>
        </p:nvGrpSpPr>
        <p:grpSpPr>
          <a:xfrm>
            <a:off x="7161118" y="2495124"/>
            <a:ext cx="230698" cy="230698"/>
            <a:chOff x="2085525" y="4992125"/>
            <a:chExt cx="481825" cy="481825"/>
          </a:xfrm>
        </p:grpSpPr>
        <p:sp>
          <p:nvSpPr>
            <p:cNvPr id="5921" name="Google Shape;5921;p17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2" name="Google Shape;5922;p17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3" name="Google Shape;5923;p170"/>
          <p:cNvGrpSpPr/>
          <p:nvPr/>
        </p:nvGrpSpPr>
        <p:grpSpPr>
          <a:xfrm>
            <a:off x="7449623" y="1924761"/>
            <a:ext cx="230698" cy="230698"/>
            <a:chOff x="2678350" y="4992125"/>
            <a:chExt cx="481825" cy="481825"/>
          </a:xfrm>
        </p:grpSpPr>
        <p:sp>
          <p:nvSpPr>
            <p:cNvPr id="5924" name="Google Shape;5924;p17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5" name="Google Shape;5925;p17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6" name="Google Shape;5926;p17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7" name="Google Shape;5927;p170"/>
          <p:cNvGrpSpPr/>
          <p:nvPr/>
        </p:nvGrpSpPr>
        <p:grpSpPr>
          <a:xfrm>
            <a:off x="7161142" y="2775902"/>
            <a:ext cx="230698" cy="230698"/>
            <a:chOff x="3271200" y="4992125"/>
            <a:chExt cx="481825" cy="481825"/>
          </a:xfrm>
        </p:grpSpPr>
        <p:sp>
          <p:nvSpPr>
            <p:cNvPr id="5928" name="Google Shape;5928;p17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9" name="Google Shape;5929;p17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0" name="Google Shape;5930;p17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31" name="Google Shape;5931;p170"/>
          <p:cNvGrpSpPr/>
          <p:nvPr/>
        </p:nvGrpSpPr>
        <p:grpSpPr>
          <a:xfrm>
            <a:off x="7449593" y="2213868"/>
            <a:ext cx="230806" cy="229297"/>
            <a:chOff x="3863900" y="4993625"/>
            <a:chExt cx="482050" cy="478900"/>
          </a:xfrm>
        </p:grpSpPr>
        <p:sp>
          <p:nvSpPr>
            <p:cNvPr id="5932" name="Google Shape;5932;p170"/>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3" name="Google Shape;5933;p170"/>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4" name="Google Shape;5934;p170"/>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5" name="Google Shape;5935;p170"/>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36" name="Google Shape;5936;p170"/>
          <p:cNvGrpSpPr/>
          <p:nvPr/>
        </p:nvGrpSpPr>
        <p:grpSpPr>
          <a:xfrm>
            <a:off x="7449605" y="2495824"/>
            <a:ext cx="230806" cy="229297"/>
            <a:chOff x="4456725" y="4993625"/>
            <a:chExt cx="482050" cy="478900"/>
          </a:xfrm>
        </p:grpSpPr>
        <p:sp>
          <p:nvSpPr>
            <p:cNvPr id="5937" name="Google Shape;5937;p170"/>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8" name="Google Shape;5938;p170"/>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9" name="Google Shape;5939;p170"/>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0" name="Google Shape;5940;p170"/>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41" name="Google Shape;5941;p170"/>
          <p:cNvGrpSpPr/>
          <p:nvPr/>
        </p:nvGrpSpPr>
        <p:grpSpPr>
          <a:xfrm>
            <a:off x="7449617" y="2776596"/>
            <a:ext cx="230806" cy="229309"/>
            <a:chOff x="5049575" y="4993600"/>
            <a:chExt cx="482050" cy="478925"/>
          </a:xfrm>
        </p:grpSpPr>
        <p:sp>
          <p:nvSpPr>
            <p:cNvPr id="5942" name="Google Shape;5942;p17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3" name="Google Shape;5943;p17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4" name="Google Shape;5944;p17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5" name="Google Shape;5945;p17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46" name="Google Shape;5946;p170"/>
          <p:cNvGrpSpPr/>
          <p:nvPr/>
        </p:nvGrpSpPr>
        <p:grpSpPr>
          <a:xfrm>
            <a:off x="1464620" y="3161282"/>
            <a:ext cx="231320" cy="203310"/>
            <a:chOff x="892750" y="267400"/>
            <a:chExt cx="483125" cy="424625"/>
          </a:xfrm>
        </p:grpSpPr>
        <p:sp>
          <p:nvSpPr>
            <p:cNvPr id="5947" name="Google Shape;5947;p17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8" name="Google Shape;5948;p17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9" name="Google Shape;5949;p17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0" name="Google Shape;5950;p170"/>
          <p:cNvGrpSpPr/>
          <p:nvPr/>
        </p:nvGrpSpPr>
        <p:grpSpPr>
          <a:xfrm>
            <a:off x="1762763" y="3147265"/>
            <a:ext cx="203322" cy="231344"/>
            <a:chOff x="1516475" y="238075"/>
            <a:chExt cx="424650" cy="483175"/>
          </a:xfrm>
        </p:grpSpPr>
        <p:sp>
          <p:nvSpPr>
            <p:cNvPr id="5951" name="Google Shape;5951;p17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2" name="Google Shape;5952;p17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3" name="Google Shape;5953;p170"/>
          <p:cNvGrpSpPr/>
          <p:nvPr/>
        </p:nvGrpSpPr>
        <p:grpSpPr>
          <a:xfrm>
            <a:off x="2030071" y="3201938"/>
            <a:ext cx="232218" cy="121998"/>
            <a:chOff x="2080675" y="352325"/>
            <a:chExt cx="485000" cy="254800"/>
          </a:xfrm>
        </p:grpSpPr>
        <p:sp>
          <p:nvSpPr>
            <p:cNvPr id="5954" name="Google Shape;5954;p17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5" name="Google Shape;5955;p17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6" name="Google Shape;5956;p170"/>
          <p:cNvGrpSpPr/>
          <p:nvPr/>
        </p:nvGrpSpPr>
        <p:grpSpPr>
          <a:xfrm>
            <a:off x="2335521" y="3147277"/>
            <a:ext cx="203322" cy="231320"/>
            <a:chOff x="2705375" y="238125"/>
            <a:chExt cx="424650" cy="483125"/>
          </a:xfrm>
        </p:grpSpPr>
        <p:sp>
          <p:nvSpPr>
            <p:cNvPr id="5957" name="Google Shape;5957;p17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8" name="Google Shape;5958;p17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9" name="Google Shape;5959;p17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0" name="Google Shape;5960;p17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61" name="Google Shape;5961;p170"/>
          <p:cNvGrpSpPr/>
          <p:nvPr/>
        </p:nvGrpSpPr>
        <p:grpSpPr>
          <a:xfrm>
            <a:off x="2618504" y="3147493"/>
            <a:ext cx="204795" cy="230889"/>
            <a:chOff x="3299850" y="238575"/>
            <a:chExt cx="427725" cy="482225"/>
          </a:xfrm>
        </p:grpSpPr>
        <p:sp>
          <p:nvSpPr>
            <p:cNvPr id="5962" name="Google Shape;5962;p17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3" name="Google Shape;5963;p17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4" name="Google Shape;5964;p17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5" name="Google Shape;5965;p17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6" name="Google Shape;5966;p17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67" name="Google Shape;5967;p170"/>
          <p:cNvGrpSpPr/>
          <p:nvPr/>
        </p:nvGrpSpPr>
        <p:grpSpPr>
          <a:xfrm>
            <a:off x="2881617" y="3147277"/>
            <a:ext cx="239675" cy="231320"/>
            <a:chOff x="3857225" y="238125"/>
            <a:chExt cx="500575" cy="483125"/>
          </a:xfrm>
        </p:grpSpPr>
        <p:sp>
          <p:nvSpPr>
            <p:cNvPr id="5968" name="Google Shape;5968;p17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9" name="Google Shape;5969;p17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0" name="Google Shape;5970;p17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1" name="Google Shape;5971;p17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2" name="Google Shape;5972;p17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3" name="Google Shape;5973;p17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4" name="Google Shape;5974;p17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75" name="Google Shape;5975;p170"/>
          <p:cNvSpPr/>
          <p:nvPr/>
        </p:nvSpPr>
        <p:spPr>
          <a:xfrm>
            <a:off x="3165768" y="31472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76" name="Google Shape;5976;p170"/>
          <p:cNvGrpSpPr/>
          <p:nvPr/>
        </p:nvGrpSpPr>
        <p:grpSpPr>
          <a:xfrm>
            <a:off x="3457440" y="3147295"/>
            <a:ext cx="231332" cy="231284"/>
            <a:chOff x="5053900" y="238200"/>
            <a:chExt cx="483150" cy="483050"/>
          </a:xfrm>
        </p:grpSpPr>
        <p:sp>
          <p:nvSpPr>
            <p:cNvPr id="5977" name="Google Shape;5977;p17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8" name="Google Shape;5978;p17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9" name="Google Shape;5979;p17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0" name="Google Shape;5980;p17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81" name="Google Shape;5981;p170"/>
          <p:cNvGrpSpPr/>
          <p:nvPr/>
        </p:nvGrpSpPr>
        <p:grpSpPr>
          <a:xfrm>
            <a:off x="3738932" y="3147277"/>
            <a:ext cx="231320" cy="231320"/>
            <a:chOff x="5648375" y="238125"/>
            <a:chExt cx="483125" cy="483125"/>
          </a:xfrm>
        </p:grpSpPr>
        <p:sp>
          <p:nvSpPr>
            <p:cNvPr id="5982" name="Google Shape;5982;p17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3" name="Google Shape;5983;p17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4" name="Google Shape;5984;p17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5" name="Google Shape;5985;p17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6" name="Google Shape;5986;p17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7" name="Google Shape;5987;p17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8" name="Google Shape;5988;p17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9" name="Google Shape;5989;p17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0" name="Google Shape;5990;p17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1" name="Google Shape;5991;p17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92" name="Google Shape;5992;p170"/>
          <p:cNvGrpSpPr/>
          <p:nvPr/>
        </p:nvGrpSpPr>
        <p:grpSpPr>
          <a:xfrm>
            <a:off x="4022286" y="3147277"/>
            <a:ext cx="231320" cy="231320"/>
            <a:chOff x="6242825" y="238125"/>
            <a:chExt cx="483125" cy="483125"/>
          </a:xfrm>
        </p:grpSpPr>
        <p:sp>
          <p:nvSpPr>
            <p:cNvPr id="5993" name="Google Shape;5993;p17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4" name="Google Shape;5994;p17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5" name="Google Shape;5995;p17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96" name="Google Shape;5996;p170"/>
          <p:cNvGrpSpPr/>
          <p:nvPr/>
        </p:nvGrpSpPr>
        <p:grpSpPr>
          <a:xfrm>
            <a:off x="1463465" y="3446636"/>
            <a:ext cx="233630" cy="203287"/>
            <a:chOff x="889275" y="861850"/>
            <a:chExt cx="487950" cy="424575"/>
          </a:xfrm>
        </p:grpSpPr>
        <p:sp>
          <p:nvSpPr>
            <p:cNvPr id="5997" name="Google Shape;5997;p17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8" name="Google Shape;5998;p17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9" name="Google Shape;5999;p17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0" name="Google Shape;6000;p17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01" name="Google Shape;6001;p170"/>
          <p:cNvSpPr/>
          <p:nvPr/>
        </p:nvSpPr>
        <p:spPr>
          <a:xfrm>
            <a:off x="1761380" y="34325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2" name="Google Shape;6002;p170"/>
          <p:cNvSpPr/>
          <p:nvPr/>
        </p:nvSpPr>
        <p:spPr>
          <a:xfrm>
            <a:off x="2030024" y="34325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03" name="Google Shape;6003;p170"/>
          <p:cNvGrpSpPr/>
          <p:nvPr/>
        </p:nvGrpSpPr>
        <p:grpSpPr>
          <a:xfrm>
            <a:off x="2321523" y="3432620"/>
            <a:ext cx="231320" cy="231320"/>
            <a:chOff x="2676100" y="832575"/>
            <a:chExt cx="483125" cy="483125"/>
          </a:xfrm>
        </p:grpSpPr>
        <p:sp>
          <p:nvSpPr>
            <p:cNvPr id="6004" name="Google Shape;6004;p17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5" name="Google Shape;6005;p17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6" name="Google Shape;6006;p17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07" name="Google Shape;6007;p170"/>
          <p:cNvGrpSpPr/>
          <p:nvPr/>
        </p:nvGrpSpPr>
        <p:grpSpPr>
          <a:xfrm>
            <a:off x="2601351" y="3432620"/>
            <a:ext cx="239101" cy="231320"/>
            <a:chOff x="3270550" y="832575"/>
            <a:chExt cx="499375" cy="483125"/>
          </a:xfrm>
        </p:grpSpPr>
        <p:sp>
          <p:nvSpPr>
            <p:cNvPr id="6008" name="Google Shape;6008;p17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9" name="Google Shape;6009;p17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0" name="Google Shape;6010;p17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11" name="Google Shape;6011;p170"/>
          <p:cNvGrpSpPr/>
          <p:nvPr/>
        </p:nvGrpSpPr>
        <p:grpSpPr>
          <a:xfrm>
            <a:off x="2885789" y="3439850"/>
            <a:ext cx="231332" cy="216860"/>
            <a:chOff x="3865000" y="847675"/>
            <a:chExt cx="483150" cy="452925"/>
          </a:xfrm>
        </p:grpSpPr>
        <p:sp>
          <p:nvSpPr>
            <p:cNvPr id="6012" name="Google Shape;6012;p17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3" name="Google Shape;6013;p17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4" name="Google Shape;6014;p17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5" name="Google Shape;6015;p17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16" name="Google Shape;6016;p170"/>
          <p:cNvGrpSpPr/>
          <p:nvPr/>
        </p:nvGrpSpPr>
        <p:grpSpPr>
          <a:xfrm>
            <a:off x="3168460" y="3446595"/>
            <a:ext cx="234468" cy="203370"/>
            <a:chOff x="4452900" y="861750"/>
            <a:chExt cx="489700" cy="424750"/>
          </a:xfrm>
        </p:grpSpPr>
        <p:sp>
          <p:nvSpPr>
            <p:cNvPr id="6017" name="Google Shape;6017;p17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8" name="Google Shape;6018;p17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9" name="Google Shape;6019;p17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20" name="Google Shape;6020;p170"/>
          <p:cNvGrpSpPr/>
          <p:nvPr/>
        </p:nvGrpSpPr>
        <p:grpSpPr>
          <a:xfrm>
            <a:off x="3452185" y="3432626"/>
            <a:ext cx="241842" cy="231308"/>
            <a:chOff x="5049750" y="832600"/>
            <a:chExt cx="505100" cy="483100"/>
          </a:xfrm>
        </p:grpSpPr>
        <p:sp>
          <p:nvSpPr>
            <p:cNvPr id="6021" name="Google Shape;6021;p17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22" name="Google Shape;6022;p17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23" name="Google Shape;6023;p170"/>
          <p:cNvSpPr/>
          <p:nvPr/>
        </p:nvSpPr>
        <p:spPr>
          <a:xfrm>
            <a:off x="3738299" y="34493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24" name="Google Shape;6024;p170"/>
          <p:cNvGrpSpPr/>
          <p:nvPr/>
        </p:nvGrpSpPr>
        <p:grpSpPr>
          <a:xfrm>
            <a:off x="4036285" y="3432620"/>
            <a:ext cx="203322" cy="231320"/>
            <a:chOff x="6272100" y="832575"/>
            <a:chExt cx="424650" cy="483125"/>
          </a:xfrm>
        </p:grpSpPr>
        <p:sp>
          <p:nvSpPr>
            <p:cNvPr id="6025" name="Google Shape;6025;p17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26" name="Google Shape;6026;p17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27" name="Google Shape;6027;p170"/>
          <p:cNvGrpSpPr/>
          <p:nvPr/>
        </p:nvGrpSpPr>
        <p:grpSpPr>
          <a:xfrm>
            <a:off x="1464602" y="3717580"/>
            <a:ext cx="231356" cy="231332"/>
            <a:chOff x="893650" y="1428000"/>
            <a:chExt cx="483200" cy="483150"/>
          </a:xfrm>
        </p:grpSpPr>
        <p:sp>
          <p:nvSpPr>
            <p:cNvPr id="6028" name="Google Shape;6028;p17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29" name="Google Shape;6029;p17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0" name="Google Shape;6030;p17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1" name="Google Shape;6031;p17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32" name="Google Shape;6032;p170"/>
          <p:cNvSpPr/>
          <p:nvPr/>
        </p:nvSpPr>
        <p:spPr>
          <a:xfrm>
            <a:off x="1748734" y="37586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3" name="Google Shape;6033;p170"/>
          <p:cNvSpPr/>
          <p:nvPr/>
        </p:nvSpPr>
        <p:spPr>
          <a:xfrm>
            <a:off x="2025906" y="37175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34" name="Google Shape;6034;p170"/>
          <p:cNvGrpSpPr/>
          <p:nvPr/>
        </p:nvGrpSpPr>
        <p:grpSpPr>
          <a:xfrm>
            <a:off x="2317219" y="3731633"/>
            <a:ext cx="239927" cy="203227"/>
            <a:chOff x="2676100" y="1456375"/>
            <a:chExt cx="501100" cy="424450"/>
          </a:xfrm>
        </p:grpSpPr>
        <p:sp>
          <p:nvSpPr>
            <p:cNvPr id="6035" name="Google Shape;6035;p17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6" name="Google Shape;6036;p17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37" name="Google Shape;6037;p17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38" name="Google Shape;6038;p170"/>
          <p:cNvGrpSpPr/>
          <p:nvPr/>
        </p:nvGrpSpPr>
        <p:grpSpPr>
          <a:xfrm>
            <a:off x="2605224" y="3717586"/>
            <a:ext cx="231356" cy="231320"/>
            <a:chOff x="3270475" y="1427025"/>
            <a:chExt cx="483200" cy="483125"/>
          </a:xfrm>
        </p:grpSpPr>
        <p:sp>
          <p:nvSpPr>
            <p:cNvPr id="6039" name="Google Shape;6039;p17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0" name="Google Shape;6040;p17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1" name="Google Shape;6041;p17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42" name="Google Shape;6042;p170"/>
          <p:cNvGrpSpPr/>
          <p:nvPr/>
        </p:nvGrpSpPr>
        <p:grpSpPr>
          <a:xfrm>
            <a:off x="2884651" y="3717568"/>
            <a:ext cx="233607" cy="231356"/>
            <a:chOff x="3860250" y="1427025"/>
            <a:chExt cx="487900" cy="483200"/>
          </a:xfrm>
        </p:grpSpPr>
        <p:sp>
          <p:nvSpPr>
            <p:cNvPr id="6043" name="Google Shape;6043;p17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4" name="Google Shape;6044;p17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5" name="Google Shape;6045;p17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46" name="Google Shape;6046;p170"/>
          <p:cNvSpPr/>
          <p:nvPr/>
        </p:nvSpPr>
        <p:spPr>
          <a:xfrm>
            <a:off x="3169921" y="37175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47" name="Google Shape;6047;p170"/>
          <p:cNvSpPr/>
          <p:nvPr/>
        </p:nvSpPr>
        <p:spPr>
          <a:xfrm>
            <a:off x="3456202" y="37175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48" name="Google Shape;6048;p170"/>
          <p:cNvGrpSpPr/>
          <p:nvPr/>
        </p:nvGrpSpPr>
        <p:grpSpPr>
          <a:xfrm>
            <a:off x="3738914" y="3717586"/>
            <a:ext cx="231356" cy="231320"/>
            <a:chOff x="5648375" y="1427025"/>
            <a:chExt cx="483200" cy="483125"/>
          </a:xfrm>
        </p:grpSpPr>
        <p:sp>
          <p:nvSpPr>
            <p:cNvPr id="6049" name="Google Shape;6049;p17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0" name="Google Shape;6050;p17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51" name="Google Shape;6051;p170"/>
          <p:cNvGrpSpPr/>
          <p:nvPr/>
        </p:nvGrpSpPr>
        <p:grpSpPr>
          <a:xfrm>
            <a:off x="4020772" y="3717574"/>
            <a:ext cx="234349" cy="231344"/>
            <a:chOff x="6238300" y="1426975"/>
            <a:chExt cx="489450" cy="483175"/>
          </a:xfrm>
        </p:grpSpPr>
        <p:sp>
          <p:nvSpPr>
            <p:cNvPr id="6052" name="Google Shape;6052;p17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3" name="Google Shape;6053;p17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4" name="Google Shape;6054;p17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55" name="Google Shape;6055;p170"/>
          <p:cNvSpPr/>
          <p:nvPr/>
        </p:nvSpPr>
        <p:spPr>
          <a:xfrm>
            <a:off x="1477990" y="40029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56" name="Google Shape;6056;p170"/>
          <p:cNvGrpSpPr/>
          <p:nvPr/>
        </p:nvGrpSpPr>
        <p:grpSpPr>
          <a:xfrm>
            <a:off x="1748764" y="4002505"/>
            <a:ext cx="231320" cy="231332"/>
            <a:chOff x="1487200" y="2021475"/>
            <a:chExt cx="483125" cy="483150"/>
          </a:xfrm>
        </p:grpSpPr>
        <p:sp>
          <p:nvSpPr>
            <p:cNvPr id="6057" name="Google Shape;6057;p17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8" name="Google Shape;6058;p17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59" name="Google Shape;6059;p17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0" name="Google Shape;6060;p17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61" name="Google Shape;6061;p170"/>
          <p:cNvGrpSpPr/>
          <p:nvPr/>
        </p:nvGrpSpPr>
        <p:grpSpPr>
          <a:xfrm>
            <a:off x="2030520" y="4016516"/>
            <a:ext cx="231320" cy="203310"/>
            <a:chOff x="2081650" y="2050750"/>
            <a:chExt cx="483125" cy="424625"/>
          </a:xfrm>
        </p:grpSpPr>
        <p:sp>
          <p:nvSpPr>
            <p:cNvPr id="6062" name="Google Shape;6062;p17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3" name="Google Shape;6063;p17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4" name="Google Shape;6064;p17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5" name="Google Shape;6065;p17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6" name="Google Shape;6066;p17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67" name="Google Shape;6067;p17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68" name="Google Shape;6068;p170"/>
          <p:cNvGrpSpPr/>
          <p:nvPr/>
        </p:nvGrpSpPr>
        <p:grpSpPr>
          <a:xfrm>
            <a:off x="2321523" y="4032376"/>
            <a:ext cx="231320" cy="171590"/>
            <a:chOff x="2676100" y="2083800"/>
            <a:chExt cx="483125" cy="358375"/>
          </a:xfrm>
        </p:grpSpPr>
        <p:sp>
          <p:nvSpPr>
            <p:cNvPr id="6069" name="Google Shape;6069;p17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0" name="Google Shape;6070;p17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71" name="Google Shape;6071;p170"/>
          <p:cNvGrpSpPr/>
          <p:nvPr/>
        </p:nvGrpSpPr>
        <p:grpSpPr>
          <a:xfrm>
            <a:off x="2610879" y="4009286"/>
            <a:ext cx="220045" cy="217770"/>
            <a:chOff x="3282325" y="2035675"/>
            <a:chExt cx="459575" cy="454825"/>
          </a:xfrm>
        </p:grpSpPr>
        <p:sp>
          <p:nvSpPr>
            <p:cNvPr id="6072" name="Google Shape;6072;p17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3" name="Google Shape;6073;p17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4" name="Google Shape;6074;p17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5" name="Google Shape;6075;p17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76" name="Google Shape;6076;p170"/>
          <p:cNvSpPr/>
          <p:nvPr/>
        </p:nvSpPr>
        <p:spPr>
          <a:xfrm>
            <a:off x="2889027" y="40104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77" name="Google Shape;6077;p170"/>
          <p:cNvSpPr/>
          <p:nvPr/>
        </p:nvSpPr>
        <p:spPr>
          <a:xfrm>
            <a:off x="3183513" y="40024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78" name="Google Shape;6078;p170"/>
          <p:cNvGrpSpPr/>
          <p:nvPr/>
        </p:nvGrpSpPr>
        <p:grpSpPr>
          <a:xfrm>
            <a:off x="3457296" y="4002511"/>
            <a:ext cx="231619" cy="231320"/>
            <a:chOff x="5053900" y="2021500"/>
            <a:chExt cx="483750" cy="483125"/>
          </a:xfrm>
        </p:grpSpPr>
        <p:sp>
          <p:nvSpPr>
            <p:cNvPr id="6079" name="Google Shape;6079;p17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0" name="Google Shape;6080;p17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1" name="Google Shape;6081;p17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2" name="Google Shape;6082;p17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3" name="Google Shape;6083;p17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4" name="Google Shape;6084;p17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5" name="Google Shape;6085;p17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86" name="Google Shape;6086;p17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87" name="Google Shape;6087;p170"/>
          <p:cNvSpPr/>
          <p:nvPr/>
        </p:nvSpPr>
        <p:spPr>
          <a:xfrm>
            <a:off x="3779510" y="40025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88" name="Google Shape;6088;p170"/>
          <p:cNvGrpSpPr/>
          <p:nvPr/>
        </p:nvGrpSpPr>
        <p:grpSpPr>
          <a:xfrm>
            <a:off x="4018378" y="4004665"/>
            <a:ext cx="239137" cy="227011"/>
            <a:chOff x="6222125" y="2025975"/>
            <a:chExt cx="499450" cy="474125"/>
          </a:xfrm>
        </p:grpSpPr>
        <p:sp>
          <p:nvSpPr>
            <p:cNvPr id="6089" name="Google Shape;6089;p17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0" name="Google Shape;6090;p17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1" name="Google Shape;6091;p17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92" name="Google Shape;6092;p170"/>
          <p:cNvGrpSpPr/>
          <p:nvPr/>
        </p:nvGrpSpPr>
        <p:grpSpPr>
          <a:xfrm>
            <a:off x="4329878" y="3199771"/>
            <a:ext cx="228148" cy="126451"/>
            <a:chOff x="896050" y="2725450"/>
            <a:chExt cx="476500" cy="264100"/>
          </a:xfrm>
        </p:grpSpPr>
        <p:sp>
          <p:nvSpPr>
            <p:cNvPr id="6093" name="Google Shape;6093;p17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4" name="Google Shape;6094;p17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5" name="Google Shape;6095;p17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96" name="Google Shape;6096;p170"/>
          <p:cNvGrpSpPr/>
          <p:nvPr/>
        </p:nvGrpSpPr>
        <p:grpSpPr>
          <a:xfrm>
            <a:off x="4622790" y="3147330"/>
            <a:ext cx="231320" cy="231332"/>
            <a:chOff x="1487200" y="2615925"/>
            <a:chExt cx="483125" cy="483150"/>
          </a:xfrm>
        </p:grpSpPr>
        <p:sp>
          <p:nvSpPr>
            <p:cNvPr id="6097" name="Google Shape;6097;p17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8" name="Google Shape;6098;p17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99" name="Google Shape;6099;p17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00" name="Google Shape;6100;p170"/>
          <p:cNvGrpSpPr/>
          <p:nvPr/>
        </p:nvGrpSpPr>
        <p:grpSpPr>
          <a:xfrm>
            <a:off x="4894761" y="3147330"/>
            <a:ext cx="240429" cy="231332"/>
            <a:chOff x="2077575" y="2615925"/>
            <a:chExt cx="502150" cy="483150"/>
          </a:xfrm>
        </p:grpSpPr>
        <p:sp>
          <p:nvSpPr>
            <p:cNvPr id="6101" name="Google Shape;6101;p17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2" name="Google Shape;6102;p17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3" name="Google Shape;6103;p17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4" name="Google Shape;6104;p17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05" name="Google Shape;6105;p170"/>
          <p:cNvGrpSpPr/>
          <p:nvPr/>
        </p:nvGrpSpPr>
        <p:grpSpPr>
          <a:xfrm>
            <a:off x="5182944" y="3158229"/>
            <a:ext cx="227490" cy="209535"/>
            <a:chOff x="2680100" y="2638725"/>
            <a:chExt cx="475125" cy="437625"/>
          </a:xfrm>
        </p:grpSpPr>
        <p:sp>
          <p:nvSpPr>
            <p:cNvPr id="6106" name="Google Shape;6106;p17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7" name="Google Shape;6107;p17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8" name="Google Shape;6108;p17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09" name="Google Shape;6109;p17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10" name="Google Shape;6110;p170"/>
          <p:cNvGrpSpPr/>
          <p:nvPr/>
        </p:nvGrpSpPr>
        <p:grpSpPr>
          <a:xfrm>
            <a:off x="5499587" y="3147330"/>
            <a:ext cx="162648" cy="231332"/>
            <a:chOff x="3342275" y="2615925"/>
            <a:chExt cx="339700" cy="483150"/>
          </a:xfrm>
        </p:grpSpPr>
        <p:sp>
          <p:nvSpPr>
            <p:cNvPr id="6111" name="Google Shape;6111;p17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2" name="Google Shape;6112;p17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13" name="Google Shape;6113;p170"/>
          <p:cNvSpPr/>
          <p:nvPr/>
        </p:nvSpPr>
        <p:spPr>
          <a:xfrm>
            <a:off x="5767230" y="31472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4" name="Google Shape;6114;p170"/>
          <p:cNvSpPr/>
          <p:nvPr/>
        </p:nvSpPr>
        <p:spPr>
          <a:xfrm>
            <a:off x="6034533" y="31544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5" name="Google Shape;6115;p170"/>
          <p:cNvSpPr/>
          <p:nvPr/>
        </p:nvSpPr>
        <p:spPr>
          <a:xfrm>
            <a:off x="6323477" y="31544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16" name="Google Shape;6116;p170"/>
          <p:cNvGrpSpPr/>
          <p:nvPr/>
        </p:nvGrpSpPr>
        <p:grpSpPr>
          <a:xfrm>
            <a:off x="6604544" y="3147641"/>
            <a:ext cx="230853" cy="230710"/>
            <a:chOff x="5648900" y="2616600"/>
            <a:chExt cx="482150" cy="481850"/>
          </a:xfrm>
        </p:grpSpPr>
        <p:sp>
          <p:nvSpPr>
            <p:cNvPr id="6117" name="Google Shape;6117;p17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18" name="Google Shape;6118;p17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19" name="Google Shape;6119;p170"/>
          <p:cNvGrpSpPr/>
          <p:nvPr/>
        </p:nvGrpSpPr>
        <p:grpSpPr>
          <a:xfrm>
            <a:off x="6889771" y="3147312"/>
            <a:ext cx="231320" cy="231368"/>
            <a:chOff x="6242825" y="2615925"/>
            <a:chExt cx="483125" cy="483225"/>
          </a:xfrm>
        </p:grpSpPr>
        <p:sp>
          <p:nvSpPr>
            <p:cNvPr id="6120" name="Google Shape;6120;p17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1" name="Google Shape;6121;p17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2" name="Google Shape;6122;p17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3" name="Google Shape;6123;p17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4" name="Google Shape;6124;p17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25" name="Google Shape;6125;p170"/>
          <p:cNvSpPr/>
          <p:nvPr/>
        </p:nvSpPr>
        <p:spPr>
          <a:xfrm>
            <a:off x="4326300" y="34390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26" name="Google Shape;6126;p170"/>
          <p:cNvGrpSpPr/>
          <p:nvPr/>
        </p:nvGrpSpPr>
        <p:grpSpPr>
          <a:xfrm>
            <a:off x="4622138" y="3432673"/>
            <a:ext cx="232625" cy="231332"/>
            <a:chOff x="1487200" y="3210375"/>
            <a:chExt cx="485850" cy="483150"/>
          </a:xfrm>
        </p:grpSpPr>
        <p:sp>
          <p:nvSpPr>
            <p:cNvPr id="6127" name="Google Shape;6127;p17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8" name="Google Shape;6128;p17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29" name="Google Shape;6129;p17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30" name="Google Shape;6130;p170"/>
          <p:cNvSpPr/>
          <p:nvPr/>
        </p:nvSpPr>
        <p:spPr>
          <a:xfrm>
            <a:off x="4899274" y="34551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31" name="Google Shape;6131;p170"/>
          <p:cNvSpPr/>
          <p:nvPr/>
        </p:nvSpPr>
        <p:spPr>
          <a:xfrm>
            <a:off x="5180958" y="34786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32" name="Google Shape;6132;p170"/>
          <p:cNvGrpSpPr/>
          <p:nvPr/>
        </p:nvGrpSpPr>
        <p:grpSpPr>
          <a:xfrm>
            <a:off x="5464922" y="3432667"/>
            <a:ext cx="231979" cy="231344"/>
            <a:chOff x="3269875" y="3210400"/>
            <a:chExt cx="484500" cy="483175"/>
          </a:xfrm>
        </p:grpSpPr>
        <p:sp>
          <p:nvSpPr>
            <p:cNvPr id="6133" name="Google Shape;6133;p17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34" name="Google Shape;6134;p17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35" name="Google Shape;6135;p170"/>
          <p:cNvGrpSpPr/>
          <p:nvPr/>
        </p:nvGrpSpPr>
        <p:grpSpPr>
          <a:xfrm>
            <a:off x="5804313" y="3432421"/>
            <a:ext cx="115750" cy="231835"/>
            <a:chOff x="3985700" y="3210375"/>
            <a:chExt cx="241750" cy="484200"/>
          </a:xfrm>
        </p:grpSpPr>
        <p:sp>
          <p:nvSpPr>
            <p:cNvPr id="6136" name="Google Shape;6136;p17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37" name="Google Shape;6137;p17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38" name="Google Shape;6138;p170"/>
          <p:cNvGrpSpPr/>
          <p:nvPr/>
        </p:nvGrpSpPr>
        <p:grpSpPr>
          <a:xfrm>
            <a:off x="6035023" y="3433109"/>
            <a:ext cx="230530" cy="230458"/>
            <a:chOff x="4460225" y="3211300"/>
            <a:chExt cx="481475" cy="481325"/>
          </a:xfrm>
        </p:grpSpPr>
        <p:sp>
          <p:nvSpPr>
            <p:cNvPr id="6139" name="Google Shape;6139;p17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0" name="Google Shape;6140;p17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41" name="Google Shape;6141;p170"/>
          <p:cNvSpPr/>
          <p:nvPr/>
        </p:nvSpPr>
        <p:spPr>
          <a:xfrm>
            <a:off x="6323477" y="34460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42" name="Google Shape;6142;p170"/>
          <p:cNvGrpSpPr/>
          <p:nvPr/>
        </p:nvGrpSpPr>
        <p:grpSpPr>
          <a:xfrm>
            <a:off x="6603676" y="3452914"/>
            <a:ext cx="232589" cy="190850"/>
            <a:chOff x="5647000" y="3252650"/>
            <a:chExt cx="485775" cy="398600"/>
          </a:xfrm>
        </p:grpSpPr>
        <p:sp>
          <p:nvSpPr>
            <p:cNvPr id="6143" name="Google Shape;6143;p17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4" name="Google Shape;6144;p17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5" name="Google Shape;6145;p17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6" name="Google Shape;6146;p17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47" name="Google Shape;6147;p17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48" name="Google Shape;6148;p170"/>
          <p:cNvGrpSpPr/>
          <p:nvPr/>
        </p:nvGrpSpPr>
        <p:grpSpPr>
          <a:xfrm>
            <a:off x="6889448" y="3452986"/>
            <a:ext cx="231967" cy="190706"/>
            <a:chOff x="6242450" y="3252800"/>
            <a:chExt cx="484475" cy="398300"/>
          </a:xfrm>
        </p:grpSpPr>
        <p:sp>
          <p:nvSpPr>
            <p:cNvPr id="6149" name="Google Shape;6149;p17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0" name="Google Shape;6150;p17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1" name="Google Shape;6151;p17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52" name="Google Shape;6152;p170"/>
          <p:cNvGrpSpPr/>
          <p:nvPr/>
        </p:nvGrpSpPr>
        <p:grpSpPr>
          <a:xfrm>
            <a:off x="4342297" y="3717645"/>
            <a:ext cx="203310" cy="231320"/>
            <a:chOff x="922025" y="3804850"/>
            <a:chExt cx="424625" cy="483125"/>
          </a:xfrm>
        </p:grpSpPr>
        <p:sp>
          <p:nvSpPr>
            <p:cNvPr id="6153" name="Google Shape;6153;p17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4" name="Google Shape;6154;p17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55" name="Google Shape;6155;p170"/>
          <p:cNvSpPr/>
          <p:nvPr/>
        </p:nvSpPr>
        <p:spPr>
          <a:xfrm>
            <a:off x="4619995" y="37171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56" name="Google Shape;6156;p170"/>
          <p:cNvGrpSpPr/>
          <p:nvPr/>
        </p:nvGrpSpPr>
        <p:grpSpPr>
          <a:xfrm>
            <a:off x="4908568" y="3717645"/>
            <a:ext cx="212815" cy="231320"/>
            <a:chOff x="2100300" y="3804850"/>
            <a:chExt cx="444475" cy="483125"/>
          </a:xfrm>
        </p:grpSpPr>
        <p:sp>
          <p:nvSpPr>
            <p:cNvPr id="6157" name="Google Shape;6157;p17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58" name="Google Shape;6158;p17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59" name="Google Shape;6159;p170"/>
          <p:cNvGrpSpPr/>
          <p:nvPr/>
        </p:nvGrpSpPr>
        <p:grpSpPr>
          <a:xfrm>
            <a:off x="5196638" y="3717645"/>
            <a:ext cx="200102" cy="231320"/>
            <a:chOff x="2708700" y="3804850"/>
            <a:chExt cx="417925" cy="483125"/>
          </a:xfrm>
        </p:grpSpPr>
        <p:sp>
          <p:nvSpPr>
            <p:cNvPr id="6160" name="Google Shape;6160;p17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1" name="Google Shape;6161;p17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2" name="Google Shape;6162;p17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3" name="Google Shape;6163;p17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64" name="Google Shape;6164;p170"/>
          <p:cNvSpPr/>
          <p:nvPr/>
        </p:nvSpPr>
        <p:spPr>
          <a:xfrm>
            <a:off x="5465186" y="37451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5" name="Google Shape;6165;p170"/>
          <p:cNvSpPr/>
          <p:nvPr/>
        </p:nvSpPr>
        <p:spPr>
          <a:xfrm>
            <a:off x="5755392" y="37175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66" name="Google Shape;6166;p170"/>
          <p:cNvGrpSpPr/>
          <p:nvPr/>
        </p:nvGrpSpPr>
        <p:grpSpPr>
          <a:xfrm>
            <a:off x="6037734" y="3718513"/>
            <a:ext cx="225108" cy="229585"/>
            <a:chOff x="4467450" y="3808475"/>
            <a:chExt cx="470150" cy="479500"/>
          </a:xfrm>
        </p:grpSpPr>
        <p:sp>
          <p:nvSpPr>
            <p:cNvPr id="6167" name="Google Shape;6167;p17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8" name="Google Shape;6168;p17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69" name="Google Shape;6169;p17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0" name="Google Shape;6170;p17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71" name="Google Shape;6171;p170"/>
          <p:cNvGrpSpPr/>
          <p:nvPr/>
        </p:nvGrpSpPr>
        <p:grpSpPr>
          <a:xfrm>
            <a:off x="6323578" y="3717645"/>
            <a:ext cx="231332" cy="231320"/>
            <a:chOff x="5053900" y="3804850"/>
            <a:chExt cx="483150" cy="483125"/>
          </a:xfrm>
        </p:grpSpPr>
        <p:sp>
          <p:nvSpPr>
            <p:cNvPr id="6172" name="Google Shape;6172;p17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3" name="Google Shape;6173;p17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4" name="Google Shape;6174;p17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5" name="Google Shape;6175;p17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76" name="Google Shape;6176;p170"/>
          <p:cNvGrpSpPr/>
          <p:nvPr/>
        </p:nvGrpSpPr>
        <p:grpSpPr>
          <a:xfrm>
            <a:off x="6604310" y="3717645"/>
            <a:ext cx="231320" cy="231320"/>
            <a:chOff x="5648375" y="3804850"/>
            <a:chExt cx="483125" cy="483125"/>
          </a:xfrm>
        </p:grpSpPr>
        <p:sp>
          <p:nvSpPr>
            <p:cNvPr id="6177" name="Google Shape;6177;p17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8" name="Google Shape;6178;p17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79" name="Google Shape;6179;p17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0" name="Google Shape;6180;p17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81" name="Google Shape;6181;p170"/>
          <p:cNvGrpSpPr/>
          <p:nvPr/>
        </p:nvGrpSpPr>
        <p:grpSpPr>
          <a:xfrm>
            <a:off x="6905649" y="3721260"/>
            <a:ext cx="199564" cy="224090"/>
            <a:chOff x="6276025" y="3812400"/>
            <a:chExt cx="416800" cy="468025"/>
          </a:xfrm>
        </p:grpSpPr>
        <p:sp>
          <p:nvSpPr>
            <p:cNvPr id="6182" name="Google Shape;6182;p17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3" name="Google Shape;6183;p17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4" name="Google Shape;6184;p17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5" name="Google Shape;6185;p17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86" name="Google Shape;6186;p170"/>
          <p:cNvGrpSpPr/>
          <p:nvPr/>
        </p:nvGrpSpPr>
        <p:grpSpPr>
          <a:xfrm>
            <a:off x="4327461" y="4002563"/>
            <a:ext cx="232984" cy="231332"/>
            <a:chOff x="890400" y="4399350"/>
            <a:chExt cx="486600" cy="483150"/>
          </a:xfrm>
        </p:grpSpPr>
        <p:sp>
          <p:nvSpPr>
            <p:cNvPr id="6187" name="Google Shape;6187;p17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8" name="Google Shape;6188;p17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89" name="Google Shape;6189;p17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90" name="Google Shape;6190;p170"/>
          <p:cNvGrpSpPr/>
          <p:nvPr/>
        </p:nvGrpSpPr>
        <p:grpSpPr>
          <a:xfrm>
            <a:off x="4622790" y="4012953"/>
            <a:ext cx="231320" cy="210552"/>
            <a:chOff x="1487200" y="4421025"/>
            <a:chExt cx="483125" cy="439750"/>
          </a:xfrm>
        </p:grpSpPr>
        <p:sp>
          <p:nvSpPr>
            <p:cNvPr id="6191" name="Google Shape;6191;p17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2" name="Google Shape;6192;p17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3" name="Google Shape;6193;p17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4" name="Google Shape;6194;p17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195" name="Google Shape;6195;p170"/>
          <p:cNvGrpSpPr/>
          <p:nvPr/>
        </p:nvGrpSpPr>
        <p:grpSpPr>
          <a:xfrm>
            <a:off x="4897705" y="4002575"/>
            <a:ext cx="234540" cy="231308"/>
            <a:chOff x="2079300" y="4399325"/>
            <a:chExt cx="489850" cy="483100"/>
          </a:xfrm>
        </p:grpSpPr>
        <p:sp>
          <p:nvSpPr>
            <p:cNvPr id="6196" name="Google Shape;6196;p17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197" name="Google Shape;6197;p17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198" name="Google Shape;6198;p170"/>
          <p:cNvSpPr/>
          <p:nvPr/>
        </p:nvSpPr>
        <p:spPr>
          <a:xfrm>
            <a:off x="5194956" y="40024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199" name="Google Shape;6199;p170"/>
          <p:cNvGrpSpPr/>
          <p:nvPr/>
        </p:nvGrpSpPr>
        <p:grpSpPr>
          <a:xfrm>
            <a:off x="5486988" y="4002575"/>
            <a:ext cx="187845" cy="231308"/>
            <a:chOff x="3316000" y="4399325"/>
            <a:chExt cx="392325" cy="483100"/>
          </a:xfrm>
        </p:grpSpPr>
        <p:sp>
          <p:nvSpPr>
            <p:cNvPr id="6200" name="Google Shape;6200;p17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1" name="Google Shape;6201;p17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02" name="Google Shape;6202;p170"/>
          <p:cNvGrpSpPr/>
          <p:nvPr/>
        </p:nvGrpSpPr>
        <p:grpSpPr>
          <a:xfrm>
            <a:off x="5775819" y="4002563"/>
            <a:ext cx="172739" cy="231332"/>
            <a:chOff x="3926225" y="4399275"/>
            <a:chExt cx="360775" cy="483150"/>
          </a:xfrm>
        </p:grpSpPr>
        <p:sp>
          <p:nvSpPr>
            <p:cNvPr id="6203" name="Google Shape;6203;p17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4" name="Google Shape;6204;p17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205" name="Google Shape;6205;p170"/>
          <p:cNvSpPr/>
          <p:nvPr/>
        </p:nvSpPr>
        <p:spPr>
          <a:xfrm>
            <a:off x="6089204" y="40024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206" name="Google Shape;6206;p170"/>
          <p:cNvGrpSpPr/>
          <p:nvPr/>
        </p:nvGrpSpPr>
        <p:grpSpPr>
          <a:xfrm>
            <a:off x="6323614" y="4002605"/>
            <a:ext cx="231260" cy="231248"/>
            <a:chOff x="5053975" y="4399375"/>
            <a:chExt cx="483000" cy="482975"/>
          </a:xfrm>
        </p:grpSpPr>
        <p:sp>
          <p:nvSpPr>
            <p:cNvPr id="6207" name="Google Shape;6207;p17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8" name="Google Shape;6208;p17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09" name="Google Shape;6209;p17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10" name="Google Shape;6210;p170"/>
          <p:cNvGrpSpPr/>
          <p:nvPr/>
        </p:nvGrpSpPr>
        <p:grpSpPr>
          <a:xfrm>
            <a:off x="6604310" y="4002569"/>
            <a:ext cx="231320" cy="231320"/>
            <a:chOff x="5648375" y="4399300"/>
            <a:chExt cx="483125" cy="483125"/>
          </a:xfrm>
        </p:grpSpPr>
        <p:sp>
          <p:nvSpPr>
            <p:cNvPr id="6211" name="Google Shape;6211;p17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2" name="Google Shape;6212;p17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13" name="Google Shape;6213;p170"/>
          <p:cNvGrpSpPr/>
          <p:nvPr/>
        </p:nvGrpSpPr>
        <p:grpSpPr>
          <a:xfrm>
            <a:off x="6888215" y="4010697"/>
            <a:ext cx="234432" cy="215065"/>
            <a:chOff x="6239575" y="4416275"/>
            <a:chExt cx="489625" cy="449175"/>
          </a:xfrm>
        </p:grpSpPr>
        <p:sp>
          <p:nvSpPr>
            <p:cNvPr id="6214" name="Google Shape;6214;p17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5" name="Google Shape;6215;p17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6" name="Google Shape;6216;p17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17" name="Google Shape;6217;p170"/>
          <p:cNvGrpSpPr/>
          <p:nvPr/>
        </p:nvGrpSpPr>
        <p:grpSpPr>
          <a:xfrm>
            <a:off x="7160783" y="3147395"/>
            <a:ext cx="231320" cy="231320"/>
            <a:chOff x="892750" y="4993750"/>
            <a:chExt cx="483125" cy="483125"/>
          </a:xfrm>
        </p:grpSpPr>
        <p:sp>
          <p:nvSpPr>
            <p:cNvPr id="6218" name="Google Shape;6218;p17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19" name="Google Shape;6219;p17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0" name="Google Shape;6220;p17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21" name="Google Shape;6221;p170"/>
          <p:cNvGrpSpPr/>
          <p:nvPr/>
        </p:nvGrpSpPr>
        <p:grpSpPr>
          <a:xfrm>
            <a:off x="7160795" y="3432723"/>
            <a:ext cx="231320" cy="231320"/>
            <a:chOff x="1487200" y="4993750"/>
            <a:chExt cx="483125" cy="483125"/>
          </a:xfrm>
        </p:grpSpPr>
        <p:sp>
          <p:nvSpPr>
            <p:cNvPr id="6222" name="Google Shape;6222;p17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3" name="Google Shape;6223;p17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24" name="Google Shape;6224;p170"/>
          <p:cNvGrpSpPr/>
          <p:nvPr/>
        </p:nvGrpSpPr>
        <p:grpSpPr>
          <a:xfrm>
            <a:off x="7160807" y="3717674"/>
            <a:ext cx="231320" cy="231320"/>
            <a:chOff x="2081650" y="4993750"/>
            <a:chExt cx="483125" cy="483125"/>
          </a:xfrm>
        </p:grpSpPr>
        <p:sp>
          <p:nvSpPr>
            <p:cNvPr id="6225" name="Google Shape;6225;p17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6" name="Google Shape;6226;p17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27" name="Google Shape;6227;p170"/>
          <p:cNvGrpSpPr/>
          <p:nvPr/>
        </p:nvGrpSpPr>
        <p:grpSpPr>
          <a:xfrm>
            <a:off x="7449312" y="3147395"/>
            <a:ext cx="231320" cy="231320"/>
            <a:chOff x="2676100" y="4993750"/>
            <a:chExt cx="483125" cy="483125"/>
          </a:xfrm>
        </p:grpSpPr>
        <p:sp>
          <p:nvSpPr>
            <p:cNvPr id="6228" name="Google Shape;6228;p17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29" name="Google Shape;6229;p17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0" name="Google Shape;6230;p17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31" name="Google Shape;6231;p170"/>
          <p:cNvGrpSpPr/>
          <p:nvPr/>
        </p:nvGrpSpPr>
        <p:grpSpPr>
          <a:xfrm>
            <a:off x="7160831" y="4002584"/>
            <a:ext cx="231320" cy="231320"/>
            <a:chOff x="3270550" y="4993750"/>
            <a:chExt cx="483125" cy="483125"/>
          </a:xfrm>
        </p:grpSpPr>
        <p:sp>
          <p:nvSpPr>
            <p:cNvPr id="6232" name="Google Shape;6232;p17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3" name="Google Shape;6233;p17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4" name="Google Shape;6234;p17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235" name="Google Shape;6235;p170"/>
          <p:cNvSpPr/>
          <p:nvPr/>
        </p:nvSpPr>
        <p:spPr>
          <a:xfrm>
            <a:off x="7449253" y="34325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236" name="Google Shape;6236;p170"/>
          <p:cNvGrpSpPr/>
          <p:nvPr/>
        </p:nvGrpSpPr>
        <p:grpSpPr>
          <a:xfrm>
            <a:off x="7449342" y="3717638"/>
            <a:ext cx="231332" cy="231392"/>
            <a:chOff x="4459450" y="4993700"/>
            <a:chExt cx="483150" cy="483275"/>
          </a:xfrm>
        </p:grpSpPr>
        <p:sp>
          <p:nvSpPr>
            <p:cNvPr id="6237" name="Google Shape;6237;p17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38" name="Google Shape;6238;p17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239" name="Google Shape;6239;p170"/>
          <p:cNvGrpSpPr/>
          <p:nvPr/>
        </p:nvGrpSpPr>
        <p:grpSpPr>
          <a:xfrm>
            <a:off x="7449354" y="4002548"/>
            <a:ext cx="231332" cy="231392"/>
            <a:chOff x="5053900" y="4993700"/>
            <a:chExt cx="483150" cy="483275"/>
          </a:xfrm>
        </p:grpSpPr>
        <p:sp>
          <p:nvSpPr>
            <p:cNvPr id="6240" name="Google Shape;6240;p17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241" name="Google Shape;6241;p17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45" name="Shape 6245"/>
        <p:cNvGrpSpPr/>
        <p:nvPr/>
      </p:nvGrpSpPr>
      <p:grpSpPr>
        <a:xfrm>
          <a:off x="0" y="0"/>
          <a:ext cx="0" cy="0"/>
          <a:chOff x="0" y="0"/>
          <a:chExt cx="0" cy="0"/>
        </a:xfrm>
      </p:grpSpPr>
      <p:sp>
        <p:nvSpPr>
          <p:cNvPr id="6246" name="Google Shape;6246;p1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6247" name="Google Shape;6247;p171"/>
          <p:cNvGrpSpPr/>
          <p:nvPr/>
        </p:nvGrpSpPr>
        <p:grpSpPr>
          <a:xfrm>
            <a:off x="1012848" y="1674363"/>
            <a:ext cx="348568" cy="348541"/>
            <a:chOff x="-65131525" y="1914325"/>
            <a:chExt cx="316650" cy="316625"/>
          </a:xfrm>
        </p:grpSpPr>
        <p:sp>
          <p:nvSpPr>
            <p:cNvPr id="6248" name="Google Shape;6248;p17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7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171"/>
          <p:cNvGrpSpPr/>
          <p:nvPr/>
        </p:nvGrpSpPr>
        <p:grpSpPr>
          <a:xfrm>
            <a:off x="1012848" y="2079072"/>
            <a:ext cx="348568" cy="348568"/>
            <a:chOff x="-65131525" y="2281350"/>
            <a:chExt cx="316650" cy="316650"/>
          </a:xfrm>
        </p:grpSpPr>
        <p:sp>
          <p:nvSpPr>
            <p:cNvPr id="6251" name="Google Shape;6251;p17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7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171"/>
          <p:cNvGrpSpPr/>
          <p:nvPr/>
        </p:nvGrpSpPr>
        <p:grpSpPr>
          <a:xfrm>
            <a:off x="1015889" y="2481800"/>
            <a:ext cx="342486" cy="349421"/>
            <a:chOff x="-65129950" y="2646800"/>
            <a:chExt cx="311125" cy="317425"/>
          </a:xfrm>
        </p:grpSpPr>
        <p:sp>
          <p:nvSpPr>
            <p:cNvPr id="6254" name="Google Shape;6254;p17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7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171"/>
          <p:cNvGrpSpPr/>
          <p:nvPr/>
        </p:nvGrpSpPr>
        <p:grpSpPr>
          <a:xfrm>
            <a:off x="3112739" y="1673042"/>
            <a:ext cx="351155" cy="351183"/>
            <a:chOff x="-63252250" y="1930850"/>
            <a:chExt cx="319000" cy="319025"/>
          </a:xfrm>
        </p:grpSpPr>
        <p:sp>
          <p:nvSpPr>
            <p:cNvPr id="6257" name="Google Shape;6257;p17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7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9" name="Google Shape;6259;p171"/>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0" name="Google Shape;6260;p171"/>
          <p:cNvGrpSpPr/>
          <p:nvPr/>
        </p:nvGrpSpPr>
        <p:grpSpPr>
          <a:xfrm>
            <a:off x="3113606" y="2481359"/>
            <a:ext cx="349421" cy="350302"/>
            <a:chOff x="-63250675" y="2664125"/>
            <a:chExt cx="317425" cy="318225"/>
          </a:xfrm>
        </p:grpSpPr>
        <p:sp>
          <p:nvSpPr>
            <p:cNvPr id="6261" name="Google Shape;6261;p17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7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171"/>
          <p:cNvGrpSpPr/>
          <p:nvPr/>
        </p:nvGrpSpPr>
        <p:grpSpPr>
          <a:xfrm>
            <a:off x="5236493" y="1676729"/>
            <a:ext cx="345954" cy="343807"/>
            <a:chOff x="-61354075" y="1940500"/>
            <a:chExt cx="314275" cy="312325"/>
          </a:xfrm>
        </p:grpSpPr>
        <p:sp>
          <p:nvSpPr>
            <p:cNvPr id="6264" name="Google Shape;6264;p17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7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7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7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171"/>
          <p:cNvGrpSpPr/>
          <p:nvPr/>
        </p:nvGrpSpPr>
        <p:grpSpPr>
          <a:xfrm>
            <a:off x="5235185" y="2093382"/>
            <a:ext cx="348568" cy="319948"/>
            <a:chOff x="-61354875" y="2322300"/>
            <a:chExt cx="316650" cy="290650"/>
          </a:xfrm>
        </p:grpSpPr>
        <p:sp>
          <p:nvSpPr>
            <p:cNvPr id="6269" name="Google Shape;6269;p17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7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7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171"/>
          <p:cNvGrpSpPr/>
          <p:nvPr/>
        </p:nvGrpSpPr>
        <p:grpSpPr>
          <a:xfrm>
            <a:off x="5235185" y="2482226"/>
            <a:ext cx="348568" cy="348568"/>
            <a:chOff x="-61354875" y="2671225"/>
            <a:chExt cx="316650" cy="316650"/>
          </a:xfrm>
        </p:grpSpPr>
        <p:sp>
          <p:nvSpPr>
            <p:cNvPr id="6273" name="Google Shape;6273;p17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7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7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7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7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171"/>
          <p:cNvGrpSpPr/>
          <p:nvPr/>
        </p:nvGrpSpPr>
        <p:grpSpPr>
          <a:xfrm>
            <a:off x="7343521" y="1672781"/>
            <a:ext cx="351155" cy="351706"/>
            <a:chOff x="-59502375" y="1904375"/>
            <a:chExt cx="319000" cy="319500"/>
          </a:xfrm>
        </p:grpSpPr>
        <p:sp>
          <p:nvSpPr>
            <p:cNvPr id="6279" name="Google Shape;6279;p17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7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7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171"/>
          <p:cNvGrpSpPr/>
          <p:nvPr/>
        </p:nvGrpSpPr>
        <p:grpSpPr>
          <a:xfrm>
            <a:off x="1435629" y="1675588"/>
            <a:ext cx="351155" cy="346092"/>
            <a:chOff x="-64774725" y="1916550"/>
            <a:chExt cx="319000" cy="314400"/>
          </a:xfrm>
        </p:grpSpPr>
        <p:sp>
          <p:nvSpPr>
            <p:cNvPr id="6283" name="Google Shape;6283;p17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7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171"/>
          <p:cNvGrpSpPr/>
          <p:nvPr/>
        </p:nvGrpSpPr>
        <p:grpSpPr>
          <a:xfrm>
            <a:off x="1436923" y="2077338"/>
            <a:ext cx="348568" cy="352036"/>
            <a:chOff x="-64764500" y="2280550"/>
            <a:chExt cx="316650" cy="319800"/>
          </a:xfrm>
        </p:grpSpPr>
        <p:sp>
          <p:nvSpPr>
            <p:cNvPr id="6286" name="Google Shape;6286;p17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7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8" name="Google Shape;6288;p171"/>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9" name="Google Shape;6289;p171"/>
          <p:cNvGrpSpPr/>
          <p:nvPr/>
        </p:nvGrpSpPr>
        <p:grpSpPr>
          <a:xfrm>
            <a:off x="3542063" y="1710757"/>
            <a:ext cx="347688" cy="275750"/>
            <a:chOff x="-62882850" y="1999375"/>
            <a:chExt cx="315850" cy="250500"/>
          </a:xfrm>
        </p:grpSpPr>
        <p:sp>
          <p:nvSpPr>
            <p:cNvPr id="6290" name="Google Shape;6290;p17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7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171"/>
          <p:cNvGrpSpPr/>
          <p:nvPr/>
        </p:nvGrpSpPr>
        <p:grpSpPr>
          <a:xfrm>
            <a:off x="3533821" y="2078631"/>
            <a:ext cx="364172" cy="349449"/>
            <a:chOff x="-62890750" y="2296300"/>
            <a:chExt cx="330825" cy="317450"/>
          </a:xfrm>
        </p:grpSpPr>
        <p:sp>
          <p:nvSpPr>
            <p:cNvPr id="6293" name="Google Shape;6293;p17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7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7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171"/>
          <p:cNvGrpSpPr/>
          <p:nvPr/>
        </p:nvGrpSpPr>
        <p:grpSpPr>
          <a:xfrm>
            <a:off x="3542063" y="2481799"/>
            <a:ext cx="347688" cy="349421"/>
            <a:chOff x="-62882850" y="2664925"/>
            <a:chExt cx="315850" cy="317425"/>
          </a:xfrm>
        </p:grpSpPr>
        <p:sp>
          <p:nvSpPr>
            <p:cNvPr id="6297" name="Google Shape;6297;p17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7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9" name="Google Shape;6299;p171"/>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0" name="Google Shape;6300;p171"/>
          <p:cNvGrpSpPr/>
          <p:nvPr/>
        </p:nvGrpSpPr>
        <p:grpSpPr>
          <a:xfrm>
            <a:off x="5659701" y="2082099"/>
            <a:ext cx="348568" cy="342514"/>
            <a:chOff x="-60988625" y="2310475"/>
            <a:chExt cx="316650" cy="311150"/>
          </a:xfrm>
        </p:grpSpPr>
        <p:sp>
          <p:nvSpPr>
            <p:cNvPr id="6301" name="Google Shape;6301;p17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7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7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7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7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7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171"/>
          <p:cNvGrpSpPr/>
          <p:nvPr/>
        </p:nvGrpSpPr>
        <p:grpSpPr>
          <a:xfrm>
            <a:off x="5660141" y="2481029"/>
            <a:ext cx="347688" cy="350963"/>
            <a:chOff x="-60987050" y="2671400"/>
            <a:chExt cx="315850" cy="318825"/>
          </a:xfrm>
        </p:grpSpPr>
        <p:sp>
          <p:nvSpPr>
            <p:cNvPr id="6308" name="Google Shape;6308;p17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7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171"/>
          <p:cNvGrpSpPr/>
          <p:nvPr/>
        </p:nvGrpSpPr>
        <p:grpSpPr>
          <a:xfrm>
            <a:off x="7343520" y="2082980"/>
            <a:ext cx="351155" cy="340753"/>
            <a:chOff x="-59481900" y="2290800"/>
            <a:chExt cx="319000" cy="309550"/>
          </a:xfrm>
        </p:grpSpPr>
        <p:sp>
          <p:nvSpPr>
            <p:cNvPr id="6311" name="Google Shape;6311;p17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7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7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7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7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7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171"/>
          <p:cNvGrpSpPr/>
          <p:nvPr/>
        </p:nvGrpSpPr>
        <p:grpSpPr>
          <a:xfrm>
            <a:off x="1857395" y="1674005"/>
            <a:ext cx="351155" cy="349256"/>
            <a:chOff x="-64401400" y="1914475"/>
            <a:chExt cx="319000" cy="317275"/>
          </a:xfrm>
        </p:grpSpPr>
        <p:sp>
          <p:nvSpPr>
            <p:cNvPr id="6318" name="Google Shape;6318;p17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7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71"/>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171"/>
          <p:cNvGrpSpPr/>
          <p:nvPr/>
        </p:nvGrpSpPr>
        <p:grpSpPr>
          <a:xfrm>
            <a:off x="1918957" y="2079430"/>
            <a:ext cx="228031" cy="347853"/>
            <a:chOff x="-64343900" y="2282125"/>
            <a:chExt cx="207150" cy="316000"/>
          </a:xfrm>
        </p:grpSpPr>
        <p:sp>
          <p:nvSpPr>
            <p:cNvPr id="6322" name="Google Shape;6322;p17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7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171"/>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5" name="Google Shape;6325;p171"/>
          <p:cNvGrpSpPr/>
          <p:nvPr/>
        </p:nvGrpSpPr>
        <p:grpSpPr>
          <a:xfrm>
            <a:off x="3994027" y="1674252"/>
            <a:ext cx="303463" cy="348761"/>
            <a:chOff x="-62496925" y="1931475"/>
            <a:chExt cx="275675" cy="316825"/>
          </a:xfrm>
        </p:grpSpPr>
        <p:sp>
          <p:nvSpPr>
            <p:cNvPr id="6326" name="Google Shape;6326;p17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7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171"/>
          <p:cNvGrpSpPr/>
          <p:nvPr/>
        </p:nvGrpSpPr>
        <p:grpSpPr>
          <a:xfrm>
            <a:off x="3971901" y="2078521"/>
            <a:ext cx="347715" cy="349669"/>
            <a:chOff x="-62516625" y="2297875"/>
            <a:chExt cx="315875" cy="317650"/>
          </a:xfrm>
        </p:grpSpPr>
        <p:sp>
          <p:nvSpPr>
            <p:cNvPr id="6329" name="Google Shape;6329;p17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7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171"/>
          <p:cNvGrpSpPr/>
          <p:nvPr/>
        </p:nvGrpSpPr>
        <p:grpSpPr>
          <a:xfrm>
            <a:off x="3970608" y="2497389"/>
            <a:ext cx="350302" cy="318241"/>
            <a:chOff x="-62518200" y="2692475"/>
            <a:chExt cx="318225" cy="289100"/>
          </a:xfrm>
        </p:grpSpPr>
        <p:sp>
          <p:nvSpPr>
            <p:cNvPr id="6332" name="Google Shape;6332;p17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7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171"/>
          <p:cNvGrpSpPr/>
          <p:nvPr/>
        </p:nvGrpSpPr>
        <p:grpSpPr>
          <a:xfrm>
            <a:off x="6103002" y="1674789"/>
            <a:ext cx="294822" cy="347688"/>
            <a:chOff x="-60597975" y="1939525"/>
            <a:chExt cx="267825" cy="315850"/>
          </a:xfrm>
        </p:grpSpPr>
        <p:sp>
          <p:nvSpPr>
            <p:cNvPr id="6335" name="Google Shape;6335;p17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7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171"/>
          <p:cNvGrpSpPr/>
          <p:nvPr/>
        </p:nvGrpSpPr>
        <p:grpSpPr>
          <a:xfrm>
            <a:off x="6074836" y="2077998"/>
            <a:ext cx="351155" cy="350715"/>
            <a:chOff x="-60620800" y="2304600"/>
            <a:chExt cx="319000" cy="318600"/>
          </a:xfrm>
        </p:grpSpPr>
        <p:sp>
          <p:nvSpPr>
            <p:cNvPr id="6338" name="Google Shape;6338;p17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7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7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171"/>
          <p:cNvGrpSpPr/>
          <p:nvPr/>
        </p:nvGrpSpPr>
        <p:grpSpPr>
          <a:xfrm>
            <a:off x="6076129" y="2531638"/>
            <a:ext cx="348568" cy="249744"/>
            <a:chOff x="-60621600" y="2716100"/>
            <a:chExt cx="316650" cy="226875"/>
          </a:xfrm>
        </p:grpSpPr>
        <p:sp>
          <p:nvSpPr>
            <p:cNvPr id="6342" name="Google Shape;6342;p17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7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171"/>
          <p:cNvGrpSpPr/>
          <p:nvPr/>
        </p:nvGrpSpPr>
        <p:grpSpPr>
          <a:xfrm>
            <a:off x="7348722" y="2482240"/>
            <a:ext cx="340753" cy="348541"/>
            <a:chOff x="-59475600" y="2658625"/>
            <a:chExt cx="309550" cy="316625"/>
          </a:xfrm>
        </p:grpSpPr>
        <p:sp>
          <p:nvSpPr>
            <p:cNvPr id="6345" name="Google Shape;6345;p17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7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7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7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7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7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7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2" name="Google Shape;6352;p171"/>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71"/>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171"/>
          <p:cNvGrpSpPr/>
          <p:nvPr/>
        </p:nvGrpSpPr>
        <p:grpSpPr>
          <a:xfrm>
            <a:off x="2324934" y="2481800"/>
            <a:ext cx="250570" cy="349421"/>
            <a:chOff x="-63987100" y="2646800"/>
            <a:chExt cx="227625" cy="317425"/>
          </a:xfrm>
        </p:grpSpPr>
        <p:sp>
          <p:nvSpPr>
            <p:cNvPr id="6355" name="Google Shape;6355;p17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7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171"/>
          <p:cNvGrpSpPr/>
          <p:nvPr/>
        </p:nvGrpSpPr>
        <p:grpSpPr>
          <a:xfrm>
            <a:off x="4393267" y="1672615"/>
            <a:ext cx="340753" cy="352036"/>
            <a:chOff x="-62148000" y="1930075"/>
            <a:chExt cx="309550" cy="319800"/>
          </a:xfrm>
        </p:grpSpPr>
        <p:sp>
          <p:nvSpPr>
            <p:cNvPr id="6358" name="Google Shape;6358;p17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7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171"/>
          <p:cNvGrpSpPr/>
          <p:nvPr/>
        </p:nvGrpSpPr>
        <p:grpSpPr>
          <a:xfrm>
            <a:off x="4390667" y="2079498"/>
            <a:ext cx="345954" cy="347715"/>
            <a:chOff x="-62150375" y="2297875"/>
            <a:chExt cx="314275" cy="315875"/>
          </a:xfrm>
        </p:grpSpPr>
        <p:sp>
          <p:nvSpPr>
            <p:cNvPr id="6361" name="Google Shape;6361;p17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7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7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7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7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171"/>
          <p:cNvGrpSpPr/>
          <p:nvPr/>
        </p:nvGrpSpPr>
        <p:grpSpPr>
          <a:xfrm>
            <a:off x="4389359" y="2481359"/>
            <a:ext cx="348568" cy="350302"/>
            <a:chOff x="-62150375" y="2664925"/>
            <a:chExt cx="316650" cy="318225"/>
          </a:xfrm>
        </p:grpSpPr>
        <p:sp>
          <p:nvSpPr>
            <p:cNvPr id="6367" name="Google Shape;6367;p17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7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7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7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171"/>
          <p:cNvGrpSpPr/>
          <p:nvPr/>
        </p:nvGrpSpPr>
        <p:grpSpPr>
          <a:xfrm>
            <a:off x="6499777" y="1673096"/>
            <a:ext cx="349421" cy="351073"/>
            <a:chOff x="-60254550" y="1938025"/>
            <a:chExt cx="317425" cy="318925"/>
          </a:xfrm>
        </p:grpSpPr>
        <p:sp>
          <p:nvSpPr>
            <p:cNvPr id="6372" name="Google Shape;6372;p17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7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7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7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171"/>
          <p:cNvGrpSpPr/>
          <p:nvPr/>
        </p:nvGrpSpPr>
        <p:grpSpPr>
          <a:xfrm>
            <a:off x="6479471" y="2079003"/>
            <a:ext cx="348923" cy="348706"/>
            <a:chOff x="6479471" y="2079003"/>
            <a:chExt cx="348923" cy="348706"/>
          </a:xfrm>
        </p:grpSpPr>
        <p:sp>
          <p:nvSpPr>
            <p:cNvPr id="6377" name="Google Shape;6377;p17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8" name="Google Shape;6378;p171"/>
            <p:cNvGrpSpPr/>
            <p:nvPr/>
          </p:nvGrpSpPr>
          <p:grpSpPr>
            <a:xfrm>
              <a:off x="6520582" y="2079003"/>
              <a:ext cx="307811" cy="348706"/>
              <a:chOff x="-60218325" y="2304850"/>
              <a:chExt cx="279625" cy="316775"/>
            </a:xfrm>
          </p:grpSpPr>
          <p:sp>
            <p:nvSpPr>
              <p:cNvPr id="6379" name="Google Shape;6379;p17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7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7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7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7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7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7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6" name="Google Shape;6386;p171"/>
          <p:cNvGrpSpPr/>
          <p:nvPr/>
        </p:nvGrpSpPr>
        <p:grpSpPr>
          <a:xfrm>
            <a:off x="6526651" y="2480932"/>
            <a:ext cx="295675" cy="351155"/>
            <a:chOff x="-60232500" y="2671225"/>
            <a:chExt cx="268600" cy="319000"/>
          </a:xfrm>
        </p:grpSpPr>
        <p:sp>
          <p:nvSpPr>
            <p:cNvPr id="6387" name="Google Shape;6387;p17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7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171"/>
          <p:cNvGrpSpPr/>
          <p:nvPr/>
        </p:nvGrpSpPr>
        <p:grpSpPr>
          <a:xfrm>
            <a:off x="7768638" y="1673056"/>
            <a:ext cx="347715" cy="351155"/>
            <a:chOff x="-59100700" y="1911950"/>
            <a:chExt cx="315875" cy="319000"/>
          </a:xfrm>
        </p:grpSpPr>
        <p:sp>
          <p:nvSpPr>
            <p:cNvPr id="6390" name="Google Shape;6390;p17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7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7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7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7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7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7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7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7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7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171"/>
          <p:cNvGrpSpPr/>
          <p:nvPr/>
        </p:nvGrpSpPr>
        <p:grpSpPr>
          <a:xfrm>
            <a:off x="2694871" y="1674459"/>
            <a:ext cx="361558" cy="348348"/>
            <a:chOff x="-63665750" y="1914325"/>
            <a:chExt cx="328450" cy="316450"/>
          </a:xfrm>
        </p:grpSpPr>
        <p:sp>
          <p:nvSpPr>
            <p:cNvPr id="6401" name="Google Shape;6401;p17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7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171"/>
          <p:cNvGrpSpPr/>
          <p:nvPr/>
        </p:nvGrpSpPr>
        <p:grpSpPr>
          <a:xfrm>
            <a:off x="2699632" y="2077985"/>
            <a:ext cx="352036" cy="350742"/>
            <a:chOff x="-63666550" y="2278975"/>
            <a:chExt cx="319800" cy="318625"/>
          </a:xfrm>
        </p:grpSpPr>
        <p:sp>
          <p:nvSpPr>
            <p:cNvPr id="6404" name="Google Shape;6404;p17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7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171"/>
          <p:cNvGrpSpPr/>
          <p:nvPr/>
        </p:nvGrpSpPr>
        <p:grpSpPr>
          <a:xfrm>
            <a:off x="2697031" y="2481690"/>
            <a:ext cx="357237" cy="349642"/>
            <a:chOff x="-63669700" y="2646600"/>
            <a:chExt cx="324525" cy="317625"/>
          </a:xfrm>
        </p:grpSpPr>
        <p:sp>
          <p:nvSpPr>
            <p:cNvPr id="6407" name="Google Shape;6407;p17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7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171"/>
          <p:cNvGrpSpPr/>
          <p:nvPr/>
        </p:nvGrpSpPr>
        <p:grpSpPr>
          <a:xfrm>
            <a:off x="4806228" y="1674129"/>
            <a:ext cx="348568" cy="349009"/>
            <a:chOff x="-61784125" y="1931250"/>
            <a:chExt cx="316650" cy="317050"/>
          </a:xfrm>
        </p:grpSpPr>
        <p:sp>
          <p:nvSpPr>
            <p:cNvPr id="6410" name="Google Shape;6410;p17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7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7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7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171"/>
          <p:cNvGrpSpPr/>
          <p:nvPr/>
        </p:nvGrpSpPr>
        <p:grpSpPr>
          <a:xfrm>
            <a:off x="4806228" y="2079072"/>
            <a:ext cx="348568" cy="348568"/>
            <a:chOff x="-61783350" y="2297100"/>
            <a:chExt cx="316650" cy="316650"/>
          </a:xfrm>
        </p:grpSpPr>
        <p:sp>
          <p:nvSpPr>
            <p:cNvPr id="6415" name="Google Shape;6415;p17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7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171"/>
          <p:cNvGrpSpPr/>
          <p:nvPr/>
        </p:nvGrpSpPr>
        <p:grpSpPr>
          <a:xfrm>
            <a:off x="4806228" y="2480781"/>
            <a:ext cx="348568" cy="351458"/>
            <a:chOff x="-61782550" y="2664925"/>
            <a:chExt cx="316650" cy="319275"/>
          </a:xfrm>
        </p:grpSpPr>
        <p:sp>
          <p:nvSpPr>
            <p:cNvPr id="6418" name="Google Shape;6418;p17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7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7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171"/>
          <p:cNvGrpSpPr/>
          <p:nvPr/>
        </p:nvGrpSpPr>
        <p:grpSpPr>
          <a:xfrm>
            <a:off x="6920631" y="1682426"/>
            <a:ext cx="349421" cy="332414"/>
            <a:chOff x="-59889100" y="1945025"/>
            <a:chExt cx="317425" cy="301975"/>
          </a:xfrm>
        </p:grpSpPr>
        <p:sp>
          <p:nvSpPr>
            <p:cNvPr id="6422" name="Google Shape;6422;p17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7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7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7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6" name="Google Shape;6426;p171"/>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7" name="Google Shape;6427;p171"/>
          <p:cNvGrpSpPr/>
          <p:nvPr/>
        </p:nvGrpSpPr>
        <p:grpSpPr>
          <a:xfrm>
            <a:off x="6919764" y="2482611"/>
            <a:ext cx="351155" cy="347798"/>
            <a:chOff x="-59889100" y="2671925"/>
            <a:chExt cx="319000" cy="315950"/>
          </a:xfrm>
        </p:grpSpPr>
        <p:sp>
          <p:nvSpPr>
            <p:cNvPr id="6428" name="Google Shape;6428;p17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7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7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7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171"/>
          <p:cNvGrpSpPr/>
          <p:nvPr/>
        </p:nvGrpSpPr>
        <p:grpSpPr>
          <a:xfrm>
            <a:off x="7767785" y="2079072"/>
            <a:ext cx="349421" cy="348568"/>
            <a:chOff x="-59092025" y="2296300"/>
            <a:chExt cx="317425" cy="316650"/>
          </a:xfrm>
        </p:grpSpPr>
        <p:sp>
          <p:nvSpPr>
            <p:cNvPr id="6433" name="Google Shape;6433;p17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7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5" name="Google Shape;6435;p171"/>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6" name="Google Shape;6436;p171"/>
          <p:cNvGrpSpPr/>
          <p:nvPr/>
        </p:nvGrpSpPr>
        <p:grpSpPr>
          <a:xfrm>
            <a:off x="1012422" y="3464550"/>
            <a:ext cx="349421" cy="349421"/>
            <a:chOff x="-65145700" y="3727425"/>
            <a:chExt cx="317425" cy="317425"/>
          </a:xfrm>
        </p:grpSpPr>
        <p:sp>
          <p:nvSpPr>
            <p:cNvPr id="6437" name="Google Shape;6437;p1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171"/>
          <p:cNvGrpSpPr/>
          <p:nvPr/>
        </p:nvGrpSpPr>
        <p:grpSpPr>
          <a:xfrm>
            <a:off x="1015463" y="3872630"/>
            <a:ext cx="343340" cy="349421"/>
            <a:chOff x="-65144125" y="4094450"/>
            <a:chExt cx="311900" cy="317425"/>
          </a:xfrm>
        </p:grpSpPr>
        <p:sp>
          <p:nvSpPr>
            <p:cNvPr id="6440" name="Google Shape;6440;p1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3" name="Google Shape;6443;p171"/>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4" name="Google Shape;6444;p171"/>
          <p:cNvGrpSpPr/>
          <p:nvPr/>
        </p:nvGrpSpPr>
        <p:grpSpPr>
          <a:xfrm>
            <a:off x="3111996" y="3464178"/>
            <a:ext cx="352641" cy="350164"/>
            <a:chOff x="-63250675" y="3744075"/>
            <a:chExt cx="320350" cy="318100"/>
          </a:xfrm>
        </p:grpSpPr>
        <p:sp>
          <p:nvSpPr>
            <p:cNvPr id="6445" name="Google Shape;6445;p1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171"/>
          <p:cNvGrpSpPr/>
          <p:nvPr/>
        </p:nvGrpSpPr>
        <p:grpSpPr>
          <a:xfrm>
            <a:off x="3113606" y="3872630"/>
            <a:ext cx="349421" cy="349421"/>
            <a:chOff x="-63250675" y="4110200"/>
            <a:chExt cx="317425" cy="317425"/>
          </a:xfrm>
        </p:grpSpPr>
        <p:sp>
          <p:nvSpPr>
            <p:cNvPr id="6449" name="Google Shape;6449;p1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171"/>
          <p:cNvGrpSpPr/>
          <p:nvPr/>
        </p:nvGrpSpPr>
        <p:grpSpPr>
          <a:xfrm>
            <a:off x="5238653" y="3047071"/>
            <a:ext cx="341633" cy="341413"/>
            <a:chOff x="-61351725" y="3372400"/>
            <a:chExt cx="310350" cy="310150"/>
          </a:xfrm>
        </p:grpSpPr>
        <p:sp>
          <p:nvSpPr>
            <p:cNvPr id="6459" name="Google Shape;6459;p1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171"/>
          <p:cNvGrpSpPr/>
          <p:nvPr/>
        </p:nvGrpSpPr>
        <p:grpSpPr>
          <a:xfrm>
            <a:off x="5235185" y="3480594"/>
            <a:ext cx="348568" cy="317333"/>
            <a:chOff x="-61354875" y="3751050"/>
            <a:chExt cx="316650" cy="288275"/>
          </a:xfrm>
        </p:grpSpPr>
        <p:sp>
          <p:nvSpPr>
            <p:cNvPr id="6463" name="Google Shape;6463;p1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171"/>
          <p:cNvGrpSpPr/>
          <p:nvPr/>
        </p:nvGrpSpPr>
        <p:grpSpPr>
          <a:xfrm>
            <a:off x="5235185" y="3872616"/>
            <a:ext cx="348568" cy="349449"/>
            <a:chOff x="-61354875" y="4101525"/>
            <a:chExt cx="316650" cy="317450"/>
          </a:xfrm>
        </p:grpSpPr>
        <p:sp>
          <p:nvSpPr>
            <p:cNvPr id="6467" name="Google Shape;6467;p1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171"/>
          <p:cNvGrpSpPr/>
          <p:nvPr/>
        </p:nvGrpSpPr>
        <p:grpSpPr>
          <a:xfrm>
            <a:off x="7343960" y="3043811"/>
            <a:ext cx="350275" cy="347935"/>
            <a:chOff x="-59470075" y="3308975"/>
            <a:chExt cx="318200" cy="316075"/>
          </a:xfrm>
        </p:grpSpPr>
        <p:sp>
          <p:nvSpPr>
            <p:cNvPr id="6470" name="Google Shape;6470;p1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171"/>
          <p:cNvGrpSpPr/>
          <p:nvPr/>
        </p:nvGrpSpPr>
        <p:grpSpPr>
          <a:xfrm>
            <a:off x="1436496" y="3044291"/>
            <a:ext cx="349421" cy="346972"/>
            <a:chOff x="-64781025" y="3361050"/>
            <a:chExt cx="317425" cy="315200"/>
          </a:xfrm>
        </p:grpSpPr>
        <p:sp>
          <p:nvSpPr>
            <p:cNvPr id="6480" name="Google Shape;6480;p1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4" name="Google Shape;6484;p171"/>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71"/>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71"/>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7" name="Google Shape;6487;p171"/>
          <p:cNvGrpSpPr/>
          <p:nvPr/>
        </p:nvGrpSpPr>
        <p:grpSpPr>
          <a:xfrm>
            <a:off x="3533821" y="3464288"/>
            <a:ext cx="364172" cy="349944"/>
            <a:chOff x="-62890750" y="3747425"/>
            <a:chExt cx="330825" cy="317900"/>
          </a:xfrm>
        </p:grpSpPr>
        <p:sp>
          <p:nvSpPr>
            <p:cNvPr id="6488" name="Google Shape;6488;p1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171"/>
          <p:cNvGrpSpPr/>
          <p:nvPr/>
        </p:nvGrpSpPr>
        <p:grpSpPr>
          <a:xfrm>
            <a:off x="3541196" y="3873056"/>
            <a:ext cx="349421" cy="348568"/>
            <a:chOff x="-62884425" y="4111775"/>
            <a:chExt cx="317425" cy="316650"/>
          </a:xfrm>
        </p:grpSpPr>
        <p:sp>
          <p:nvSpPr>
            <p:cNvPr id="6503" name="Google Shape;6503;p1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171"/>
          <p:cNvGrpSpPr/>
          <p:nvPr/>
        </p:nvGrpSpPr>
        <p:grpSpPr>
          <a:xfrm>
            <a:off x="5660141" y="3046520"/>
            <a:ext cx="347688" cy="342514"/>
            <a:chOff x="-60991775" y="3376900"/>
            <a:chExt cx="315850" cy="311150"/>
          </a:xfrm>
        </p:grpSpPr>
        <p:sp>
          <p:nvSpPr>
            <p:cNvPr id="6506" name="Google Shape;6506;p1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171"/>
          <p:cNvGrpSpPr/>
          <p:nvPr/>
        </p:nvGrpSpPr>
        <p:grpSpPr>
          <a:xfrm>
            <a:off x="5659701" y="3468443"/>
            <a:ext cx="348568" cy="341633"/>
            <a:chOff x="-60988625" y="3740800"/>
            <a:chExt cx="316650" cy="310350"/>
          </a:xfrm>
        </p:grpSpPr>
        <p:sp>
          <p:nvSpPr>
            <p:cNvPr id="6510" name="Google Shape;6510;p1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171"/>
          <p:cNvGrpSpPr/>
          <p:nvPr/>
        </p:nvGrpSpPr>
        <p:grpSpPr>
          <a:xfrm>
            <a:off x="5659701" y="3873607"/>
            <a:ext cx="348568" cy="347468"/>
            <a:chOff x="-60987850" y="4100950"/>
            <a:chExt cx="316650" cy="315650"/>
          </a:xfrm>
        </p:grpSpPr>
        <p:sp>
          <p:nvSpPr>
            <p:cNvPr id="6514" name="Google Shape;6514;p1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171"/>
          <p:cNvGrpSpPr/>
          <p:nvPr/>
        </p:nvGrpSpPr>
        <p:grpSpPr>
          <a:xfrm>
            <a:off x="7343519" y="3469311"/>
            <a:ext cx="351155" cy="339900"/>
            <a:chOff x="-59447250" y="3706150"/>
            <a:chExt cx="319000" cy="308775"/>
          </a:xfrm>
        </p:grpSpPr>
        <p:sp>
          <p:nvSpPr>
            <p:cNvPr id="6520" name="Google Shape;6520;p1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171"/>
          <p:cNvGrpSpPr/>
          <p:nvPr/>
        </p:nvGrpSpPr>
        <p:grpSpPr>
          <a:xfrm>
            <a:off x="1857821" y="3044511"/>
            <a:ext cx="350302" cy="346532"/>
            <a:chOff x="-64406125" y="3362225"/>
            <a:chExt cx="318225" cy="314800"/>
          </a:xfrm>
        </p:grpSpPr>
        <p:sp>
          <p:nvSpPr>
            <p:cNvPr id="6525" name="Google Shape;6525;p1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7" name="Google Shape;6527;p171"/>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8" name="Google Shape;6528;p171"/>
          <p:cNvGrpSpPr/>
          <p:nvPr/>
        </p:nvGrpSpPr>
        <p:grpSpPr>
          <a:xfrm>
            <a:off x="1858262" y="3873057"/>
            <a:ext cx="349421" cy="348568"/>
            <a:chOff x="-64410850" y="4094450"/>
            <a:chExt cx="317425" cy="316650"/>
          </a:xfrm>
        </p:grpSpPr>
        <p:sp>
          <p:nvSpPr>
            <p:cNvPr id="6529" name="Google Shape;6529;p1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2" name="Google Shape;6532;p171"/>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3" name="Google Shape;6533;p171"/>
          <p:cNvGrpSpPr/>
          <p:nvPr/>
        </p:nvGrpSpPr>
        <p:grpSpPr>
          <a:xfrm>
            <a:off x="3971901" y="3464013"/>
            <a:ext cx="347715" cy="350495"/>
            <a:chOff x="-62516625" y="3743175"/>
            <a:chExt cx="315875" cy="318400"/>
          </a:xfrm>
        </p:grpSpPr>
        <p:sp>
          <p:nvSpPr>
            <p:cNvPr id="6534" name="Google Shape;6534;p1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171"/>
          <p:cNvGrpSpPr/>
          <p:nvPr/>
        </p:nvGrpSpPr>
        <p:grpSpPr>
          <a:xfrm>
            <a:off x="3978410" y="3892128"/>
            <a:ext cx="334698" cy="310426"/>
            <a:chOff x="-62511900" y="4129100"/>
            <a:chExt cx="304050" cy="282000"/>
          </a:xfrm>
        </p:grpSpPr>
        <p:sp>
          <p:nvSpPr>
            <p:cNvPr id="6537" name="Google Shape;6537;p1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171"/>
          <p:cNvGrpSpPr/>
          <p:nvPr/>
        </p:nvGrpSpPr>
        <p:grpSpPr>
          <a:xfrm>
            <a:off x="6102576" y="3043066"/>
            <a:ext cx="295675" cy="349421"/>
            <a:chOff x="-60597975" y="3367475"/>
            <a:chExt cx="268600" cy="317425"/>
          </a:xfrm>
        </p:grpSpPr>
        <p:sp>
          <p:nvSpPr>
            <p:cNvPr id="6543" name="Google Shape;6543;p1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8" name="Google Shape;6548;p171"/>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9" name="Google Shape;6549;p171"/>
          <p:cNvGrpSpPr/>
          <p:nvPr/>
        </p:nvGrpSpPr>
        <p:grpSpPr>
          <a:xfrm>
            <a:off x="6076129" y="3922482"/>
            <a:ext cx="348568" cy="249716"/>
            <a:chOff x="-60621600" y="4145650"/>
            <a:chExt cx="316650" cy="226850"/>
          </a:xfrm>
        </p:grpSpPr>
        <p:sp>
          <p:nvSpPr>
            <p:cNvPr id="6550" name="Google Shape;6550;p1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171"/>
          <p:cNvGrpSpPr/>
          <p:nvPr/>
        </p:nvGrpSpPr>
        <p:grpSpPr>
          <a:xfrm>
            <a:off x="7347852" y="3873484"/>
            <a:ext cx="342486" cy="347715"/>
            <a:chOff x="-59400775" y="4084200"/>
            <a:chExt cx="311125" cy="315875"/>
          </a:xfrm>
        </p:grpSpPr>
        <p:sp>
          <p:nvSpPr>
            <p:cNvPr id="6554" name="Google Shape;6554;p1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171"/>
          <p:cNvGrpSpPr/>
          <p:nvPr/>
        </p:nvGrpSpPr>
        <p:grpSpPr>
          <a:xfrm>
            <a:off x="2276375" y="3043493"/>
            <a:ext cx="347688" cy="348568"/>
            <a:chOff x="-64044600" y="3360375"/>
            <a:chExt cx="315850" cy="316650"/>
          </a:xfrm>
        </p:grpSpPr>
        <p:sp>
          <p:nvSpPr>
            <p:cNvPr id="6561" name="Google Shape;6561;p1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171"/>
          <p:cNvGrpSpPr/>
          <p:nvPr/>
        </p:nvGrpSpPr>
        <p:grpSpPr>
          <a:xfrm>
            <a:off x="2301514" y="3464550"/>
            <a:ext cx="297409" cy="349421"/>
            <a:chOff x="-64022550" y="3727425"/>
            <a:chExt cx="270175" cy="317425"/>
          </a:xfrm>
        </p:grpSpPr>
        <p:sp>
          <p:nvSpPr>
            <p:cNvPr id="6565" name="Google Shape;6565;p1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171"/>
          <p:cNvGrpSpPr/>
          <p:nvPr/>
        </p:nvGrpSpPr>
        <p:grpSpPr>
          <a:xfrm>
            <a:off x="2324480" y="3872616"/>
            <a:ext cx="251478" cy="349449"/>
            <a:chOff x="-64001300" y="4093650"/>
            <a:chExt cx="228450" cy="317450"/>
          </a:xfrm>
        </p:grpSpPr>
        <p:sp>
          <p:nvSpPr>
            <p:cNvPr id="6569" name="Google Shape;6569;p1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171"/>
          <p:cNvGrpSpPr/>
          <p:nvPr/>
        </p:nvGrpSpPr>
        <p:grpSpPr>
          <a:xfrm>
            <a:off x="4392400" y="3043438"/>
            <a:ext cx="342486" cy="348678"/>
            <a:chOff x="-62148800" y="3377700"/>
            <a:chExt cx="311125" cy="316750"/>
          </a:xfrm>
        </p:grpSpPr>
        <p:sp>
          <p:nvSpPr>
            <p:cNvPr id="6574" name="Google Shape;6574;p1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171"/>
          <p:cNvGrpSpPr/>
          <p:nvPr/>
        </p:nvGrpSpPr>
        <p:grpSpPr>
          <a:xfrm>
            <a:off x="4388506" y="3464535"/>
            <a:ext cx="350275" cy="349449"/>
            <a:chOff x="-62154300" y="3743950"/>
            <a:chExt cx="318200" cy="317450"/>
          </a:xfrm>
        </p:grpSpPr>
        <p:sp>
          <p:nvSpPr>
            <p:cNvPr id="6577" name="Google Shape;6577;p1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171"/>
          <p:cNvGrpSpPr/>
          <p:nvPr/>
        </p:nvGrpSpPr>
        <p:grpSpPr>
          <a:xfrm>
            <a:off x="4388493" y="3873056"/>
            <a:ext cx="350302" cy="348568"/>
            <a:chOff x="-62151950" y="4111775"/>
            <a:chExt cx="318225" cy="316650"/>
          </a:xfrm>
        </p:grpSpPr>
        <p:sp>
          <p:nvSpPr>
            <p:cNvPr id="6580" name="Google Shape;6580;p1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171"/>
          <p:cNvGrpSpPr/>
          <p:nvPr/>
        </p:nvGrpSpPr>
        <p:grpSpPr>
          <a:xfrm>
            <a:off x="6499351" y="3042984"/>
            <a:ext cx="350275" cy="349587"/>
            <a:chOff x="-60254550" y="3367325"/>
            <a:chExt cx="318200" cy="317575"/>
          </a:xfrm>
        </p:grpSpPr>
        <p:sp>
          <p:nvSpPr>
            <p:cNvPr id="6585" name="Google Shape;6585;p1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171"/>
          <p:cNvGrpSpPr/>
          <p:nvPr/>
        </p:nvGrpSpPr>
        <p:grpSpPr>
          <a:xfrm>
            <a:off x="6500204" y="3465031"/>
            <a:ext cx="348568" cy="348458"/>
            <a:chOff x="-60255350" y="3733825"/>
            <a:chExt cx="316650" cy="316550"/>
          </a:xfrm>
        </p:grpSpPr>
        <p:sp>
          <p:nvSpPr>
            <p:cNvPr id="6590" name="Google Shape;6590;p1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171"/>
          <p:cNvGrpSpPr/>
          <p:nvPr/>
        </p:nvGrpSpPr>
        <p:grpSpPr>
          <a:xfrm>
            <a:off x="6526651" y="3873483"/>
            <a:ext cx="295675" cy="347715"/>
            <a:chOff x="-60232500" y="4101525"/>
            <a:chExt cx="268600" cy="315875"/>
          </a:xfrm>
        </p:grpSpPr>
        <p:sp>
          <p:nvSpPr>
            <p:cNvPr id="6598" name="Google Shape;6598;p1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0" name="Google Shape;6600;p171"/>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1" name="Google Shape;6601;p171"/>
          <p:cNvGrpSpPr/>
          <p:nvPr/>
        </p:nvGrpSpPr>
        <p:grpSpPr>
          <a:xfrm>
            <a:off x="2700499" y="3043493"/>
            <a:ext cx="350302" cy="348568"/>
            <a:chOff x="-63679950" y="3360375"/>
            <a:chExt cx="318225" cy="316650"/>
          </a:xfrm>
        </p:grpSpPr>
        <p:sp>
          <p:nvSpPr>
            <p:cNvPr id="6602" name="Google Shape;6602;p1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6" name="Google Shape;6606;p171"/>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7" name="Google Shape;6607;p171"/>
          <p:cNvGrpSpPr/>
          <p:nvPr/>
        </p:nvGrpSpPr>
        <p:grpSpPr>
          <a:xfrm>
            <a:off x="2699192" y="3872506"/>
            <a:ext cx="352916" cy="349669"/>
            <a:chOff x="-63679950" y="4093450"/>
            <a:chExt cx="320600" cy="317650"/>
          </a:xfrm>
        </p:grpSpPr>
        <p:sp>
          <p:nvSpPr>
            <p:cNvPr id="6608" name="Google Shape;6608;p1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171"/>
          <p:cNvGrpSpPr/>
          <p:nvPr/>
        </p:nvGrpSpPr>
        <p:grpSpPr>
          <a:xfrm>
            <a:off x="4806228" y="3043052"/>
            <a:ext cx="348568" cy="349449"/>
            <a:chOff x="-61784125" y="3377700"/>
            <a:chExt cx="316650" cy="317450"/>
          </a:xfrm>
        </p:grpSpPr>
        <p:sp>
          <p:nvSpPr>
            <p:cNvPr id="6612" name="Google Shape;6612;p1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171"/>
          <p:cNvGrpSpPr/>
          <p:nvPr/>
        </p:nvGrpSpPr>
        <p:grpSpPr>
          <a:xfrm>
            <a:off x="4806228" y="3464535"/>
            <a:ext cx="348568" cy="349449"/>
            <a:chOff x="-61783350" y="3743950"/>
            <a:chExt cx="316650" cy="317450"/>
          </a:xfrm>
        </p:grpSpPr>
        <p:sp>
          <p:nvSpPr>
            <p:cNvPr id="6620" name="Google Shape;6620;p1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2" name="Google Shape;6622;p171"/>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71"/>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71"/>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5" name="Google Shape;6625;p171"/>
          <p:cNvGrpSpPr/>
          <p:nvPr/>
        </p:nvGrpSpPr>
        <p:grpSpPr>
          <a:xfrm>
            <a:off x="6919750" y="3873868"/>
            <a:ext cx="351183" cy="346945"/>
            <a:chOff x="-59869425" y="4102225"/>
            <a:chExt cx="319025" cy="315175"/>
          </a:xfrm>
        </p:grpSpPr>
        <p:sp>
          <p:nvSpPr>
            <p:cNvPr id="6626" name="Google Shape;6626;p1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171"/>
          <p:cNvGrpSpPr/>
          <p:nvPr/>
        </p:nvGrpSpPr>
        <p:grpSpPr>
          <a:xfrm>
            <a:off x="7768209" y="3465403"/>
            <a:ext cx="348568" cy="347715"/>
            <a:chOff x="-59029025" y="3711650"/>
            <a:chExt cx="316650" cy="315875"/>
          </a:xfrm>
        </p:grpSpPr>
        <p:sp>
          <p:nvSpPr>
            <p:cNvPr id="6631" name="Google Shape;6631;p1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41" name="Shape 6641"/>
        <p:cNvGrpSpPr/>
        <p:nvPr/>
      </p:nvGrpSpPr>
      <p:grpSpPr>
        <a:xfrm>
          <a:off x="0" y="0"/>
          <a:ext cx="0" cy="0"/>
          <a:chOff x="0" y="0"/>
          <a:chExt cx="0" cy="0"/>
        </a:xfrm>
      </p:grpSpPr>
      <p:sp>
        <p:nvSpPr>
          <p:cNvPr id="6642" name="Google Shape;6642;p1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6643" name="Google Shape;6643;p172"/>
          <p:cNvGrpSpPr/>
          <p:nvPr/>
        </p:nvGrpSpPr>
        <p:grpSpPr>
          <a:xfrm>
            <a:off x="1095363" y="1685939"/>
            <a:ext cx="336332" cy="336332"/>
            <a:chOff x="-57970450" y="1903275"/>
            <a:chExt cx="318225" cy="318225"/>
          </a:xfrm>
        </p:grpSpPr>
        <p:sp>
          <p:nvSpPr>
            <p:cNvPr id="6644" name="Google Shape;6644;p17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7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7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7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172"/>
          <p:cNvGrpSpPr/>
          <p:nvPr/>
        </p:nvGrpSpPr>
        <p:grpSpPr>
          <a:xfrm>
            <a:off x="1115761" y="2101328"/>
            <a:ext cx="295536" cy="334667"/>
            <a:chOff x="-57950750" y="2296300"/>
            <a:chExt cx="279625" cy="316650"/>
          </a:xfrm>
        </p:grpSpPr>
        <p:sp>
          <p:nvSpPr>
            <p:cNvPr id="6649" name="Google Shape;6649;p17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7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7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7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172"/>
          <p:cNvGrpSpPr/>
          <p:nvPr/>
        </p:nvGrpSpPr>
        <p:grpSpPr>
          <a:xfrm>
            <a:off x="1095469" y="2515051"/>
            <a:ext cx="336121" cy="335513"/>
            <a:chOff x="-57969675" y="2687750"/>
            <a:chExt cx="318025" cy="317450"/>
          </a:xfrm>
        </p:grpSpPr>
        <p:sp>
          <p:nvSpPr>
            <p:cNvPr id="6654" name="Google Shape;6654;p17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7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7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7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172"/>
          <p:cNvGrpSpPr/>
          <p:nvPr/>
        </p:nvGrpSpPr>
        <p:grpSpPr>
          <a:xfrm>
            <a:off x="3153180" y="1685939"/>
            <a:ext cx="338842" cy="336332"/>
            <a:chOff x="-56012425" y="1903275"/>
            <a:chExt cx="320600" cy="318225"/>
          </a:xfrm>
        </p:grpSpPr>
        <p:sp>
          <p:nvSpPr>
            <p:cNvPr id="6659" name="Google Shape;6659;p17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7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172"/>
          <p:cNvGrpSpPr/>
          <p:nvPr/>
        </p:nvGrpSpPr>
        <p:grpSpPr>
          <a:xfrm>
            <a:off x="3154013" y="2099663"/>
            <a:ext cx="337178" cy="337178"/>
            <a:chOff x="-56010850" y="2294725"/>
            <a:chExt cx="319025" cy="319025"/>
          </a:xfrm>
        </p:grpSpPr>
        <p:sp>
          <p:nvSpPr>
            <p:cNvPr id="6662" name="Google Shape;6662;p17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7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7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7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172"/>
          <p:cNvGrpSpPr/>
          <p:nvPr/>
        </p:nvGrpSpPr>
        <p:grpSpPr>
          <a:xfrm>
            <a:off x="3154026" y="2514232"/>
            <a:ext cx="337151" cy="336332"/>
            <a:chOff x="-56010050" y="2686975"/>
            <a:chExt cx="319000" cy="318225"/>
          </a:xfrm>
        </p:grpSpPr>
        <p:sp>
          <p:nvSpPr>
            <p:cNvPr id="6667" name="Google Shape;6667;p17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7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7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7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172"/>
          <p:cNvGrpSpPr/>
          <p:nvPr/>
        </p:nvGrpSpPr>
        <p:grpSpPr>
          <a:xfrm>
            <a:off x="5231050" y="1685939"/>
            <a:ext cx="337178" cy="336332"/>
            <a:chOff x="-54081175" y="1903275"/>
            <a:chExt cx="319025" cy="318225"/>
          </a:xfrm>
        </p:grpSpPr>
        <p:sp>
          <p:nvSpPr>
            <p:cNvPr id="6672" name="Google Shape;6672;p17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7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172"/>
          <p:cNvGrpSpPr/>
          <p:nvPr/>
        </p:nvGrpSpPr>
        <p:grpSpPr>
          <a:xfrm>
            <a:off x="5251871" y="2101328"/>
            <a:ext cx="295536" cy="335513"/>
            <a:chOff x="-54063050" y="2296300"/>
            <a:chExt cx="279625" cy="317450"/>
          </a:xfrm>
        </p:grpSpPr>
        <p:sp>
          <p:nvSpPr>
            <p:cNvPr id="6675" name="Google Shape;6675;p17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7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7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7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172"/>
          <p:cNvGrpSpPr/>
          <p:nvPr/>
        </p:nvGrpSpPr>
        <p:grpSpPr>
          <a:xfrm>
            <a:off x="5251871" y="2512620"/>
            <a:ext cx="295536" cy="336279"/>
            <a:chOff x="-54061475" y="2685450"/>
            <a:chExt cx="279625" cy="318175"/>
          </a:xfrm>
        </p:grpSpPr>
        <p:sp>
          <p:nvSpPr>
            <p:cNvPr id="6680" name="Google Shape;6680;p17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7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7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7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172"/>
          <p:cNvGrpSpPr/>
          <p:nvPr/>
        </p:nvGrpSpPr>
        <p:grpSpPr>
          <a:xfrm>
            <a:off x="7350894" y="1695108"/>
            <a:ext cx="256404" cy="337151"/>
            <a:chOff x="-52074300" y="1911950"/>
            <a:chExt cx="242600" cy="319000"/>
          </a:xfrm>
        </p:grpSpPr>
        <p:sp>
          <p:nvSpPr>
            <p:cNvPr id="6685" name="Google Shape;6685;p17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7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7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7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172"/>
          <p:cNvGrpSpPr/>
          <p:nvPr/>
        </p:nvGrpSpPr>
        <p:grpSpPr>
          <a:xfrm>
            <a:off x="1495497" y="1686785"/>
            <a:ext cx="337178" cy="336332"/>
            <a:chOff x="-57578225" y="1904075"/>
            <a:chExt cx="319025" cy="318225"/>
          </a:xfrm>
        </p:grpSpPr>
        <p:sp>
          <p:nvSpPr>
            <p:cNvPr id="6690" name="Google Shape;6690;p17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7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7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7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172"/>
          <p:cNvGrpSpPr/>
          <p:nvPr/>
        </p:nvGrpSpPr>
        <p:grpSpPr>
          <a:xfrm>
            <a:off x="1516317" y="2099663"/>
            <a:ext cx="295536" cy="336332"/>
            <a:chOff x="-57558525" y="2294725"/>
            <a:chExt cx="279625" cy="318225"/>
          </a:xfrm>
        </p:grpSpPr>
        <p:sp>
          <p:nvSpPr>
            <p:cNvPr id="6695" name="Google Shape;6695;p17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7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7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7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7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172"/>
          <p:cNvGrpSpPr/>
          <p:nvPr/>
        </p:nvGrpSpPr>
        <p:grpSpPr>
          <a:xfrm>
            <a:off x="1493832" y="2514232"/>
            <a:ext cx="340507" cy="337151"/>
            <a:chOff x="-57579800" y="2686975"/>
            <a:chExt cx="322175" cy="319000"/>
          </a:xfrm>
        </p:grpSpPr>
        <p:sp>
          <p:nvSpPr>
            <p:cNvPr id="6701" name="Google Shape;6701;p17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7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172"/>
          <p:cNvGrpSpPr/>
          <p:nvPr/>
        </p:nvGrpSpPr>
        <p:grpSpPr>
          <a:xfrm>
            <a:off x="3566071" y="2099663"/>
            <a:ext cx="342171" cy="336332"/>
            <a:chOff x="-55620975" y="2294725"/>
            <a:chExt cx="323750" cy="318225"/>
          </a:xfrm>
        </p:grpSpPr>
        <p:sp>
          <p:nvSpPr>
            <p:cNvPr id="6704" name="Google Shape;6704;p17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7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7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7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7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7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172"/>
          <p:cNvGrpSpPr/>
          <p:nvPr/>
        </p:nvGrpSpPr>
        <p:grpSpPr>
          <a:xfrm>
            <a:off x="3568159" y="2514153"/>
            <a:ext cx="337997" cy="336411"/>
            <a:chOff x="-55620175" y="2686900"/>
            <a:chExt cx="319800" cy="318300"/>
          </a:xfrm>
        </p:grpSpPr>
        <p:sp>
          <p:nvSpPr>
            <p:cNvPr id="6711" name="Google Shape;6711;p17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7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7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7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172"/>
          <p:cNvGrpSpPr/>
          <p:nvPr/>
        </p:nvGrpSpPr>
        <p:grpSpPr>
          <a:xfrm>
            <a:off x="5645619" y="1685939"/>
            <a:ext cx="337151" cy="336332"/>
            <a:chOff x="-53690500" y="1903275"/>
            <a:chExt cx="319000" cy="318225"/>
          </a:xfrm>
        </p:grpSpPr>
        <p:sp>
          <p:nvSpPr>
            <p:cNvPr id="6716" name="Google Shape;6716;p17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7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7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7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172"/>
          <p:cNvGrpSpPr/>
          <p:nvPr/>
        </p:nvGrpSpPr>
        <p:grpSpPr>
          <a:xfrm>
            <a:off x="5666427" y="2101328"/>
            <a:ext cx="295536" cy="334667"/>
            <a:chOff x="-53670800" y="2296300"/>
            <a:chExt cx="279625" cy="316650"/>
          </a:xfrm>
        </p:grpSpPr>
        <p:sp>
          <p:nvSpPr>
            <p:cNvPr id="6721" name="Google Shape;6721;p17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7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7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7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172"/>
          <p:cNvGrpSpPr/>
          <p:nvPr/>
        </p:nvGrpSpPr>
        <p:grpSpPr>
          <a:xfrm>
            <a:off x="5645619" y="2513809"/>
            <a:ext cx="337151" cy="336755"/>
            <a:chOff x="-53690500" y="2686575"/>
            <a:chExt cx="319000" cy="318625"/>
          </a:xfrm>
        </p:grpSpPr>
        <p:sp>
          <p:nvSpPr>
            <p:cNvPr id="6726" name="Google Shape;6726;p17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7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7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7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172"/>
          <p:cNvGrpSpPr/>
          <p:nvPr/>
        </p:nvGrpSpPr>
        <p:grpSpPr>
          <a:xfrm>
            <a:off x="7331315" y="2108964"/>
            <a:ext cx="295562" cy="336200"/>
            <a:chOff x="-52092425" y="2303525"/>
            <a:chExt cx="279650" cy="318100"/>
          </a:xfrm>
        </p:grpSpPr>
        <p:sp>
          <p:nvSpPr>
            <p:cNvPr id="6731" name="Google Shape;6731;p17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7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7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7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7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172"/>
          <p:cNvGrpSpPr/>
          <p:nvPr/>
        </p:nvGrpSpPr>
        <p:grpSpPr>
          <a:xfrm>
            <a:off x="1905365" y="1687604"/>
            <a:ext cx="338816" cy="336332"/>
            <a:chOff x="-57189125" y="1904850"/>
            <a:chExt cx="320575" cy="318225"/>
          </a:xfrm>
        </p:grpSpPr>
        <p:sp>
          <p:nvSpPr>
            <p:cNvPr id="6737" name="Google Shape;6737;p17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7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7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7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7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172"/>
          <p:cNvGrpSpPr/>
          <p:nvPr/>
        </p:nvGrpSpPr>
        <p:grpSpPr>
          <a:xfrm>
            <a:off x="1906197" y="2120484"/>
            <a:ext cx="337151" cy="294717"/>
            <a:chOff x="-57187550" y="2314425"/>
            <a:chExt cx="319000" cy="278850"/>
          </a:xfrm>
        </p:grpSpPr>
        <p:sp>
          <p:nvSpPr>
            <p:cNvPr id="6743" name="Google Shape;6743;p17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7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7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7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172"/>
          <p:cNvGrpSpPr/>
          <p:nvPr/>
        </p:nvGrpSpPr>
        <p:grpSpPr>
          <a:xfrm>
            <a:off x="1921997" y="2513598"/>
            <a:ext cx="305550" cy="336966"/>
            <a:chOff x="-57172600" y="2686375"/>
            <a:chExt cx="289100" cy="318825"/>
          </a:xfrm>
        </p:grpSpPr>
        <p:sp>
          <p:nvSpPr>
            <p:cNvPr id="6748" name="Google Shape;6748;p17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7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172"/>
          <p:cNvGrpSpPr/>
          <p:nvPr/>
        </p:nvGrpSpPr>
        <p:grpSpPr>
          <a:xfrm>
            <a:off x="3983124" y="1685939"/>
            <a:ext cx="336332" cy="334667"/>
            <a:chOff x="-55225575" y="1903275"/>
            <a:chExt cx="318225" cy="316650"/>
          </a:xfrm>
        </p:grpSpPr>
        <p:sp>
          <p:nvSpPr>
            <p:cNvPr id="6751" name="Google Shape;6751;p17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7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7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7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7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172"/>
          <p:cNvGrpSpPr/>
          <p:nvPr/>
        </p:nvGrpSpPr>
        <p:grpSpPr>
          <a:xfrm>
            <a:off x="3993535" y="2101328"/>
            <a:ext cx="315511" cy="334667"/>
            <a:chOff x="-55217700" y="2296300"/>
            <a:chExt cx="298525" cy="316650"/>
          </a:xfrm>
        </p:grpSpPr>
        <p:sp>
          <p:nvSpPr>
            <p:cNvPr id="6757" name="Google Shape;6757;p17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7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7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7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172"/>
          <p:cNvGrpSpPr/>
          <p:nvPr/>
        </p:nvGrpSpPr>
        <p:grpSpPr>
          <a:xfrm>
            <a:off x="3982292" y="2515897"/>
            <a:ext cx="337997" cy="334667"/>
            <a:chOff x="-55229525" y="2688550"/>
            <a:chExt cx="319800" cy="316650"/>
          </a:xfrm>
        </p:grpSpPr>
        <p:sp>
          <p:nvSpPr>
            <p:cNvPr id="6762" name="Google Shape;6762;p17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7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7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7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172"/>
          <p:cNvGrpSpPr/>
          <p:nvPr/>
        </p:nvGrpSpPr>
        <p:grpSpPr>
          <a:xfrm>
            <a:off x="6069304" y="1685939"/>
            <a:ext cx="315537" cy="336332"/>
            <a:chOff x="-53288825" y="1903275"/>
            <a:chExt cx="298550" cy="318225"/>
          </a:xfrm>
        </p:grpSpPr>
        <p:sp>
          <p:nvSpPr>
            <p:cNvPr id="6767" name="Google Shape;6767;p17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7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7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172"/>
          <p:cNvGrpSpPr/>
          <p:nvPr/>
        </p:nvGrpSpPr>
        <p:grpSpPr>
          <a:xfrm>
            <a:off x="6058484" y="2099663"/>
            <a:ext cx="337178" cy="336332"/>
            <a:chOff x="-53299850" y="2294725"/>
            <a:chExt cx="319025" cy="318225"/>
          </a:xfrm>
        </p:grpSpPr>
        <p:sp>
          <p:nvSpPr>
            <p:cNvPr id="6771" name="Google Shape;6771;p17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7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172"/>
          <p:cNvGrpSpPr/>
          <p:nvPr/>
        </p:nvGrpSpPr>
        <p:grpSpPr>
          <a:xfrm>
            <a:off x="6079715" y="2515051"/>
            <a:ext cx="294717" cy="335513"/>
            <a:chOff x="-53278575" y="2687750"/>
            <a:chExt cx="278850" cy="317450"/>
          </a:xfrm>
        </p:grpSpPr>
        <p:sp>
          <p:nvSpPr>
            <p:cNvPr id="6774" name="Google Shape;6774;p17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7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7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7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172"/>
          <p:cNvGrpSpPr/>
          <p:nvPr/>
        </p:nvGrpSpPr>
        <p:grpSpPr>
          <a:xfrm>
            <a:off x="7310508" y="2514760"/>
            <a:ext cx="337178" cy="337468"/>
            <a:chOff x="-52101875" y="2687475"/>
            <a:chExt cx="319025" cy="319300"/>
          </a:xfrm>
        </p:grpSpPr>
        <p:sp>
          <p:nvSpPr>
            <p:cNvPr id="6779" name="Google Shape;6779;p17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7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7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7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172"/>
          <p:cNvGrpSpPr/>
          <p:nvPr/>
        </p:nvGrpSpPr>
        <p:grpSpPr>
          <a:xfrm>
            <a:off x="2346261" y="1686785"/>
            <a:ext cx="295536" cy="336332"/>
            <a:chOff x="-56774050" y="1904075"/>
            <a:chExt cx="279625" cy="318225"/>
          </a:xfrm>
        </p:grpSpPr>
        <p:sp>
          <p:nvSpPr>
            <p:cNvPr id="6784" name="Google Shape;6784;p17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7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172"/>
          <p:cNvGrpSpPr/>
          <p:nvPr/>
        </p:nvGrpSpPr>
        <p:grpSpPr>
          <a:xfrm>
            <a:off x="2346261" y="2099663"/>
            <a:ext cx="295536" cy="336332"/>
            <a:chOff x="-56774850" y="2294725"/>
            <a:chExt cx="279625" cy="318225"/>
          </a:xfrm>
        </p:grpSpPr>
        <p:sp>
          <p:nvSpPr>
            <p:cNvPr id="6787" name="Google Shape;6787;p17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7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7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172"/>
          <p:cNvGrpSpPr/>
          <p:nvPr/>
        </p:nvGrpSpPr>
        <p:grpSpPr>
          <a:xfrm>
            <a:off x="2365827" y="2514232"/>
            <a:ext cx="256404" cy="335486"/>
            <a:chOff x="-56756725" y="2686975"/>
            <a:chExt cx="242600" cy="317425"/>
          </a:xfrm>
        </p:grpSpPr>
        <p:sp>
          <p:nvSpPr>
            <p:cNvPr id="6791" name="Google Shape;6791;p17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7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7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172"/>
          <p:cNvGrpSpPr/>
          <p:nvPr/>
        </p:nvGrpSpPr>
        <p:grpSpPr>
          <a:xfrm>
            <a:off x="4408328" y="1685939"/>
            <a:ext cx="314216" cy="337178"/>
            <a:chOff x="-54826975" y="1903275"/>
            <a:chExt cx="297300" cy="319025"/>
          </a:xfrm>
        </p:grpSpPr>
        <p:sp>
          <p:nvSpPr>
            <p:cNvPr id="6795" name="Google Shape;6795;p17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7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7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172"/>
          <p:cNvGrpSpPr/>
          <p:nvPr/>
        </p:nvGrpSpPr>
        <p:grpSpPr>
          <a:xfrm>
            <a:off x="4396861" y="2101328"/>
            <a:ext cx="337151" cy="334641"/>
            <a:chOff x="-54836500" y="2296300"/>
            <a:chExt cx="319000" cy="316625"/>
          </a:xfrm>
        </p:grpSpPr>
        <p:sp>
          <p:nvSpPr>
            <p:cNvPr id="6799" name="Google Shape;6799;p17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7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7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7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172"/>
          <p:cNvGrpSpPr/>
          <p:nvPr/>
        </p:nvGrpSpPr>
        <p:grpSpPr>
          <a:xfrm>
            <a:off x="4416836" y="2515051"/>
            <a:ext cx="297200" cy="336332"/>
            <a:chOff x="-54817600" y="2687750"/>
            <a:chExt cx="281200" cy="318225"/>
          </a:xfrm>
        </p:grpSpPr>
        <p:sp>
          <p:nvSpPr>
            <p:cNvPr id="6804" name="Google Shape;6804;p17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7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7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7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172"/>
          <p:cNvGrpSpPr/>
          <p:nvPr/>
        </p:nvGrpSpPr>
        <p:grpSpPr>
          <a:xfrm>
            <a:off x="6494706" y="1685939"/>
            <a:ext cx="295536" cy="334667"/>
            <a:chOff x="-52887125" y="1903275"/>
            <a:chExt cx="279625" cy="316650"/>
          </a:xfrm>
        </p:grpSpPr>
        <p:sp>
          <p:nvSpPr>
            <p:cNvPr id="6809" name="Google Shape;6809;p17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7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172"/>
          <p:cNvGrpSpPr/>
          <p:nvPr/>
        </p:nvGrpSpPr>
        <p:grpSpPr>
          <a:xfrm>
            <a:off x="6474731" y="2098844"/>
            <a:ext cx="335486" cy="337151"/>
            <a:chOff x="-52906025" y="2293950"/>
            <a:chExt cx="317425" cy="319000"/>
          </a:xfrm>
        </p:grpSpPr>
        <p:sp>
          <p:nvSpPr>
            <p:cNvPr id="6812" name="Google Shape;6812;p17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7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7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5" name="Google Shape;6815;p172"/>
          <p:cNvGrpSpPr/>
          <p:nvPr/>
        </p:nvGrpSpPr>
        <p:grpSpPr>
          <a:xfrm>
            <a:off x="6494706" y="2514232"/>
            <a:ext cx="295536" cy="336332"/>
            <a:chOff x="-52887125" y="2686975"/>
            <a:chExt cx="279625" cy="318225"/>
          </a:xfrm>
        </p:grpSpPr>
        <p:sp>
          <p:nvSpPr>
            <p:cNvPr id="6816" name="Google Shape;6816;p17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7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7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7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172"/>
          <p:cNvGrpSpPr/>
          <p:nvPr/>
        </p:nvGrpSpPr>
        <p:grpSpPr>
          <a:xfrm>
            <a:off x="7742828" y="1698437"/>
            <a:ext cx="296355" cy="334667"/>
            <a:chOff x="-51722225" y="1915100"/>
            <a:chExt cx="280400" cy="316650"/>
          </a:xfrm>
        </p:grpSpPr>
        <p:sp>
          <p:nvSpPr>
            <p:cNvPr id="6821" name="Google Shape;6821;p17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7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7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7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172"/>
          <p:cNvGrpSpPr/>
          <p:nvPr/>
        </p:nvGrpSpPr>
        <p:grpSpPr>
          <a:xfrm>
            <a:off x="2733364" y="1685226"/>
            <a:ext cx="345474" cy="336226"/>
            <a:chOff x="-56407800" y="1902600"/>
            <a:chExt cx="326875" cy="318125"/>
          </a:xfrm>
        </p:grpSpPr>
        <p:sp>
          <p:nvSpPr>
            <p:cNvPr id="6826" name="Google Shape;6826;p17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7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7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172"/>
          <p:cNvGrpSpPr/>
          <p:nvPr/>
        </p:nvGrpSpPr>
        <p:grpSpPr>
          <a:xfrm>
            <a:off x="2738768" y="2110496"/>
            <a:ext cx="334667" cy="315511"/>
            <a:chOff x="-56401500" y="2304975"/>
            <a:chExt cx="316650" cy="298525"/>
          </a:xfrm>
        </p:grpSpPr>
        <p:sp>
          <p:nvSpPr>
            <p:cNvPr id="6830" name="Google Shape;6830;p17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7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7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7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172"/>
          <p:cNvGrpSpPr/>
          <p:nvPr/>
        </p:nvGrpSpPr>
        <p:grpSpPr>
          <a:xfrm>
            <a:off x="4835248" y="1684275"/>
            <a:ext cx="298046" cy="336332"/>
            <a:chOff x="-54426150" y="1901700"/>
            <a:chExt cx="282000" cy="318225"/>
          </a:xfrm>
        </p:grpSpPr>
        <p:sp>
          <p:nvSpPr>
            <p:cNvPr id="6835" name="Google Shape;6835;p17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7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7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7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172"/>
          <p:cNvGrpSpPr/>
          <p:nvPr/>
        </p:nvGrpSpPr>
        <p:grpSpPr>
          <a:xfrm>
            <a:off x="4835248" y="2099663"/>
            <a:ext cx="298046" cy="337178"/>
            <a:chOff x="-54426150" y="2294725"/>
            <a:chExt cx="282000" cy="319025"/>
          </a:xfrm>
        </p:grpSpPr>
        <p:sp>
          <p:nvSpPr>
            <p:cNvPr id="6840" name="Google Shape;6840;p17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7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7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7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7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172"/>
          <p:cNvGrpSpPr/>
          <p:nvPr/>
        </p:nvGrpSpPr>
        <p:grpSpPr>
          <a:xfrm>
            <a:off x="4833583" y="2514232"/>
            <a:ext cx="301375" cy="337151"/>
            <a:chOff x="-54427725" y="2686975"/>
            <a:chExt cx="285150" cy="319000"/>
          </a:xfrm>
        </p:grpSpPr>
        <p:sp>
          <p:nvSpPr>
            <p:cNvPr id="6846" name="Google Shape;6846;p17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7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7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7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7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172"/>
          <p:cNvGrpSpPr/>
          <p:nvPr/>
        </p:nvGrpSpPr>
        <p:grpSpPr>
          <a:xfrm>
            <a:off x="6888851" y="1686151"/>
            <a:ext cx="334667" cy="335302"/>
            <a:chOff x="-52513800" y="1903475"/>
            <a:chExt cx="316650" cy="317250"/>
          </a:xfrm>
        </p:grpSpPr>
        <p:sp>
          <p:nvSpPr>
            <p:cNvPr id="6852" name="Google Shape;6852;p17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7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172"/>
          <p:cNvGrpSpPr/>
          <p:nvPr/>
        </p:nvGrpSpPr>
        <p:grpSpPr>
          <a:xfrm>
            <a:off x="6898006" y="2100509"/>
            <a:ext cx="316357" cy="335486"/>
            <a:chOff x="-52505925" y="2295525"/>
            <a:chExt cx="299325" cy="317425"/>
          </a:xfrm>
        </p:grpSpPr>
        <p:sp>
          <p:nvSpPr>
            <p:cNvPr id="6855" name="Google Shape;6855;p17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7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7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7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172"/>
          <p:cNvGrpSpPr/>
          <p:nvPr/>
        </p:nvGrpSpPr>
        <p:grpSpPr>
          <a:xfrm>
            <a:off x="6908417" y="2514232"/>
            <a:ext cx="295536" cy="336332"/>
            <a:chOff x="-52494100" y="2686975"/>
            <a:chExt cx="279625" cy="318225"/>
          </a:xfrm>
        </p:grpSpPr>
        <p:sp>
          <p:nvSpPr>
            <p:cNvPr id="6860" name="Google Shape;6860;p17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7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7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7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172"/>
          <p:cNvGrpSpPr/>
          <p:nvPr/>
        </p:nvGrpSpPr>
        <p:grpSpPr>
          <a:xfrm>
            <a:off x="7744070" y="2111315"/>
            <a:ext cx="293871" cy="336332"/>
            <a:chOff x="-51708850" y="2305750"/>
            <a:chExt cx="278050" cy="318225"/>
          </a:xfrm>
        </p:grpSpPr>
        <p:sp>
          <p:nvSpPr>
            <p:cNvPr id="6865" name="Google Shape;6865;p17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7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7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172"/>
          <p:cNvGrpSpPr/>
          <p:nvPr/>
        </p:nvGrpSpPr>
        <p:grpSpPr>
          <a:xfrm>
            <a:off x="1094954" y="3054255"/>
            <a:ext cx="337151" cy="337389"/>
            <a:chOff x="-57956275" y="3197925"/>
            <a:chExt cx="319000" cy="319225"/>
          </a:xfrm>
        </p:grpSpPr>
        <p:sp>
          <p:nvSpPr>
            <p:cNvPr id="6869" name="Google Shape;6869;p1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172"/>
          <p:cNvGrpSpPr/>
          <p:nvPr/>
        </p:nvGrpSpPr>
        <p:grpSpPr>
          <a:xfrm>
            <a:off x="1115761" y="3469035"/>
            <a:ext cx="295536" cy="337151"/>
            <a:chOff x="-57940525" y="3590375"/>
            <a:chExt cx="279625" cy="319000"/>
          </a:xfrm>
        </p:grpSpPr>
        <p:sp>
          <p:nvSpPr>
            <p:cNvPr id="6877" name="Google Shape;6877;p1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172"/>
          <p:cNvGrpSpPr/>
          <p:nvPr/>
        </p:nvGrpSpPr>
        <p:grpSpPr>
          <a:xfrm>
            <a:off x="1095363" y="3883578"/>
            <a:ext cx="336332" cy="337178"/>
            <a:chOff x="-57959425" y="3982600"/>
            <a:chExt cx="318225" cy="319025"/>
          </a:xfrm>
        </p:grpSpPr>
        <p:sp>
          <p:nvSpPr>
            <p:cNvPr id="6883" name="Google Shape;6883;p1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172"/>
          <p:cNvGrpSpPr/>
          <p:nvPr/>
        </p:nvGrpSpPr>
        <p:grpSpPr>
          <a:xfrm>
            <a:off x="3154845" y="3055312"/>
            <a:ext cx="335513" cy="335513"/>
            <a:chOff x="-55987225" y="3198925"/>
            <a:chExt cx="317450" cy="317450"/>
          </a:xfrm>
        </p:grpSpPr>
        <p:sp>
          <p:nvSpPr>
            <p:cNvPr id="6888" name="Google Shape;6888;p1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172"/>
          <p:cNvGrpSpPr/>
          <p:nvPr/>
        </p:nvGrpSpPr>
        <p:grpSpPr>
          <a:xfrm>
            <a:off x="3154845" y="3469722"/>
            <a:ext cx="335513" cy="335645"/>
            <a:chOff x="-55987225" y="3591025"/>
            <a:chExt cx="317450" cy="317575"/>
          </a:xfrm>
        </p:grpSpPr>
        <p:sp>
          <p:nvSpPr>
            <p:cNvPr id="6893" name="Google Shape;6893;p1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172"/>
          <p:cNvGrpSpPr/>
          <p:nvPr/>
        </p:nvGrpSpPr>
        <p:grpSpPr>
          <a:xfrm>
            <a:off x="3154013" y="3883578"/>
            <a:ext cx="337178" cy="337178"/>
            <a:chOff x="-55988800" y="3982600"/>
            <a:chExt cx="319025" cy="319025"/>
          </a:xfrm>
        </p:grpSpPr>
        <p:sp>
          <p:nvSpPr>
            <p:cNvPr id="6899" name="Google Shape;6899;p1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172"/>
          <p:cNvGrpSpPr/>
          <p:nvPr/>
        </p:nvGrpSpPr>
        <p:grpSpPr>
          <a:xfrm>
            <a:off x="5232305" y="3048653"/>
            <a:ext cx="334667" cy="337151"/>
            <a:chOff x="-54026025" y="3192625"/>
            <a:chExt cx="316650" cy="319000"/>
          </a:xfrm>
        </p:grpSpPr>
        <p:sp>
          <p:nvSpPr>
            <p:cNvPr id="6905" name="Google Shape;6905;p1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172"/>
          <p:cNvGrpSpPr/>
          <p:nvPr/>
        </p:nvGrpSpPr>
        <p:grpSpPr>
          <a:xfrm>
            <a:off x="5251039" y="3463196"/>
            <a:ext cx="297200" cy="336332"/>
            <a:chOff x="-54007925" y="3584850"/>
            <a:chExt cx="281200" cy="318225"/>
          </a:xfrm>
        </p:grpSpPr>
        <p:sp>
          <p:nvSpPr>
            <p:cNvPr id="6914" name="Google Shape;6914;p1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172"/>
          <p:cNvGrpSpPr/>
          <p:nvPr/>
        </p:nvGrpSpPr>
        <p:grpSpPr>
          <a:xfrm>
            <a:off x="5251039" y="3876153"/>
            <a:ext cx="297200" cy="337098"/>
            <a:chOff x="-54007925" y="3975575"/>
            <a:chExt cx="281200" cy="318950"/>
          </a:xfrm>
        </p:grpSpPr>
        <p:sp>
          <p:nvSpPr>
            <p:cNvPr id="6921" name="Google Shape;6921;p1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172"/>
          <p:cNvGrpSpPr/>
          <p:nvPr/>
        </p:nvGrpSpPr>
        <p:grpSpPr>
          <a:xfrm>
            <a:off x="7350062" y="3064930"/>
            <a:ext cx="258069" cy="336702"/>
            <a:chOff x="-52005775" y="3208025"/>
            <a:chExt cx="244175" cy="318575"/>
          </a:xfrm>
        </p:grpSpPr>
        <p:sp>
          <p:nvSpPr>
            <p:cNvPr id="6926" name="Google Shape;6926;p1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172"/>
          <p:cNvGrpSpPr/>
          <p:nvPr/>
        </p:nvGrpSpPr>
        <p:grpSpPr>
          <a:xfrm>
            <a:off x="1495919" y="3055312"/>
            <a:ext cx="336332" cy="336332"/>
            <a:chOff x="-57568775" y="3198925"/>
            <a:chExt cx="318225" cy="318225"/>
          </a:xfrm>
        </p:grpSpPr>
        <p:sp>
          <p:nvSpPr>
            <p:cNvPr id="6938" name="Google Shape;6938;p1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172"/>
          <p:cNvGrpSpPr/>
          <p:nvPr/>
        </p:nvGrpSpPr>
        <p:grpSpPr>
          <a:xfrm>
            <a:off x="1516317" y="3469035"/>
            <a:ext cx="295536" cy="336332"/>
            <a:chOff x="-57549075" y="3590375"/>
            <a:chExt cx="279625" cy="318225"/>
          </a:xfrm>
        </p:grpSpPr>
        <p:sp>
          <p:nvSpPr>
            <p:cNvPr id="6945" name="Google Shape;6945;p1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172"/>
          <p:cNvGrpSpPr/>
          <p:nvPr/>
        </p:nvGrpSpPr>
        <p:grpSpPr>
          <a:xfrm>
            <a:off x="1495087" y="3883578"/>
            <a:ext cx="337997" cy="337997"/>
            <a:chOff x="-57570350" y="3982600"/>
            <a:chExt cx="319800" cy="319800"/>
          </a:xfrm>
        </p:grpSpPr>
        <p:sp>
          <p:nvSpPr>
            <p:cNvPr id="6950" name="Google Shape;6950;p1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172"/>
          <p:cNvGrpSpPr/>
          <p:nvPr/>
        </p:nvGrpSpPr>
        <p:grpSpPr>
          <a:xfrm>
            <a:off x="3589389" y="3054466"/>
            <a:ext cx="295536" cy="337178"/>
            <a:chOff x="-55576850" y="3198125"/>
            <a:chExt cx="279625" cy="319025"/>
          </a:xfrm>
        </p:grpSpPr>
        <p:sp>
          <p:nvSpPr>
            <p:cNvPr id="6955" name="Google Shape;6955;p1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172"/>
          <p:cNvGrpSpPr/>
          <p:nvPr/>
        </p:nvGrpSpPr>
        <p:grpSpPr>
          <a:xfrm>
            <a:off x="3568159" y="3468824"/>
            <a:ext cx="337997" cy="336543"/>
            <a:chOff x="-55596550" y="3590175"/>
            <a:chExt cx="319800" cy="318425"/>
          </a:xfrm>
        </p:grpSpPr>
        <p:sp>
          <p:nvSpPr>
            <p:cNvPr id="6960" name="Google Shape;6960;p1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172"/>
          <p:cNvGrpSpPr/>
          <p:nvPr/>
        </p:nvGrpSpPr>
        <p:grpSpPr>
          <a:xfrm>
            <a:off x="3568568" y="3883340"/>
            <a:ext cx="337178" cy="337415"/>
            <a:chOff x="-55595775" y="3982375"/>
            <a:chExt cx="319025" cy="319250"/>
          </a:xfrm>
        </p:grpSpPr>
        <p:sp>
          <p:nvSpPr>
            <p:cNvPr id="6965" name="Google Shape;6965;p1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172"/>
          <p:cNvGrpSpPr/>
          <p:nvPr/>
        </p:nvGrpSpPr>
        <p:grpSpPr>
          <a:xfrm>
            <a:off x="5645606" y="3048653"/>
            <a:ext cx="337178" cy="336332"/>
            <a:chOff x="-53635375" y="3192625"/>
            <a:chExt cx="319025" cy="318225"/>
          </a:xfrm>
        </p:grpSpPr>
        <p:sp>
          <p:nvSpPr>
            <p:cNvPr id="6972" name="Google Shape;6972;p1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172"/>
          <p:cNvGrpSpPr/>
          <p:nvPr/>
        </p:nvGrpSpPr>
        <p:grpSpPr>
          <a:xfrm>
            <a:off x="5666427" y="3463196"/>
            <a:ext cx="295536" cy="337178"/>
            <a:chOff x="-53615675" y="3584850"/>
            <a:chExt cx="279625" cy="319025"/>
          </a:xfrm>
        </p:grpSpPr>
        <p:sp>
          <p:nvSpPr>
            <p:cNvPr id="6976" name="Google Shape;6976;p1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172"/>
          <p:cNvGrpSpPr/>
          <p:nvPr/>
        </p:nvGrpSpPr>
        <p:grpSpPr>
          <a:xfrm>
            <a:off x="5645619" y="3877131"/>
            <a:ext cx="337151" cy="336121"/>
            <a:chOff x="-53634575" y="3976500"/>
            <a:chExt cx="319000" cy="318025"/>
          </a:xfrm>
        </p:grpSpPr>
        <p:sp>
          <p:nvSpPr>
            <p:cNvPr id="6980" name="Google Shape;6980;p1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172"/>
          <p:cNvGrpSpPr/>
          <p:nvPr/>
        </p:nvGrpSpPr>
        <p:grpSpPr>
          <a:xfrm>
            <a:off x="7331328" y="3468718"/>
            <a:ext cx="295536" cy="336649"/>
            <a:chOff x="-52023900" y="3590075"/>
            <a:chExt cx="279625" cy="318525"/>
          </a:xfrm>
        </p:grpSpPr>
        <p:sp>
          <p:nvSpPr>
            <p:cNvPr id="6989" name="Google Shape;6989;p1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172"/>
          <p:cNvGrpSpPr/>
          <p:nvPr/>
        </p:nvGrpSpPr>
        <p:grpSpPr>
          <a:xfrm>
            <a:off x="1906197" y="3055312"/>
            <a:ext cx="337151" cy="337151"/>
            <a:chOff x="-57173375" y="3198925"/>
            <a:chExt cx="319000" cy="319000"/>
          </a:xfrm>
        </p:grpSpPr>
        <p:sp>
          <p:nvSpPr>
            <p:cNvPr id="6997" name="Google Shape;6997;p1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172"/>
          <p:cNvGrpSpPr/>
          <p:nvPr/>
        </p:nvGrpSpPr>
        <p:grpSpPr>
          <a:xfrm>
            <a:off x="1907029" y="3489830"/>
            <a:ext cx="335486" cy="295562"/>
            <a:chOff x="-57176525" y="3610050"/>
            <a:chExt cx="317425" cy="279650"/>
          </a:xfrm>
        </p:grpSpPr>
        <p:sp>
          <p:nvSpPr>
            <p:cNvPr id="7002" name="Google Shape;7002;p1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172"/>
          <p:cNvGrpSpPr/>
          <p:nvPr/>
        </p:nvGrpSpPr>
        <p:grpSpPr>
          <a:xfrm>
            <a:off x="1922843" y="3882944"/>
            <a:ext cx="303859" cy="336966"/>
            <a:chOff x="-57162350" y="3982000"/>
            <a:chExt cx="287500" cy="318825"/>
          </a:xfrm>
        </p:grpSpPr>
        <p:sp>
          <p:nvSpPr>
            <p:cNvPr id="7008" name="Google Shape;7008;p1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172"/>
          <p:cNvGrpSpPr/>
          <p:nvPr/>
        </p:nvGrpSpPr>
        <p:grpSpPr>
          <a:xfrm>
            <a:off x="3983124" y="3055312"/>
            <a:ext cx="336332" cy="334667"/>
            <a:chOff x="-55202750" y="3198925"/>
            <a:chExt cx="318225" cy="316650"/>
          </a:xfrm>
        </p:grpSpPr>
        <p:sp>
          <p:nvSpPr>
            <p:cNvPr id="7017" name="Google Shape;7017;p1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172"/>
          <p:cNvGrpSpPr/>
          <p:nvPr/>
        </p:nvGrpSpPr>
        <p:grpSpPr>
          <a:xfrm>
            <a:off x="3993112" y="3469035"/>
            <a:ext cx="316357" cy="336332"/>
            <a:chOff x="-55194875" y="3590375"/>
            <a:chExt cx="299325" cy="318225"/>
          </a:xfrm>
        </p:grpSpPr>
        <p:sp>
          <p:nvSpPr>
            <p:cNvPr id="7020" name="Google Shape;7020;p1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172"/>
          <p:cNvGrpSpPr/>
          <p:nvPr/>
        </p:nvGrpSpPr>
        <p:grpSpPr>
          <a:xfrm>
            <a:off x="3983547" y="3884424"/>
            <a:ext cx="335486" cy="335486"/>
            <a:chOff x="-55203525" y="3983400"/>
            <a:chExt cx="317425" cy="317425"/>
          </a:xfrm>
        </p:grpSpPr>
        <p:sp>
          <p:nvSpPr>
            <p:cNvPr id="7026" name="Google Shape;7026;p1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172"/>
          <p:cNvGrpSpPr/>
          <p:nvPr/>
        </p:nvGrpSpPr>
        <p:grpSpPr>
          <a:xfrm>
            <a:off x="6069317" y="3048653"/>
            <a:ext cx="315511" cy="337151"/>
            <a:chOff x="-53232900" y="3192625"/>
            <a:chExt cx="298525" cy="319000"/>
          </a:xfrm>
        </p:grpSpPr>
        <p:sp>
          <p:nvSpPr>
            <p:cNvPr id="7030" name="Google Shape;7030;p1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172"/>
          <p:cNvGrpSpPr/>
          <p:nvPr/>
        </p:nvGrpSpPr>
        <p:grpSpPr>
          <a:xfrm>
            <a:off x="6059330" y="3463196"/>
            <a:ext cx="335486" cy="334667"/>
            <a:chOff x="-53242350" y="3584850"/>
            <a:chExt cx="317425" cy="316650"/>
          </a:xfrm>
        </p:grpSpPr>
        <p:sp>
          <p:nvSpPr>
            <p:cNvPr id="7039" name="Google Shape;7039;p1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172"/>
          <p:cNvGrpSpPr/>
          <p:nvPr/>
        </p:nvGrpSpPr>
        <p:grpSpPr>
          <a:xfrm>
            <a:off x="6079305" y="3876920"/>
            <a:ext cx="295536" cy="337178"/>
            <a:chOff x="-53224225" y="3976300"/>
            <a:chExt cx="279625" cy="319025"/>
          </a:xfrm>
        </p:grpSpPr>
        <p:sp>
          <p:nvSpPr>
            <p:cNvPr id="7045" name="Google Shape;7045;p1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172"/>
          <p:cNvGrpSpPr/>
          <p:nvPr/>
        </p:nvGrpSpPr>
        <p:grpSpPr>
          <a:xfrm>
            <a:off x="7310521" y="3884133"/>
            <a:ext cx="337151" cy="336623"/>
            <a:chOff x="-52043575" y="3983125"/>
            <a:chExt cx="319000" cy="318500"/>
          </a:xfrm>
        </p:grpSpPr>
        <p:sp>
          <p:nvSpPr>
            <p:cNvPr id="7053" name="Google Shape;7053;p1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172"/>
          <p:cNvGrpSpPr/>
          <p:nvPr/>
        </p:nvGrpSpPr>
        <p:grpSpPr>
          <a:xfrm>
            <a:off x="2346261" y="3055312"/>
            <a:ext cx="295536" cy="337151"/>
            <a:chOff x="-56766175" y="3198925"/>
            <a:chExt cx="279625" cy="319000"/>
          </a:xfrm>
        </p:grpSpPr>
        <p:sp>
          <p:nvSpPr>
            <p:cNvPr id="7063" name="Google Shape;7063;p1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172"/>
          <p:cNvGrpSpPr/>
          <p:nvPr/>
        </p:nvGrpSpPr>
        <p:grpSpPr>
          <a:xfrm>
            <a:off x="2345429" y="3469035"/>
            <a:ext cx="297200" cy="336332"/>
            <a:chOff x="-56766175" y="3590375"/>
            <a:chExt cx="281200" cy="318225"/>
          </a:xfrm>
        </p:grpSpPr>
        <p:sp>
          <p:nvSpPr>
            <p:cNvPr id="7071" name="Google Shape;7071;p1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172"/>
          <p:cNvGrpSpPr/>
          <p:nvPr/>
        </p:nvGrpSpPr>
        <p:grpSpPr>
          <a:xfrm>
            <a:off x="2366237" y="3883578"/>
            <a:ext cx="255585" cy="336332"/>
            <a:chOff x="-56747275" y="3982600"/>
            <a:chExt cx="241825" cy="318225"/>
          </a:xfrm>
        </p:grpSpPr>
        <p:sp>
          <p:nvSpPr>
            <p:cNvPr id="7076" name="Google Shape;7076;p1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172"/>
          <p:cNvGrpSpPr/>
          <p:nvPr/>
        </p:nvGrpSpPr>
        <p:grpSpPr>
          <a:xfrm>
            <a:off x="4417669" y="3055312"/>
            <a:ext cx="295536" cy="337151"/>
            <a:chOff x="-54793175" y="3198925"/>
            <a:chExt cx="279625" cy="319000"/>
          </a:xfrm>
        </p:grpSpPr>
        <p:sp>
          <p:nvSpPr>
            <p:cNvPr id="7084" name="Google Shape;7084;p1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172"/>
          <p:cNvGrpSpPr/>
          <p:nvPr/>
        </p:nvGrpSpPr>
        <p:grpSpPr>
          <a:xfrm>
            <a:off x="4396848" y="3475694"/>
            <a:ext cx="337178" cy="322143"/>
            <a:chOff x="-54812875" y="3596675"/>
            <a:chExt cx="319025" cy="304800"/>
          </a:xfrm>
        </p:grpSpPr>
        <p:sp>
          <p:nvSpPr>
            <p:cNvPr id="7092" name="Google Shape;7092;p1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9" name="Google Shape;7099;p172"/>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72"/>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1" name="Google Shape;7101;p172"/>
          <p:cNvGrpSpPr/>
          <p:nvPr/>
        </p:nvGrpSpPr>
        <p:grpSpPr>
          <a:xfrm>
            <a:off x="4417669" y="3883578"/>
            <a:ext cx="295536" cy="336332"/>
            <a:chOff x="-54793175" y="3982600"/>
            <a:chExt cx="279625" cy="318225"/>
          </a:xfrm>
        </p:grpSpPr>
        <p:sp>
          <p:nvSpPr>
            <p:cNvPr id="7102" name="Google Shape;7102;p1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172"/>
          <p:cNvGrpSpPr/>
          <p:nvPr/>
        </p:nvGrpSpPr>
        <p:grpSpPr>
          <a:xfrm>
            <a:off x="6494706" y="3048653"/>
            <a:ext cx="295536" cy="336332"/>
            <a:chOff x="-52832000" y="3192625"/>
            <a:chExt cx="279625" cy="318225"/>
          </a:xfrm>
        </p:grpSpPr>
        <p:sp>
          <p:nvSpPr>
            <p:cNvPr id="7110" name="Google Shape;7110;p1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172"/>
          <p:cNvGrpSpPr/>
          <p:nvPr/>
        </p:nvGrpSpPr>
        <p:grpSpPr>
          <a:xfrm>
            <a:off x="6473899" y="3464042"/>
            <a:ext cx="337151" cy="335486"/>
            <a:chOff x="-52851675" y="3585650"/>
            <a:chExt cx="319000" cy="317425"/>
          </a:xfrm>
        </p:grpSpPr>
        <p:sp>
          <p:nvSpPr>
            <p:cNvPr id="7119" name="Google Shape;7119;p1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172"/>
          <p:cNvGrpSpPr/>
          <p:nvPr/>
        </p:nvGrpSpPr>
        <p:grpSpPr>
          <a:xfrm>
            <a:off x="6494706" y="3876920"/>
            <a:ext cx="295536" cy="337178"/>
            <a:chOff x="-52832000" y="3976300"/>
            <a:chExt cx="279625" cy="319025"/>
          </a:xfrm>
        </p:grpSpPr>
        <p:sp>
          <p:nvSpPr>
            <p:cNvPr id="7126" name="Google Shape;7126;p1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172"/>
          <p:cNvGrpSpPr/>
          <p:nvPr/>
        </p:nvGrpSpPr>
        <p:grpSpPr>
          <a:xfrm>
            <a:off x="7742405" y="3055312"/>
            <a:ext cx="297200" cy="336332"/>
            <a:chOff x="-51633225" y="3198925"/>
            <a:chExt cx="281200" cy="318225"/>
          </a:xfrm>
        </p:grpSpPr>
        <p:sp>
          <p:nvSpPr>
            <p:cNvPr id="7132" name="Google Shape;7132;p1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172"/>
          <p:cNvGrpSpPr/>
          <p:nvPr/>
        </p:nvGrpSpPr>
        <p:grpSpPr>
          <a:xfrm>
            <a:off x="2734606" y="3056131"/>
            <a:ext cx="342990" cy="335513"/>
            <a:chOff x="-56396775" y="3199700"/>
            <a:chExt cx="324525" cy="317450"/>
          </a:xfrm>
        </p:grpSpPr>
        <p:sp>
          <p:nvSpPr>
            <p:cNvPr id="7140" name="Google Shape;7140;p1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172"/>
          <p:cNvGrpSpPr/>
          <p:nvPr/>
        </p:nvGrpSpPr>
        <p:grpSpPr>
          <a:xfrm>
            <a:off x="2737513" y="3479842"/>
            <a:ext cx="337178" cy="315537"/>
            <a:chOff x="-56394425" y="3600600"/>
            <a:chExt cx="319025" cy="298550"/>
          </a:xfrm>
        </p:grpSpPr>
        <p:sp>
          <p:nvSpPr>
            <p:cNvPr id="7147" name="Google Shape;7147;p1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172"/>
          <p:cNvGrpSpPr/>
          <p:nvPr/>
        </p:nvGrpSpPr>
        <p:grpSpPr>
          <a:xfrm>
            <a:off x="2752507" y="3884424"/>
            <a:ext cx="307188" cy="335486"/>
            <a:chOff x="-56379450" y="3983400"/>
            <a:chExt cx="290650" cy="317425"/>
          </a:xfrm>
        </p:grpSpPr>
        <p:sp>
          <p:nvSpPr>
            <p:cNvPr id="7151" name="Google Shape;7151;p1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72"/>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72"/>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172"/>
          <p:cNvGrpSpPr/>
          <p:nvPr/>
        </p:nvGrpSpPr>
        <p:grpSpPr>
          <a:xfrm>
            <a:off x="4835670" y="3055312"/>
            <a:ext cx="297200" cy="337151"/>
            <a:chOff x="-54401725" y="3198925"/>
            <a:chExt cx="281200" cy="319000"/>
          </a:xfrm>
        </p:grpSpPr>
        <p:sp>
          <p:nvSpPr>
            <p:cNvPr id="7160" name="Google Shape;7160;p1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172"/>
          <p:cNvGrpSpPr/>
          <p:nvPr/>
        </p:nvGrpSpPr>
        <p:grpSpPr>
          <a:xfrm>
            <a:off x="4836503" y="3469035"/>
            <a:ext cx="295536" cy="336332"/>
            <a:chOff x="-54401725" y="3590375"/>
            <a:chExt cx="279625" cy="318225"/>
          </a:xfrm>
        </p:grpSpPr>
        <p:sp>
          <p:nvSpPr>
            <p:cNvPr id="7172" name="Google Shape;7172;p1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172"/>
          <p:cNvGrpSpPr/>
          <p:nvPr/>
        </p:nvGrpSpPr>
        <p:grpSpPr>
          <a:xfrm>
            <a:off x="4834429" y="3883578"/>
            <a:ext cx="299684" cy="336332"/>
            <a:chOff x="-54403300" y="3982600"/>
            <a:chExt cx="283550" cy="318225"/>
          </a:xfrm>
        </p:grpSpPr>
        <p:sp>
          <p:nvSpPr>
            <p:cNvPr id="7179" name="Google Shape;7179;p1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172"/>
          <p:cNvGrpSpPr/>
          <p:nvPr/>
        </p:nvGrpSpPr>
        <p:grpSpPr>
          <a:xfrm>
            <a:off x="6888864" y="3050529"/>
            <a:ext cx="334641" cy="335275"/>
            <a:chOff x="-52458650" y="3194400"/>
            <a:chExt cx="316625" cy="317225"/>
          </a:xfrm>
        </p:grpSpPr>
        <p:sp>
          <p:nvSpPr>
            <p:cNvPr id="7185" name="Google Shape;7185;p1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172"/>
          <p:cNvGrpSpPr/>
          <p:nvPr/>
        </p:nvGrpSpPr>
        <p:grpSpPr>
          <a:xfrm>
            <a:off x="6897597" y="3463196"/>
            <a:ext cx="317176" cy="336094"/>
            <a:chOff x="-52450000" y="3584850"/>
            <a:chExt cx="300100" cy="318000"/>
          </a:xfrm>
        </p:grpSpPr>
        <p:sp>
          <p:nvSpPr>
            <p:cNvPr id="7194" name="Google Shape;7194;p1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172"/>
          <p:cNvGrpSpPr/>
          <p:nvPr/>
        </p:nvGrpSpPr>
        <p:grpSpPr>
          <a:xfrm>
            <a:off x="6908417" y="3878584"/>
            <a:ext cx="295536" cy="335513"/>
            <a:chOff x="-52440550" y="3977875"/>
            <a:chExt cx="279625" cy="317450"/>
          </a:xfrm>
        </p:grpSpPr>
        <p:sp>
          <p:nvSpPr>
            <p:cNvPr id="7202" name="Google Shape;7202;p1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172"/>
          <p:cNvGrpSpPr/>
          <p:nvPr/>
        </p:nvGrpSpPr>
        <p:grpSpPr>
          <a:xfrm>
            <a:off x="7743238" y="3463196"/>
            <a:ext cx="295536" cy="337178"/>
            <a:chOff x="-51623775" y="3584850"/>
            <a:chExt cx="279625" cy="319025"/>
          </a:xfrm>
        </p:grpSpPr>
        <p:sp>
          <p:nvSpPr>
            <p:cNvPr id="7211" name="Google Shape;7211;p1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172"/>
          <p:cNvGrpSpPr/>
          <p:nvPr/>
        </p:nvGrpSpPr>
        <p:grpSpPr>
          <a:xfrm>
            <a:off x="3589004" y="1687377"/>
            <a:ext cx="297204" cy="337241"/>
            <a:chOff x="1044400" y="2917425"/>
            <a:chExt cx="248125" cy="281550"/>
          </a:xfrm>
        </p:grpSpPr>
        <p:sp>
          <p:nvSpPr>
            <p:cNvPr id="7221" name="Google Shape;7221;p17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7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7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7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7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7226" name="Google Shape;7226;p17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7227" name="Google Shape;7227;p17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7228" name="Google Shape;7228;p172"/>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72"/>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0" name="Google Shape;7230;p172"/>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34" name="Shape 7234"/>
        <p:cNvGrpSpPr/>
        <p:nvPr/>
      </p:nvGrpSpPr>
      <p:grpSpPr>
        <a:xfrm>
          <a:off x="0" y="0"/>
          <a:ext cx="0" cy="0"/>
          <a:chOff x="0" y="0"/>
          <a:chExt cx="0" cy="0"/>
        </a:xfrm>
      </p:grpSpPr>
      <p:sp>
        <p:nvSpPr>
          <p:cNvPr id="7235" name="Google Shape;7235;p1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7236" name="Google Shape;7236;p173"/>
          <p:cNvGrpSpPr/>
          <p:nvPr/>
        </p:nvGrpSpPr>
        <p:grpSpPr>
          <a:xfrm>
            <a:off x="1133421" y="1688547"/>
            <a:ext cx="257794" cy="330743"/>
            <a:chOff x="-50489600" y="1947400"/>
            <a:chExt cx="233150" cy="299125"/>
          </a:xfrm>
        </p:grpSpPr>
        <p:sp>
          <p:nvSpPr>
            <p:cNvPr id="7237" name="Google Shape;7237;p17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7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173"/>
          <p:cNvGrpSpPr/>
          <p:nvPr/>
        </p:nvGrpSpPr>
        <p:grpSpPr>
          <a:xfrm>
            <a:off x="1096836" y="2096108"/>
            <a:ext cx="330964" cy="331821"/>
            <a:chOff x="-50523475" y="2316000"/>
            <a:chExt cx="299325" cy="300100"/>
          </a:xfrm>
        </p:grpSpPr>
        <p:sp>
          <p:nvSpPr>
            <p:cNvPr id="7240" name="Google Shape;7240;p17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7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173"/>
          <p:cNvGrpSpPr/>
          <p:nvPr/>
        </p:nvGrpSpPr>
        <p:grpSpPr>
          <a:xfrm>
            <a:off x="1095537" y="2505383"/>
            <a:ext cx="333562" cy="330991"/>
            <a:chOff x="-50524250" y="2686150"/>
            <a:chExt cx="301675" cy="299350"/>
          </a:xfrm>
        </p:grpSpPr>
        <p:sp>
          <p:nvSpPr>
            <p:cNvPr id="7243" name="Google Shape;7243;p17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7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7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7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7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7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173"/>
          <p:cNvGrpSpPr/>
          <p:nvPr/>
        </p:nvGrpSpPr>
        <p:grpSpPr>
          <a:xfrm>
            <a:off x="3154610" y="1716411"/>
            <a:ext cx="331821" cy="332705"/>
            <a:chOff x="-48633950" y="1972600"/>
            <a:chExt cx="300100" cy="300900"/>
          </a:xfrm>
        </p:grpSpPr>
        <p:sp>
          <p:nvSpPr>
            <p:cNvPr id="7250" name="Google Shape;7250;p17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7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173"/>
          <p:cNvGrpSpPr/>
          <p:nvPr/>
        </p:nvGrpSpPr>
        <p:grpSpPr>
          <a:xfrm>
            <a:off x="3154167" y="2124856"/>
            <a:ext cx="332705" cy="334419"/>
            <a:chOff x="-48634750" y="2342000"/>
            <a:chExt cx="300900" cy="302450"/>
          </a:xfrm>
        </p:grpSpPr>
        <p:sp>
          <p:nvSpPr>
            <p:cNvPr id="7253" name="Google Shape;7253;p17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7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7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7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7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7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7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7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173"/>
          <p:cNvGrpSpPr/>
          <p:nvPr/>
        </p:nvGrpSpPr>
        <p:grpSpPr>
          <a:xfrm>
            <a:off x="3155038" y="2533274"/>
            <a:ext cx="330964" cy="330964"/>
            <a:chOff x="-48633175" y="2711375"/>
            <a:chExt cx="299325" cy="299325"/>
          </a:xfrm>
        </p:grpSpPr>
        <p:sp>
          <p:nvSpPr>
            <p:cNvPr id="7262" name="Google Shape;7262;p17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7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173"/>
          <p:cNvGrpSpPr/>
          <p:nvPr/>
        </p:nvGrpSpPr>
        <p:grpSpPr>
          <a:xfrm>
            <a:off x="5238891" y="1708560"/>
            <a:ext cx="290882" cy="331848"/>
            <a:chOff x="-46753100" y="1965500"/>
            <a:chExt cx="263075" cy="300125"/>
          </a:xfrm>
        </p:grpSpPr>
        <p:sp>
          <p:nvSpPr>
            <p:cNvPr id="7265" name="Google Shape;7265;p17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7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173"/>
          <p:cNvGrpSpPr/>
          <p:nvPr/>
        </p:nvGrpSpPr>
        <p:grpSpPr>
          <a:xfrm>
            <a:off x="5217979" y="2134421"/>
            <a:ext cx="332705" cy="292651"/>
            <a:chOff x="-46772025" y="2350650"/>
            <a:chExt cx="300900" cy="264675"/>
          </a:xfrm>
        </p:grpSpPr>
        <p:sp>
          <p:nvSpPr>
            <p:cNvPr id="7268" name="Google Shape;7268;p17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7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173"/>
          <p:cNvGrpSpPr/>
          <p:nvPr/>
        </p:nvGrpSpPr>
        <p:grpSpPr>
          <a:xfrm>
            <a:off x="5217979" y="2522825"/>
            <a:ext cx="332705" cy="332705"/>
            <a:chOff x="-46772025" y="2701925"/>
            <a:chExt cx="300900" cy="300900"/>
          </a:xfrm>
        </p:grpSpPr>
        <p:sp>
          <p:nvSpPr>
            <p:cNvPr id="7271" name="Google Shape;7271;p17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7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3" name="Google Shape;7273;p173"/>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4" name="Google Shape;7274;p173"/>
          <p:cNvGrpSpPr/>
          <p:nvPr/>
        </p:nvGrpSpPr>
        <p:grpSpPr>
          <a:xfrm>
            <a:off x="1507602" y="1689404"/>
            <a:ext cx="331821" cy="332705"/>
            <a:chOff x="-50154075" y="1948175"/>
            <a:chExt cx="300100" cy="300900"/>
          </a:xfrm>
        </p:grpSpPr>
        <p:sp>
          <p:nvSpPr>
            <p:cNvPr id="7275" name="Google Shape;7275;p17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7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173"/>
          <p:cNvGrpSpPr/>
          <p:nvPr/>
        </p:nvGrpSpPr>
        <p:grpSpPr>
          <a:xfrm>
            <a:off x="1507602" y="2096965"/>
            <a:ext cx="331821" cy="331848"/>
            <a:chOff x="-50154850" y="2316775"/>
            <a:chExt cx="300100" cy="300125"/>
          </a:xfrm>
        </p:grpSpPr>
        <p:sp>
          <p:nvSpPr>
            <p:cNvPr id="7278" name="Google Shape;7278;p17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7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173"/>
          <p:cNvGrpSpPr/>
          <p:nvPr/>
        </p:nvGrpSpPr>
        <p:grpSpPr>
          <a:xfrm>
            <a:off x="1503690" y="2504112"/>
            <a:ext cx="339643" cy="330300"/>
            <a:chOff x="-50158000" y="2685000"/>
            <a:chExt cx="307175" cy="298725"/>
          </a:xfrm>
        </p:grpSpPr>
        <p:sp>
          <p:nvSpPr>
            <p:cNvPr id="7281" name="Google Shape;7281;p17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7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173"/>
          <p:cNvGrpSpPr/>
          <p:nvPr/>
        </p:nvGrpSpPr>
        <p:grpSpPr>
          <a:xfrm>
            <a:off x="3572048" y="1717268"/>
            <a:ext cx="334419" cy="331848"/>
            <a:chOff x="-48266125" y="1973375"/>
            <a:chExt cx="302450" cy="300125"/>
          </a:xfrm>
        </p:grpSpPr>
        <p:sp>
          <p:nvSpPr>
            <p:cNvPr id="7284" name="Google Shape;7284;p17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7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7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7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7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7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173"/>
          <p:cNvGrpSpPr/>
          <p:nvPr/>
        </p:nvGrpSpPr>
        <p:grpSpPr>
          <a:xfrm>
            <a:off x="3597286" y="2125575"/>
            <a:ext cx="283944" cy="331959"/>
            <a:chOff x="-48237000" y="2342650"/>
            <a:chExt cx="256800" cy="300225"/>
          </a:xfrm>
        </p:grpSpPr>
        <p:sp>
          <p:nvSpPr>
            <p:cNvPr id="7291" name="Google Shape;7291;p17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7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7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173"/>
          <p:cNvGrpSpPr/>
          <p:nvPr/>
        </p:nvGrpSpPr>
        <p:grpSpPr>
          <a:xfrm>
            <a:off x="5630194" y="1709224"/>
            <a:ext cx="334447" cy="329443"/>
            <a:chOff x="-46404975" y="1966100"/>
            <a:chExt cx="302475" cy="297950"/>
          </a:xfrm>
        </p:grpSpPr>
        <p:sp>
          <p:nvSpPr>
            <p:cNvPr id="7295" name="Google Shape;7295;p17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7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7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7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173"/>
          <p:cNvGrpSpPr/>
          <p:nvPr/>
        </p:nvGrpSpPr>
        <p:grpSpPr>
          <a:xfrm>
            <a:off x="5631493" y="2115264"/>
            <a:ext cx="331848" cy="331821"/>
            <a:chOff x="-46401050" y="2333325"/>
            <a:chExt cx="300125" cy="300100"/>
          </a:xfrm>
        </p:grpSpPr>
        <p:sp>
          <p:nvSpPr>
            <p:cNvPr id="7300" name="Google Shape;7300;p17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7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7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7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4" name="Google Shape;7304;p173"/>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5" name="Google Shape;7305;p173"/>
          <p:cNvGrpSpPr/>
          <p:nvPr/>
        </p:nvGrpSpPr>
        <p:grpSpPr>
          <a:xfrm>
            <a:off x="7280492" y="2124856"/>
            <a:ext cx="332705" cy="332677"/>
            <a:chOff x="-44914800" y="2342000"/>
            <a:chExt cx="300900" cy="300875"/>
          </a:xfrm>
        </p:grpSpPr>
        <p:sp>
          <p:nvSpPr>
            <p:cNvPr id="7306" name="Google Shape;7306;p17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7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7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9" name="Google Shape;7309;p173"/>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0" name="Google Shape;7310;p173"/>
          <p:cNvGrpSpPr/>
          <p:nvPr/>
        </p:nvGrpSpPr>
        <p:grpSpPr>
          <a:xfrm>
            <a:off x="1917775" y="2096827"/>
            <a:ext cx="332705" cy="331102"/>
            <a:chOff x="-49786250" y="2316650"/>
            <a:chExt cx="300900" cy="299450"/>
          </a:xfrm>
        </p:grpSpPr>
        <p:sp>
          <p:nvSpPr>
            <p:cNvPr id="7311" name="Google Shape;7311;p17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7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7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7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7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7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7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8" name="Google Shape;7318;p173"/>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73"/>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0" name="Google Shape;7320;p173"/>
          <p:cNvGrpSpPr/>
          <p:nvPr/>
        </p:nvGrpSpPr>
        <p:grpSpPr>
          <a:xfrm>
            <a:off x="4045921" y="2124856"/>
            <a:ext cx="213400" cy="332677"/>
            <a:chOff x="-47842400" y="2342000"/>
            <a:chExt cx="193000" cy="300875"/>
          </a:xfrm>
        </p:grpSpPr>
        <p:sp>
          <p:nvSpPr>
            <p:cNvPr id="7321" name="Google Shape;7321;p17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7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7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173"/>
          <p:cNvGrpSpPr/>
          <p:nvPr/>
        </p:nvGrpSpPr>
        <p:grpSpPr>
          <a:xfrm>
            <a:off x="3986697" y="2532417"/>
            <a:ext cx="331848" cy="332705"/>
            <a:chOff x="-47896750" y="2710600"/>
            <a:chExt cx="300125" cy="300900"/>
          </a:xfrm>
        </p:grpSpPr>
        <p:sp>
          <p:nvSpPr>
            <p:cNvPr id="7325" name="Google Shape;7325;p17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7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7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7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173"/>
          <p:cNvGrpSpPr/>
          <p:nvPr/>
        </p:nvGrpSpPr>
        <p:grpSpPr>
          <a:xfrm>
            <a:off x="6041972" y="1727717"/>
            <a:ext cx="332705" cy="291794"/>
            <a:chOff x="-46033225" y="1982825"/>
            <a:chExt cx="300900" cy="263900"/>
          </a:xfrm>
        </p:grpSpPr>
        <p:sp>
          <p:nvSpPr>
            <p:cNvPr id="7330" name="Google Shape;7330;p17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7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7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173"/>
          <p:cNvGrpSpPr/>
          <p:nvPr/>
        </p:nvGrpSpPr>
        <p:grpSpPr>
          <a:xfrm>
            <a:off x="6038932" y="2116564"/>
            <a:ext cx="338786" cy="302133"/>
            <a:chOff x="-46034000" y="2334500"/>
            <a:chExt cx="306400" cy="273250"/>
          </a:xfrm>
        </p:grpSpPr>
        <p:sp>
          <p:nvSpPr>
            <p:cNvPr id="7334" name="Google Shape;7334;p17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7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7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173"/>
          <p:cNvGrpSpPr/>
          <p:nvPr/>
        </p:nvGrpSpPr>
        <p:grpSpPr>
          <a:xfrm>
            <a:off x="6081598" y="2523599"/>
            <a:ext cx="253454" cy="330190"/>
            <a:chOff x="-45998575" y="2702625"/>
            <a:chExt cx="229225" cy="298625"/>
          </a:xfrm>
        </p:grpSpPr>
        <p:sp>
          <p:nvSpPr>
            <p:cNvPr id="7338" name="Google Shape;7338;p17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7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7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7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7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7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7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5" name="Google Shape;7345;p173"/>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73"/>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73"/>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73"/>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73"/>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173"/>
          <p:cNvGrpSpPr/>
          <p:nvPr/>
        </p:nvGrpSpPr>
        <p:grpSpPr>
          <a:xfrm>
            <a:off x="2350737" y="2503669"/>
            <a:ext cx="291767" cy="334447"/>
            <a:chOff x="-49398750" y="2684600"/>
            <a:chExt cx="263875" cy="302475"/>
          </a:xfrm>
        </p:grpSpPr>
        <p:sp>
          <p:nvSpPr>
            <p:cNvPr id="7351" name="Google Shape;7351;p17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7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7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173"/>
          <p:cNvGrpSpPr/>
          <p:nvPr/>
        </p:nvGrpSpPr>
        <p:grpSpPr>
          <a:xfrm>
            <a:off x="4419244" y="1718152"/>
            <a:ext cx="290882" cy="332705"/>
            <a:chOff x="-47509225" y="1974175"/>
            <a:chExt cx="263075" cy="300900"/>
          </a:xfrm>
        </p:grpSpPr>
        <p:sp>
          <p:nvSpPr>
            <p:cNvPr id="7355" name="Google Shape;7355;p17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7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7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7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7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173"/>
          <p:cNvGrpSpPr/>
          <p:nvPr/>
        </p:nvGrpSpPr>
        <p:grpSpPr>
          <a:xfrm>
            <a:off x="4397476" y="2124856"/>
            <a:ext cx="334419" cy="331599"/>
            <a:chOff x="-47529700" y="2342000"/>
            <a:chExt cx="302450" cy="299900"/>
          </a:xfrm>
        </p:grpSpPr>
        <p:sp>
          <p:nvSpPr>
            <p:cNvPr id="7361" name="Google Shape;7361;p17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7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173"/>
          <p:cNvGrpSpPr/>
          <p:nvPr/>
        </p:nvGrpSpPr>
        <p:grpSpPr>
          <a:xfrm>
            <a:off x="4398775" y="2573356"/>
            <a:ext cx="331821" cy="252570"/>
            <a:chOff x="-47527350" y="2747625"/>
            <a:chExt cx="300100" cy="228425"/>
          </a:xfrm>
        </p:grpSpPr>
        <p:sp>
          <p:nvSpPr>
            <p:cNvPr id="7364" name="Google Shape;7364;p17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7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7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7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7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7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0" name="Google Shape;7370;p173"/>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1" name="Google Shape;7371;p173"/>
          <p:cNvGrpSpPr/>
          <p:nvPr/>
        </p:nvGrpSpPr>
        <p:grpSpPr>
          <a:xfrm>
            <a:off x="6457973" y="2136162"/>
            <a:ext cx="331848" cy="291767"/>
            <a:chOff x="-45664625" y="2352225"/>
            <a:chExt cx="300125" cy="263875"/>
          </a:xfrm>
        </p:grpSpPr>
        <p:sp>
          <p:nvSpPr>
            <p:cNvPr id="7372" name="Google Shape;7372;p17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7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7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7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7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7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7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173"/>
          <p:cNvGrpSpPr/>
          <p:nvPr/>
        </p:nvGrpSpPr>
        <p:grpSpPr>
          <a:xfrm>
            <a:off x="6457213" y="2524291"/>
            <a:ext cx="333369" cy="331240"/>
            <a:chOff x="-45665400" y="2703250"/>
            <a:chExt cx="301500" cy="299575"/>
          </a:xfrm>
        </p:grpSpPr>
        <p:sp>
          <p:nvSpPr>
            <p:cNvPr id="7380" name="Google Shape;7380;p17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7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7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7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173"/>
          <p:cNvGrpSpPr/>
          <p:nvPr/>
        </p:nvGrpSpPr>
        <p:grpSpPr>
          <a:xfrm>
            <a:off x="7727678" y="1727717"/>
            <a:ext cx="332705" cy="333590"/>
            <a:chOff x="-44528075" y="1982825"/>
            <a:chExt cx="300900" cy="301700"/>
          </a:xfrm>
        </p:grpSpPr>
        <p:sp>
          <p:nvSpPr>
            <p:cNvPr id="7385" name="Google Shape;7385;p17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7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7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7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7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7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7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2" name="Google Shape;7392;p173"/>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173"/>
          <p:cNvGrpSpPr/>
          <p:nvPr/>
        </p:nvGrpSpPr>
        <p:grpSpPr>
          <a:xfrm>
            <a:off x="2742332" y="2096965"/>
            <a:ext cx="331821" cy="331848"/>
            <a:chOff x="-49048250" y="2316775"/>
            <a:chExt cx="300100" cy="300125"/>
          </a:xfrm>
        </p:grpSpPr>
        <p:sp>
          <p:nvSpPr>
            <p:cNvPr id="7394" name="Google Shape;7394;p17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7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7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7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8" name="Google Shape;7398;p173"/>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9" name="Google Shape;7399;p173"/>
          <p:cNvGrpSpPr/>
          <p:nvPr/>
        </p:nvGrpSpPr>
        <p:grpSpPr>
          <a:xfrm>
            <a:off x="4805880" y="1718152"/>
            <a:ext cx="333590" cy="331821"/>
            <a:chOff x="-47160325" y="1974175"/>
            <a:chExt cx="301700" cy="300100"/>
          </a:xfrm>
        </p:grpSpPr>
        <p:sp>
          <p:nvSpPr>
            <p:cNvPr id="7400" name="Google Shape;7400;p17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7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173"/>
          <p:cNvGrpSpPr/>
          <p:nvPr/>
        </p:nvGrpSpPr>
        <p:grpSpPr>
          <a:xfrm>
            <a:off x="4806322" y="2124856"/>
            <a:ext cx="332705" cy="332677"/>
            <a:chOff x="-47159525" y="2342000"/>
            <a:chExt cx="300900" cy="300875"/>
          </a:xfrm>
        </p:grpSpPr>
        <p:sp>
          <p:nvSpPr>
            <p:cNvPr id="7403" name="Google Shape;7403;p17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7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7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7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7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173"/>
          <p:cNvGrpSpPr/>
          <p:nvPr/>
        </p:nvGrpSpPr>
        <p:grpSpPr>
          <a:xfrm>
            <a:off x="4806765" y="2534159"/>
            <a:ext cx="331821" cy="332705"/>
            <a:chOff x="-47157950" y="2712175"/>
            <a:chExt cx="300100" cy="300900"/>
          </a:xfrm>
        </p:grpSpPr>
        <p:sp>
          <p:nvSpPr>
            <p:cNvPr id="7409" name="Google Shape;7409;p17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7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7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7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7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7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7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6" name="Google Shape;7416;p173"/>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7" name="Google Shape;7417;p173"/>
          <p:cNvGrpSpPr/>
          <p:nvPr/>
        </p:nvGrpSpPr>
        <p:grpSpPr>
          <a:xfrm>
            <a:off x="6885257" y="2115264"/>
            <a:ext cx="292624" cy="331821"/>
            <a:chOff x="-45278675" y="2333325"/>
            <a:chExt cx="264650" cy="300100"/>
          </a:xfrm>
        </p:grpSpPr>
        <p:sp>
          <p:nvSpPr>
            <p:cNvPr id="7418" name="Google Shape;7418;p17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7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7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7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173"/>
          <p:cNvGrpSpPr/>
          <p:nvPr/>
        </p:nvGrpSpPr>
        <p:grpSpPr>
          <a:xfrm>
            <a:off x="6894821" y="2522825"/>
            <a:ext cx="273495" cy="331848"/>
            <a:chOff x="-45270025" y="2701925"/>
            <a:chExt cx="247350" cy="300125"/>
          </a:xfrm>
        </p:grpSpPr>
        <p:sp>
          <p:nvSpPr>
            <p:cNvPr id="7423" name="Google Shape;7423;p17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7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7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7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7" name="Google Shape;7427;p173"/>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8" name="Google Shape;7428;p173"/>
          <p:cNvGrpSpPr/>
          <p:nvPr/>
        </p:nvGrpSpPr>
        <p:grpSpPr>
          <a:xfrm>
            <a:off x="1133422" y="3054944"/>
            <a:ext cx="257794" cy="333728"/>
            <a:chOff x="-50469125" y="3183175"/>
            <a:chExt cx="233150" cy="301825"/>
          </a:xfrm>
        </p:grpSpPr>
        <p:sp>
          <p:nvSpPr>
            <p:cNvPr id="7429" name="Google Shape;7429;p1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173"/>
          <p:cNvGrpSpPr/>
          <p:nvPr/>
        </p:nvGrpSpPr>
        <p:grpSpPr>
          <a:xfrm>
            <a:off x="1095967" y="3461620"/>
            <a:ext cx="332705" cy="331848"/>
            <a:chOff x="-50504575" y="3550975"/>
            <a:chExt cx="300900" cy="300125"/>
          </a:xfrm>
        </p:grpSpPr>
        <p:sp>
          <p:nvSpPr>
            <p:cNvPr id="7433" name="Google Shape;7433;p1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173"/>
          <p:cNvGrpSpPr/>
          <p:nvPr/>
        </p:nvGrpSpPr>
        <p:grpSpPr>
          <a:xfrm>
            <a:off x="1095967" y="3870950"/>
            <a:ext cx="332705" cy="330964"/>
            <a:chOff x="-50503000" y="3921175"/>
            <a:chExt cx="300900" cy="299325"/>
          </a:xfrm>
        </p:grpSpPr>
        <p:sp>
          <p:nvSpPr>
            <p:cNvPr id="7438" name="Google Shape;7438;p1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173"/>
          <p:cNvGrpSpPr/>
          <p:nvPr/>
        </p:nvGrpSpPr>
        <p:grpSpPr>
          <a:xfrm>
            <a:off x="3154610" y="3073215"/>
            <a:ext cx="331821" cy="332705"/>
            <a:chOff x="-48630025" y="3199700"/>
            <a:chExt cx="300100" cy="300900"/>
          </a:xfrm>
        </p:grpSpPr>
        <p:sp>
          <p:nvSpPr>
            <p:cNvPr id="7444" name="Google Shape;7444;p1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173"/>
          <p:cNvGrpSpPr/>
          <p:nvPr/>
        </p:nvGrpSpPr>
        <p:grpSpPr>
          <a:xfrm>
            <a:off x="3154610" y="3481661"/>
            <a:ext cx="331821" cy="331821"/>
            <a:chOff x="-48630025" y="3569100"/>
            <a:chExt cx="300100" cy="300100"/>
          </a:xfrm>
        </p:grpSpPr>
        <p:sp>
          <p:nvSpPr>
            <p:cNvPr id="7448" name="Google Shape;7448;p1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173"/>
          <p:cNvGrpSpPr/>
          <p:nvPr/>
        </p:nvGrpSpPr>
        <p:grpSpPr>
          <a:xfrm>
            <a:off x="3155052" y="3890106"/>
            <a:ext cx="330936" cy="330079"/>
            <a:chOff x="-48629225" y="3938500"/>
            <a:chExt cx="299300" cy="298525"/>
          </a:xfrm>
        </p:grpSpPr>
        <p:sp>
          <p:nvSpPr>
            <p:cNvPr id="7459" name="Google Shape;7459;p1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173"/>
          <p:cNvGrpSpPr/>
          <p:nvPr/>
        </p:nvGrpSpPr>
        <p:grpSpPr>
          <a:xfrm>
            <a:off x="5238877" y="3074100"/>
            <a:ext cx="290910" cy="330964"/>
            <a:chOff x="-46762575" y="3200500"/>
            <a:chExt cx="263100" cy="299325"/>
          </a:xfrm>
        </p:grpSpPr>
        <p:sp>
          <p:nvSpPr>
            <p:cNvPr id="7464" name="Google Shape;7464;p1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173"/>
          <p:cNvGrpSpPr/>
          <p:nvPr/>
        </p:nvGrpSpPr>
        <p:grpSpPr>
          <a:xfrm>
            <a:off x="5218408" y="3502559"/>
            <a:ext cx="331848" cy="291767"/>
            <a:chOff x="-46779900" y="3588000"/>
            <a:chExt cx="300125" cy="263875"/>
          </a:xfrm>
        </p:grpSpPr>
        <p:sp>
          <p:nvSpPr>
            <p:cNvPr id="7470" name="Google Shape;7470;p1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173"/>
          <p:cNvGrpSpPr/>
          <p:nvPr/>
        </p:nvGrpSpPr>
        <p:grpSpPr>
          <a:xfrm>
            <a:off x="5218850" y="3890106"/>
            <a:ext cx="330964" cy="330079"/>
            <a:chOff x="-46779100" y="3938500"/>
            <a:chExt cx="299325" cy="298525"/>
          </a:xfrm>
        </p:grpSpPr>
        <p:sp>
          <p:nvSpPr>
            <p:cNvPr id="7475" name="Google Shape;7475;p1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173"/>
          <p:cNvGrpSpPr/>
          <p:nvPr/>
        </p:nvGrpSpPr>
        <p:grpSpPr>
          <a:xfrm>
            <a:off x="7280934" y="3080181"/>
            <a:ext cx="331821" cy="331848"/>
            <a:chOff x="-44924250" y="3206000"/>
            <a:chExt cx="300100" cy="300125"/>
          </a:xfrm>
        </p:grpSpPr>
        <p:sp>
          <p:nvSpPr>
            <p:cNvPr id="7478" name="Google Shape;7478;p1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173"/>
          <p:cNvGrpSpPr/>
          <p:nvPr/>
        </p:nvGrpSpPr>
        <p:grpSpPr>
          <a:xfrm>
            <a:off x="1507603" y="3054944"/>
            <a:ext cx="331821" cy="331821"/>
            <a:chOff x="-50134375" y="3183175"/>
            <a:chExt cx="300100" cy="300100"/>
          </a:xfrm>
        </p:grpSpPr>
        <p:sp>
          <p:nvSpPr>
            <p:cNvPr id="7484" name="Google Shape;7484;p1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173"/>
          <p:cNvGrpSpPr/>
          <p:nvPr/>
        </p:nvGrpSpPr>
        <p:grpSpPr>
          <a:xfrm>
            <a:off x="1507603" y="3461620"/>
            <a:ext cx="331821" cy="331848"/>
            <a:chOff x="-50134375" y="3550975"/>
            <a:chExt cx="300100" cy="300125"/>
          </a:xfrm>
        </p:grpSpPr>
        <p:sp>
          <p:nvSpPr>
            <p:cNvPr id="7495" name="Google Shape;7495;p1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173"/>
          <p:cNvGrpSpPr/>
          <p:nvPr/>
        </p:nvGrpSpPr>
        <p:grpSpPr>
          <a:xfrm>
            <a:off x="1507603" y="3870287"/>
            <a:ext cx="331821" cy="331627"/>
            <a:chOff x="-50134375" y="3920575"/>
            <a:chExt cx="300100" cy="299925"/>
          </a:xfrm>
        </p:grpSpPr>
        <p:sp>
          <p:nvSpPr>
            <p:cNvPr id="7498" name="Google Shape;7498;p1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173"/>
          <p:cNvGrpSpPr/>
          <p:nvPr/>
        </p:nvGrpSpPr>
        <p:grpSpPr>
          <a:xfrm>
            <a:off x="3572477" y="3074100"/>
            <a:ext cx="333562" cy="331821"/>
            <a:chOff x="-48262200" y="3200500"/>
            <a:chExt cx="301675" cy="300100"/>
          </a:xfrm>
        </p:grpSpPr>
        <p:sp>
          <p:nvSpPr>
            <p:cNvPr id="7502" name="Google Shape;7502;p1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173"/>
          <p:cNvGrpSpPr/>
          <p:nvPr/>
        </p:nvGrpSpPr>
        <p:grpSpPr>
          <a:xfrm>
            <a:off x="3599912" y="3482352"/>
            <a:ext cx="278692" cy="331130"/>
            <a:chOff x="-48233050" y="3569725"/>
            <a:chExt cx="252050" cy="299475"/>
          </a:xfrm>
        </p:grpSpPr>
        <p:sp>
          <p:nvSpPr>
            <p:cNvPr id="7512" name="Google Shape;7512;p1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173"/>
          <p:cNvGrpSpPr/>
          <p:nvPr/>
        </p:nvGrpSpPr>
        <p:grpSpPr>
          <a:xfrm>
            <a:off x="3622109" y="3887480"/>
            <a:ext cx="234298" cy="334447"/>
            <a:chOff x="-48216525" y="3936125"/>
            <a:chExt cx="211900" cy="302475"/>
          </a:xfrm>
        </p:grpSpPr>
        <p:sp>
          <p:nvSpPr>
            <p:cNvPr id="7516" name="Google Shape;7516;p1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173"/>
          <p:cNvGrpSpPr/>
          <p:nvPr/>
        </p:nvGrpSpPr>
        <p:grpSpPr>
          <a:xfrm>
            <a:off x="5631506" y="3074957"/>
            <a:ext cx="331821" cy="331848"/>
            <a:chOff x="-46410500" y="3201275"/>
            <a:chExt cx="300100" cy="300125"/>
          </a:xfrm>
        </p:grpSpPr>
        <p:sp>
          <p:nvSpPr>
            <p:cNvPr id="7521" name="Google Shape;7521;p1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173"/>
          <p:cNvGrpSpPr/>
          <p:nvPr/>
        </p:nvGrpSpPr>
        <p:grpSpPr>
          <a:xfrm>
            <a:off x="5631506" y="3481661"/>
            <a:ext cx="331821" cy="332705"/>
            <a:chOff x="-46409700" y="3569100"/>
            <a:chExt cx="300100" cy="300900"/>
          </a:xfrm>
        </p:grpSpPr>
        <p:sp>
          <p:nvSpPr>
            <p:cNvPr id="7527" name="Google Shape;7527;p1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173"/>
          <p:cNvGrpSpPr/>
          <p:nvPr/>
        </p:nvGrpSpPr>
        <p:grpSpPr>
          <a:xfrm>
            <a:off x="5620187" y="3888365"/>
            <a:ext cx="354460" cy="334447"/>
            <a:chOff x="-46422300" y="3936925"/>
            <a:chExt cx="320575" cy="302475"/>
          </a:xfrm>
        </p:grpSpPr>
        <p:sp>
          <p:nvSpPr>
            <p:cNvPr id="7533" name="Google Shape;7533;p1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173"/>
          <p:cNvGrpSpPr/>
          <p:nvPr/>
        </p:nvGrpSpPr>
        <p:grpSpPr>
          <a:xfrm>
            <a:off x="7280492" y="3472097"/>
            <a:ext cx="332705" cy="331821"/>
            <a:chOff x="-44914800" y="3560450"/>
            <a:chExt cx="300900" cy="300100"/>
          </a:xfrm>
        </p:grpSpPr>
        <p:sp>
          <p:nvSpPr>
            <p:cNvPr id="7536" name="Google Shape;7536;p1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173"/>
          <p:cNvGrpSpPr/>
          <p:nvPr/>
        </p:nvGrpSpPr>
        <p:grpSpPr>
          <a:xfrm>
            <a:off x="1918660" y="3055165"/>
            <a:ext cx="330936" cy="330743"/>
            <a:chOff x="-49764975" y="3183375"/>
            <a:chExt cx="299300" cy="299125"/>
          </a:xfrm>
        </p:grpSpPr>
        <p:sp>
          <p:nvSpPr>
            <p:cNvPr id="7542" name="Google Shape;7542;p1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173"/>
          <p:cNvGrpSpPr/>
          <p:nvPr/>
        </p:nvGrpSpPr>
        <p:grpSpPr>
          <a:xfrm>
            <a:off x="1918660" y="3461897"/>
            <a:ext cx="330936" cy="332429"/>
            <a:chOff x="-49764975" y="3551225"/>
            <a:chExt cx="299300" cy="300650"/>
          </a:xfrm>
        </p:grpSpPr>
        <p:sp>
          <p:nvSpPr>
            <p:cNvPr id="7552" name="Google Shape;7552;p1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173"/>
          <p:cNvGrpSpPr/>
          <p:nvPr/>
        </p:nvGrpSpPr>
        <p:grpSpPr>
          <a:xfrm>
            <a:off x="1916477" y="3869845"/>
            <a:ext cx="335304" cy="332069"/>
            <a:chOff x="-49766550" y="3920175"/>
            <a:chExt cx="303250" cy="300325"/>
          </a:xfrm>
        </p:grpSpPr>
        <p:sp>
          <p:nvSpPr>
            <p:cNvPr id="7564" name="Google Shape;7564;p1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173"/>
          <p:cNvGrpSpPr/>
          <p:nvPr/>
        </p:nvGrpSpPr>
        <p:grpSpPr>
          <a:xfrm>
            <a:off x="3985840" y="3074100"/>
            <a:ext cx="333562" cy="330964"/>
            <a:chOff x="-47892800" y="3200500"/>
            <a:chExt cx="301675" cy="299325"/>
          </a:xfrm>
        </p:grpSpPr>
        <p:sp>
          <p:nvSpPr>
            <p:cNvPr id="7569" name="Google Shape;7569;p1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173"/>
          <p:cNvGrpSpPr/>
          <p:nvPr/>
        </p:nvGrpSpPr>
        <p:grpSpPr>
          <a:xfrm>
            <a:off x="4045493" y="3481661"/>
            <a:ext cx="214257" cy="331821"/>
            <a:chOff x="-47839250" y="3569100"/>
            <a:chExt cx="193775" cy="300100"/>
          </a:xfrm>
        </p:grpSpPr>
        <p:sp>
          <p:nvSpPr>
            <p:cNvPr id="7576" name="Google Shape;7576;p1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173"/>
          <p:cNvGrpSpPr/>
          <p:nvPr/>
        </p:nvGrpSpPr>
        <p:grpSpPr>
          <a:xfrm>
            <a:off x="3986711" y="3889222"/>
            <a:ext cx="331821" cy="332705"/>
            <a:chOff x="-47892800" y="3937700"/>
            <a:chExt cx="300100" cy="300900"/>
          </a:xfrm>
        </p:grpSpPr>
        <p:sp>
          <p:nvSpPr>
            <p:cNvPr id="7583" name="Google Shape;7583;p1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173"/>
          <p:cNvGrpSpPr/>
          <p:nvPr/>
        </p:nvGrpSpPr>
        <p:grpSpPr>
          <a:xfrm>
            <a:off x="6042414" y="3094113"/>
            <a:ext cx="331821" cy="290910"/>
            <a:chOff x="-46042675" y="3218600"/>
            <a:chExt cx="300100" cy="263100"/>
          </a:xfrm>
        </p:grpSpPr>
        <p:sp>
          <p:nvSpPr>
            <p:cNvPr id="7592" name="Google Shape;7592;p1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173"/>
          <p:cNvGrpSpPr/>
          <p:nvPr/>
        </p:nvGrpSpPr>
        <p:grpSpPr>
          <a:xfrm>
            <a:off x="6042414" y="3481219"/>
            <a:ext cx="331821" cy="301801"/>
            <a:chOff x="-46042675" y="3568700"/>
            <a:chExt cx="300100" cy="272950"/>
          </a:xfrm>
        </p:grpSpPr>
        <p:sp>
          <p:nvSpPr>
            <p:cNvPr id="7599" name="Google Shape;7599;p1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173"/>
          <p:cNvGrpSpPr/>
          <p:nvPr/>
        </p:nvGrpSpPr>
        <p:grpSpPr>
          <a:xfrm>
            <a:off x="6081597" y="3889360"/>
            <a:ext cx="253454" cy="332567"/>
            <a:chOff x="-46007225" y="3937825"/>
            <a:chExt cx="229225" cy="300775"/>
          </a:xfrm>
        </p:grpSpPr>
        <p:sp>
          <p:nvSpPr>
            <p:cNvPr id="7604" name="Google Shape;7604;p1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173"/>
          <p:cNvGrpSpPr/>
          <p:nvPr/>
        </p:nvGrpSpPr>
        <p:grpSpPr>
          <a:xfrm>
            <a:off x="7300961" y="3880100"/>
            <a:ext cx="291767" cy="334004"/>
            <a:chOff x="-44895900" y="3929450"/>
            <a:chExt cx="263875" cy="302075"/>
          </a:xfrm>
        </p:grpSpPr>
        <p:sp>
          <p:nvSpPr>
            <p:cNvPr id="7615" name="Google Shape;7615;p1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173"/>
          <p:cNvGrpSpPr/>
          <p:nvPr/>
        </p:nvGrpSpPr>
        <p:grpSpPr>
          <a:xfrm>
            <a:off x="2330269" y="3065392"/>
            <a:ext cx="332705" cy="310923"/>
            <a:chOff x="-49397175" y="3192625"/>
            <a:chExt cx="300900" cy="281200"/>
          </a:xfrm>
        </p:grpSpPr>
        <p:sp>
          <p:nvSpPr>
            <p:cNvPr id="7622" name="Google Shape;7622;p1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173"/>
          <p:cNvGrpSpPr/>
          <p:nvPr/>
        </p:nvGrpSpPr>
        <p:grpSpPr>
          <a:xfrm>
            <a:off x="2354649" y="3461620"/>
            <a:ext cx="283944" cy="332705"/>
            <a:chOff x="-49375900" y="3550975"/>
            <a:chExt cx="256800" cy="300900"/>
          </a:xfrm>
        </p:grpSpPr>
        <p:sp>
          <p:nvSpPr>
            <p:cNvPr id="7630" name="Google Shape;7630;p1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173"/>
          <p:cNvGrpSpPr/>
          <p:nvPr/>
        </p:nvGrpSpPr>
        <p:grpSpPr>
          <a:xfrm>
            <a:off x="2350309" y="3870066"/>
            <a:ext cx="292624" cy="332705"/>
            <a:chOff x="-49378250" y="3920375"/>
            <a:chExt cx="264650" cy="300900"/>
          </a:xfrm>
        </p:grpSpPr>
        <p:sp>
          <p:nvSpPr>
            <p:cNvPr id="7642" name="Google Shape;7642;p1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173"/>
          <p:cNvGrpSpPr/>
          <p:nvPr/>
        </p:nvGrpSpPr>
        <p:grpSpPr>
          <a:xfrm>
            <a:off x="4418802" y="3074100"/>
            <a:ext cx="291767" cy="333562"/>
            <a:chOff x="-47505300" y="3200500"/>
            <a:chExt cx="263875" cy="301675"/>
          </a:xfrm>
        </p:grpSpPr>
        <p:sp>
          <p:nvSpPr>
            <p:cNvPr id="7650" name="Google Shape;7650;p1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173"/>
          <p:cNvGrpSpPr/>
          <p:nvPr/>
        </p:nvGrpSpPr>
        <p:grpSpPr>
          <a:xfrm>
            <a:off x="4398347" y="3481661"/>
            <a:ext cx="332677" cy="331627"/>
            <a:chOff x="-47524975" y="3569100"/>
            <a:chExt cx="300875" cy="299925"/>
          </a:xfrm>
        </p:grpSpPr>
        <p:sp>
          <p:nvSpPr>
            <p:cNvPr id="7664" name="Google Shape;7664;p1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173"/>
          <p:cNvGrpSpPr/>
          <p:nvPr/>
        </p:nvGrpSpPr>
        <p:grpSpPr>
          <a:xfrm>
            <a:off x="4398775" y="3929304"/>
            <a:ext cx="331821" cy="252570"/>
            <a:chOff x="-47523400" y="3973950"/>
            <a:chExt cx="300100" cy="228425"/>
          </a:xfrm>
        </p:grpSpPr>
        <p:sp>
          <p:nvSpPr>
            <p:cNvPr id="7670" name="Google Shape;7670;p1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173"/>
          <p:cNvGrpSpPr/>
          <p:nvPr/>
        </p:nvGrpSpPr>
        <p:grpSpPr>
          <a:xfrm>
            <a:off x="6458415" y="3072801"/>
            <a:ext cx="330964" cy="334004"/>
            <a:chOff x="-45673275" y="3199325"/>
            <a:chExt cx="299325" cy="302075"/>
          </a:xfrm>
        </p:grpSpPr>
        <p:sp>
          <p:nvSpPr>
            <p:cNvPr id="7676" name="Google Shape;7676;p1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173"/>
          <p:cNvGrpSpPr/>
          <p:nvPr/>
        </p:nvGrpSpPr>
        <p:grpSpPr>
          <a:xfrm>
            <a:off x="6457544" y="3500817"/>
            <a:ext cx="332705" cy="293508"/>
            <a:chOff x="-45674075" y="3586425"/>
            <a:chExt cx="300900" cy="265450"/>
          </a:xfrm>
        </p:grpSpPr>
        <p:sp>
          <p:nvSpPr>
            <p:cNvPr id="7680" name="Google Shape;7680;p1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173"/>
          <p:cNvGrpSpPr/>
          <p:nvPr/>
        </p:nvGrpSpPr>
        <p:grpSpPr>
          <a:xfrm>
            <a:off x="6458415" y="3889222"/>
            <a:ext cx="330964" cy="332705"/>
            <a:chOff x="-45673275" y="3937700"/>
            <a:chExt cx="299325" cy="300900"/>
          </a:xfrm>
        </p:grpSpPr>
        <p:sp>
          <p:nvSpPr>
            <p:cNvPr id="7683" name="Google Shape;7683;p1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173"/>
          <p:cNvGrpSpPr/>
          <p:nvPr/>
        </p:nvGrpSpPr>
        <p:grpSpPr>
          <a:xfrm>
            <a:off x="7727679" y="3047093"/>
            <a:ext cx="332705" cy="332705"/>
            <a:chOff x="-44512325" y="3176075"/>
            <a:chExt cx="300900" cy="300900"/>
          </a:xfrm>
        </p:grpSpPr>
        <p:sp>
          <p:nvSpPr>
            <p:cNvPr id="7690" name="Google Shape;7690;p1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173"/>
          <p:cNvGrpSpPr/>
          <p:nvPr/>
        </p:nvGrpSpPr>
        <p:grpSpPr>
          <a:xfrm>
            <a:off x="2742761" y="3054944"/>
            <a:ext cx="330964" cy="330964"/>
            <a:chOff x="-49027775" y="3183175"/>
            <a:chExt cx="299325" cy="299325"/>
          </a:xfrm>
        </p:grpSpPr>
        <p:sp>
          <p:nvSpPr>
            <p:cNvPr id="7694" name="Google Shape;7694;p1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173"/>
          <p:cNvGrpSpPr/>
          <p:nvPr/>
        </p:nvGrpSpPr>
        <p:grpSpPr>
          <a:xfrm>
            <a:off x="2742333" y="3461620"/>
            <a:ext cx="331821" cy="333590"/>
            <a:chOff x="-49027775" y="3550975"/>
            <a:chExt cx="300100" cy="301700"/>
          </a:xfrm>
        </p:grpSpPr>
        <p:sp>
          <p:nvSpPr>
            <p:cNvPr id="7699" name="Google Shape;7699;p1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173"/>
          <p:cNvGrpSpPr/>
          <p:nvPr/>
        </p:nvGrpSpPr>
        <p:grpSpPr>
          <a:xfrm>
            <a:off x="2740536" y="3869845"/>
            <a:ext cx="335414" cy="332069"/>
            <a:chOff x="-49031025" y="3920175"/>
            <a:chExt cx="303350" cy="300325"/>
          </a:xfrm>
        </p:grpSpPr>
        <p:sp>
          <p:nvSpPr>
            <p:cNvPr id="7710" name="Google Shape;7710;p1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173"/>
          <p:cNvGrpSpPr/>
          <p:nvPr/>
        </p:nvGrpSpPr>
        <p:grpSpPr>
          <a:xfrm>
            <a:off x="4806336" y="3074100"/>
            <a:ext cx="332677" cy="330964"/>
            <a:chOff x="-47155575" y="3200500"/>
            <a:chExt cx="300875" cy="299325"/>
          </a:xfrm>
        </p:grpSpPr>
        <p:sp>
          <p:nvSpPr>
            <p:cNvPr id="7717" name="Google Shape;7717;p1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173"/>
          <p:cNvGrpSpPr/>
          <p:nvPr/>
        </p:nvGrpSpPr>
        <p:grpSpPr>
          <a:xfrm>
            <a:off x="4806765" y="3481661"/>
            <a:ext cx="331821" cy="331821"/>
            <a:chOff x="-47154800" y="3569100"/>
            <a:chExt cx="300100" cy="300100"/>
          </a:xfrm>
        </p:grpSpPr>
        <p:sp>
          <p:nvSpPr>
            <p:cNvPr id="7724" name="Google Shape;7724;p1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173"/>
          <p:cNvGrpSpPr/>
          <p:nvPr/>
        </p:nvGrpSpPr>
        <p:grpSpPr>
          <a:xfrm>
            <a:off x="4807207" y="3890963"/>
            <a:ext cx="330936" cy="330107"/>
            <a:chOff x="-47154000" y="3939275"/>
            <a:chExt cx="299300" cy="298550"/>
          </a:xfrm>
        </p:grpSpPr>
        <p:sp>
          <p:nvSpPr>
            <p:cNvPr id="7731" name="Google Shape;7731;p1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173"/>
          <p:cNvGrpSpPr/>
          <p:nvPr/>
        </p:nvGrpSpPr>
        <p:grpSpPr>
          <a:xfrm>
            <a:off x="6885685" y="3074100"/>
            <a:ext cx="291767" cy="330964"/>
            <a:chOff x="-45286550" y="3200500"/>
            <a:chExt cx="263875" cy="299325"/>
          </a:xfrm>
        </p:grpSpPr>
        <p:sp>
          <p:nvSpPr>
            <p:cNvPr id="7736" name="Google Shape;7736;p1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173"/>
          <p:cNvGrpSpPr/>
          <p:nvPr/>
        </p:nvGrpSpPr>
        <p:grpSpPr>
          <a:xfrm>
            <a:off x="6885685" y="3482545"/>
            <a:ext cx="291767" cy="330936"/>
            <a:chOff x="-45286550" y="3569900"/>
            <a:chExt cx="263875" cy="299300"/>
          </a:xfrm>
        </p:grpSpPr>
        <p:sp>
          <p:nvSpPr>
            <p:cNvPr id="7740" name="Google Shape;7740;p1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173"/>
          <p:cNvGrpSpPr/>
          <p:nvPr/>
        </p:nvGrpSpPr>
        <p:grpSpPr>
          <a:xfrm>
            <a:off x="6896134" y="3890106"/>
            <a:ext cx="270869" cy="331821"/>
            <a:chOff x="-45277900" y="3938500"/>
            <a:chExt cx="244975" cy="300100"/>
          </a:xfrm>
        </p:grpSpPr>
        <p:sp>
          <p:nvSpPr>
            <p:cNvPr id="7747" name="Google Shape;7747;p1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173"/>
          <p:cNvGrpSpPr/>
          <p:nvPr/>
        </p:nvGrpSpPr>
        <p:grpSpPr>
          <a:xfrm>
            <a:off x="7728121" y="3490368"/>
            <a:ext cx="331821" cy="331821"/>
            <a:chOff x="-44502875" y="3576975"/>
            <a:chExt cx="300100" cy="300100"/>
          </a:xfrm>
        </p:grpSpPr>
        <p:sp>
          <p:nvSpPr>
            <p:cNvPr id="7752" name="Google Shape;7752;p1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173"/>
          <p:cNvGrpSpPr/>
          <p:nvPr/>
        </p:nvGrpSpPr>
        <p:grpSpPr>
          <a:xfrm>
            <a:off x="2356364" y="2181064"/>
            <a:ext cx="284806" cy="241434"/>
            <a:chOff x="1636184" y="2959225"/>
            <a:chExt cx="232666" cy="197250"/>
          </a:xfrm>
        </p:grpSpPr>
        <p:sp>
          <p:nvSpPr>
            <p:cNvPr id="7756" name="Google Shape;7756;p17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7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73"/>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7759" name="Google Shape;7759;p17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7760" name="Google Shape;7760;p173"/>
          <p:cNvGrpSpPr/>
          <p:nvPr/>
        </p:nvGrpSpPr>
        <p:grpSpPr>
          <a:xfrm>
            <a:off x="3623760" y="2531111"/>
            <a:ext cx="239502" cy="338262"/>
            <a:chOff x="-47300587" y="123275"/>
            <a:chExt cx="190975" cy="269725"/>
          </a:xfrm>
        </p:grpSpPr>
        <p:sp>
          <p:nvSpPr>
            <p:cNvPr id="7761" name="Google Shape;7761;p17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7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7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7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7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9" name="Shape 7769"/>
        <p:cNvGrpSpPr/>
        <p:nvPr/>
      </p:nvGrpSpPr>
      <p:grpSpPr>
        <a:xfrm>
          <a:off x="0" y="0"/>
          <a:ext cx="0" cy="0"/>
          <a:chOff x="0" y="0"/>
          <a:chExt cx="0" cy="0"/>
        </a:xfrm>
      </p:grpSpPr>
      <p:sp>
        <p:nvSpPr>
          <p:cNvPr id="7770" name="Google Shape;7770;p1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Educational Process </a:t>
            </a:r>
            <a:r>
              <a:rPr lang="en">
                <a:latin typeface="Arial"/>
                <a:ea typeface="Arial"/>
                <a:cs typeface="Arial"/>
                <a:sym typeface="Arial"/>
              </a:rPr>
              <a:t>Icons</a:t>
            </a:r>
            <a:endParaRPr>
              <a:solidFill>
                <a:srgbClr val="FFFFFF"/>
              </a:solidFill>
              <a:latin typeface="Arial"/>
              <a:ea typeface="Arial"/>
              <a:cs typeface="Arial"/>
              <a:sym typeface="Arial"/>
            </a:endParaRPr>
          </a:p>
        </p:txBody>
      </p:sp>
      <p:sp>
        <p:nvSpPr>
          <p:cNvPr id="7771" name="Google Shape;7771;p174"/>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74"/>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74"/>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4" name="Google Shape;7774;p174"/>
          <p:cNvGrpSpPr/>
          <p:nvPr/>
        </p:nvGrpSpPr>
        <p:grpSpPr>
          <a:xfrm>
            <a:off x="3151213" y="1709564"/>
            <a:ext cx="342129" cy="343862"/>
            <a:chOff x="-41270450" y="1973375"/>
            <a:chExt cx="315850" cy="317450"/>
          </a:xfrm>
        </p:grpSpPr>
        <p:sp>
          <p:nvSpPr>
            <p:cNvPr id="7775" name="Google Shape;7775;p174"/>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74"/>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74"/>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74"/>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174"/>
          <p:cNvGrpSpPr/>
          <p:nvPr/>
        </p:nvGrpSpPr>
        <p:grpSpPr>
          <a:xfrm>
            <a:off x="3140177" y="2105636"/>
            <a:ext cx="364199" cy="342318"/>
            <a:chOff x="-41291625" y="2339025"/>
            <a:chExt cx="336225" cy="316025"/>
          </a:xfrm>
        </p:grpSpPr>
        <p:sp>
          <p:nvSpPr>
            <p:cNvPr id="7780" name="Google Shape;7780;p174"/>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74"/>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2" name="Google Shape;7782;p174"/>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74"/>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74"/>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74"/>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74"/>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74"/>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174"/>
          <p:cNvGrpSpPr/>
          <p:nvPr/>
        </p:nvGrpSpPr>
        <p:grpSpPr>
          <a:xfrm>
            <a:off x="1533687" y="1683811"/>
            <a:ext cx="365174" cy="343293"/>
            <a:chOff x="-42804750" y="1949600"/>
            <a:chExt cx="337125" cy="316925"/>
          </a:xfrm>
        </p:grpSpPr>
        <p:sp>
          <p:nvSpPr>
            <p:cNvPr id="7789" name="Google Shape;7789;p174"/>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74"/>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74"/>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174"/>
          <p:cNvGrpSpPr/>
          <p:nvPr/>
        </p:nvGrpSpPr>
        <p:grpSpPr>
          <a:xfrm>
            <a:off x="1564049" y="2085164"/>
            <a:ext cx="308847" cy="335115"/>
            <a:chOff x="-42778750" y="2320125"/>
            <a:chExt cx="285125" cy="309375"/>
          </a:xfrm>
        </p:grpSpPr>
        <p:sp>
          <p:nvSpPr>
            <p:cNvPr id="7793" name="Google Shape;7793;p174"/>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74"/>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174"/>
          <p:cNvGrpSpPr/>
          <p:nvPr/>
        </p:nvGrpSpPr>
        <p:grpSpPr>
          <a:xfrm>
            <a:off x="1543503" y="2475712"/>
            <a:ext cx="345541" cy="344701"/>
            <a:chOff x="-42796875" y="2680675"/>
            <a:chExt cx="319000" cy="318225"/>
          </a:xfrm>
        </p:grpSpPr>
        <p:sp>
          <p:nvSpPr>
            <p:cNvPr id="7796" name="Google Shape;7796;p174"/>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74"/>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74"/>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74"/>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74"/>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1" name="Google Shape;7801;p174"/>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74"/>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74"/>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74"/>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74"/>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6" name="Google Shape;7806;p174"/>
          <p:cNvGrpSpPr/>
          <p:nvPr/>
        </p:nvGrpSpPr>
        <p:grpSpPr>
          <a:xfrm>
            <a:off x="5583876" y="2080668"/>
            <a:ext cx="359189" cy="340016"/>
            <a:chOff x="-39055650" y="2315975"/>
            <a:chExt cx="331600" cy="313900"/>
          </a:xfrm>
        </p:grpSpPr>
        <p:sp>
          <p:nvSpPr>
            <p:cNvPr id="7807" name="Google Shape;7807;p174"/>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74"/>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9" name="Google Shape;7809;p174"/>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74"/>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1" name="Google Shape;7811;p174"/>
          <p:cNvGrpSpPr/>
          <p:nvPr/>
        </p:nvGrpSpPr>
        <p:grpSpPr>
          <a:xfrm>
            <a:off x="1929543" y="1683974"/>
            <a:ext cx="349819" cy="342047"/>
            <a:chOff x="-42430625" y="1949750"/>
            <a:chExt cx="322950" cy="315775"/>
          </a:xfrm>
        </p:grpSpPr>
        <p:sp>
          <p:nvSpPr>
            <p:cNvPr id="7812" name="Google Shape;7812;p174"/>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74"/>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74"/>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74"/>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6" name="Google Shape;7816;p174"/>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74"/>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74"/>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74"/>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74"/>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74"/>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2" name="Google Shape;7822;p174"/>
          <p:cNvGrpSpPr/>
          <p:nvPr/>
        </p:nvGrpSpPr>
        <p:grpSpPr>
          <a:xfrm>
            <a:off x="6002652" y="2078962"/>
            <a:ext cx="342995" cy="342291"/>
            <a:chOff x="-38686275" y="2314400"/>
            <a:chExt cx="316650" cy="316000"/>
          </a:xfrm>
        </p:grpSpPr>
        <p:sp>
          <p:nvSpPr>
            <p:cNvPr id="7823" name="Google Shape;7823;p174"/>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74"/>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174"/>
          <p:cNvGrpSpPr/>
          <p:nvPr/>
        </p:nvGrpSpPr>
        <p:grpSpPr>
          <a:xfrm>
            <a:off x="6001366" y="2477418"/>
            <a:ext cx="345568" cy="343835"/>
            <a:chOff x="-38686275" y="2682250"/>
            <a:chExt cx="319025" cy="317425"/>
          </a:xfrm>
        </p:grpSpPr>
        <p:sp>
          <p:nvSpPr>
            <p:cNvPr id="7826" name="Google Shape;7826;p174"/>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74"/>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174"/>
          <p:cNvGrpSpPr/>
          <p:nvPr/>
        </p:nvGrpSpPr>
        <p:grpSpPr>
          <a:xfrm>
            <a:off x="7214268" y="2462063"/>
            <a:ext cx="360056" cy="346516"/>
            <a:chOff x="-37534750" y="2668075"/>
            <a:chExt cx="332400" cy="319900"/>
          </a:xfrm>
        </p:grpSpPr>
        <p:sp>
          <p:nvSpPr>
            <p:cNvPr id="7829" name="Google Shape;7829;p174"/>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74"/>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1" name="Google Shape;7831;p174"/>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2" name="Google Shape;7832;p174"/>
          <p:cNvGrpSpPr/>
          <p:nvPr/>
        </p:nvGrpSpPr>
        <p:grpSpPr>
          <a:xfrm>
            <a:off x="2336367" y="2080696"/>
            <a:ext cx="345541" cy="344133"/>
            <a:chOff x="-42062025" y="2316000"/>
            <a:chExt cx="319000" cy="317700"/>
          </a:xfrm>
        </p:grpSpPr>
        <p:sp>
          <p:nvSpPr>
            <p:cNvPr id="7833" name="Google Shape;7833;p174"/>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74"/>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5" name="Google Shape;7835;p174"/>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6" name="Google Shape;7836;p174"/>
          <p:cNvGrpSpPr/>
          <p:nvPr/>
        </p:nvGrpSpPr>
        <p:grpSpPr>
          <a:xfrm>
            <a:off x="4395630" y="1713843"/>
            <a:ext cx="303729" cy="338717"/>
            <a:chOff x="-40150450" y="1977325"/>
            <a:chExt cx="280400" cy="312700"/>
          </a:xfrm>
        </p:grpSpPr>
        <p:sp>
          <p:nvSpPr>
            <p:cNvPr id="7837" name="Google Shape;7837;p174"/>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74"/>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74"/>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74"/>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174"/>
          <p:cNvGrpSpPr/>
          <p:nvPr/>
        </p:nvGrpSpPr>
        <p:grpSpPr>
          <a:xfrm>
            <a:off x="4390079" y="2106286"/>
            <a:ext cx="314832" cy="342995"/>
            <a:chOff x="-40160700" y="2339625"/>
            <a:chExt cx="290650" cy="316650"/>
          </a:xfrm>
        </p:grpSpPr>
        <p:sp>
          <p:nvSpPr>
            <p:cNvPr id="7842" name="Google Shape;7842;p174"/>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74"/>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74"/>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74"/>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174"/>
          <p:cNvGrpSpPr/>
          <p:nvPr/>
        </p:nvGrpSpPr>
        <p:grpSpPr>
          <a:xfrm>
            <a:off x="4373357" y="2503008"/>
            <a:ext cx="345541" cy="342995"/>
            <a:chOff x="-40171725" y="2705875"/>
            <a:chExt cx="319000" cy="316650"/>
          </a:xfrm>
        </p:grpSpPr>
        <p:sp>
          <p:nvSpPr>
            <p:cNvPr id="7847" name="Google Shape;7847;p174"/>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74"/>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174"/>
          <p:cNvGrpSpPr/>
          <p:nvPr/>
        </p:nvGrpSpPr>
        <p:grpSpPr>
          <a:xfrm>
            <a:off x="6450332" y="1680561"/>
            <a:ext cx="250869" cy="343862"/>
            <a:chOff x="-38275925" y="1946600"/>
            <a:chExt cx="231600" cy="317450"/>
          </a:xfrm>
        </p:grpSpPr>
        <p:sp>
          <p:nvSpPr>
            <p:cNvPr id="7850" name="Google Shape;7850;p174"/>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74"/>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2" name="Google Shape;7852;p174"/>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74"/>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4" name="Google Shape;7854;p174"/>
          <p:cNvGrpSpPr/>
          <p:nvPr/>
        </p:nvGrpSpPr>
        <p:grpSpPr>
          <a:xfrm>
            <a:off x="7635833" y="1685680"/>
            <a:ext cx="351525" cy="342156"/>
            <a:chOff x="-37190575" y="1951325"/>
            <a:chExt cx="324525" cy="315875"/>
          </a:xfrm>
        </p:grpSpPr>
        <p:sp>
          <p:nvSpPr>
            <p:cNvPr id="7855" name="Google Shape;7855;p174"/>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74"/>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74"/>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74"/>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74"/>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0" name="Google Shape;7860;p174"/>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1" name="Google Shape;7861;p174"/>
          <p:cNvGrpSpPr/>
          <p:nvPr/>
        </p:nvGrpSpPr>
        <p:grpSpPr>
          <a:xfrm>
            <a:off x="2743418" y="2153216"/>
            <a:ext cx="343835" cy="269608"/>
            <a:chOff x="-41694200" y="2382950"/>
            <a:chExt cx="317425" cy="248900"/>
          </a:xfrm>
        </p:grpSpPr>
        <p:sp>
          <p:nvSpPr>
            <p:cNvPr id="7862" name="Google Shape;7862;p174"/>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74"/>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174"/>
          <p:cNvGrpSpPr/>
          <p:nvPr/>
        </p:nvGrpSpPr>
        <p:grpSpPr>
          <a:xfrm>
            <a:off x="2740496" y="2478257"/>
            <a:ext cx="345541" cy="343862"/>
            <a:chOff x="-41695775" y="2683025"/>
            <a:chExt cx="319000" cy="317450"/>
          </a:xfrm>
        </p:grpSpPr>
        <p:sp>
          <p:nvSpPr>
            <p:cNvPr id="7865" name="Google Shape;7865;p174"/>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74"/>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74"/>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174"/>
          <p:cNvGrpSpPr/>
          <p:nvPr/>
        </p:nvGrpSpPr>
        <p:grpSpPr>
          <a:xfrm>
            <a:off x="4797389" y="1707858"/>
            <a:ext cx="314832" cy="345568"/>
            <a:chOff x="-39792875" y="1971800"/>
            <a:chExt cx="290650" cy="319025"/>
          </a:xfrm>
        </p:grpSpPr>
        <p:sp>
          <p:nvSpPr>
            <p:cNvPr id="7869" name="Google Shape;7869;p174"/>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74"/>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174"/>
          <p:cNvGrpSpPr/>
          <p:nvPr/>
        </p:nvGrpSpPr>
        <p:grpSpPr>
          <a:xfrm>
            <a:off x="4805486" y="2104445"/>
            <a:ext cx="298638" cy="344837"/>
            <a:chOff x="-39783425" y="2337925"/>
            <a:chExt cx="275700" cy="318350"/>
          </a:xfrm>
        </p:grpSpPr>
        <p:sp>
          <p:nvSpPr>
            <p:cNvPr id="7872" name="Google Shape;7872;p174"/>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74"/>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4" name="Google Shape;7874;p174"/>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5" name="Google Shape;7875;p174"/>
          <p:cNvGrpSpPr/>
          <p:nvPr/>
        </p:nvGrpSpPr>
        <p:grpSpPr>
          <a:xfrm>
            <a:off x="6800271" y="1682268"/>
            <a:ext cx="353232" cy="342806"/>
            <a:chOff x="-37956150" y="1948175"/>
            <a:chExt cx="326100" cy="316475"/>
          </a:xfrm>
        </p:grpSpPr>
        <p:sp>
          <p:nvSpPr>
            <p:cNvPr id="7876" name="Google Shape;7876;p174"/>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74"/>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74"/>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174"/>
          <p:cNvGrpSpPr/>
          <p:nvPr/>
        </p:nvGrpSpPr>
        <p:grpSpPr>
          <a:xfrm>
            <a:off x="6807188" y="2148937"/>
            <a:ext cx="345568" cy="223572"/>
            <a:chOff x="-37953000" y="2379000"/>
            <a:chExt cx="319025" cy="206400"/>
          </a:xfrm>
        </p:grpSpPr>
        <p:sp>
          <p:nvSpPr>
            <p:cNvPr id="7880" name="Google Shape;7880;p174"/>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74"/>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74"/>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74"/>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74"/>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5" name="Google Shape;7885;p174"/>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74"/>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7" name="Google Shape;7887;p174"/>
          <p:cNvGrpSpPr/>
          <p:nvPr/>
        </p:nvGrpSpPr>
        <p:grpSpPr>
          <a:xfrm>
            <a:off x="1177056" y="3057552"/>
            <a:ext cx="298611" cy="343510"/>
            <a:chOff x="-42971725" y="3217825"/>
            <a:chExt cx="275675" cy="317125"/>
          </a:xfrm>
        </p:grpSpPr>
        <p:sp>
          <p:nvSpPr>
            <p:cNvPr id="7888" name="Google Shape;7888;p17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7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7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174"/>
          <p:cNvGrpSpPr/>
          <p:nvPr/>
        </p:nvGrpSpPr>
        <p:grpSpPr>
          <a:xfrm>
            <a:off x="1151019" y="3485173"/>
            <a:ext cx="350686" cy="312936"/>
            <a:chOff x="-42996150" y="3612600"/>
            <a:chExt cx="323750" cy="288900"/>
          </a:xfrm>
        </p:grpSpPr>
        <p:sp>
          <p:nvSpPr>
            <p:cNvPr id="7892" name="Google Shape;7892;p17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7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7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174"/>
          <p:cNvGrpSpPr/>
          <p:nvPr/>
        </p:nvGrpSpPr>
        <p:grpSpPr>
          <a:xfrm>
            <a:off x="1153578" y="3850969"/>
            <a:ext cx="345568" cy="343862"/>
            <a:chOff x="-42994575" y="3950300"/>
            <a:chExt cx="319025" cy="317450"/>
          </a:xfrm>
        </p:grpSpPr>
        <p:sp>
          <p:nvSpPr>
            <p:cNvPr id="7896" name="Google Shape;7896;p17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7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7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174"/>
          <p:cNvGrpSpPr/>
          <p:nvPr/>
        </p:nvGrpSpPr>
        <p:grpSpPr>
          <a:xfrm>
            <a:off x="3149945" y="3080597"/>
            <a:ext cx="344674" cy="343835"/>
            <a:chOff x="-41111350" y="3239100"/>
            <a:chExt cx="318200" cy="317425"/>
          </a:xfrm>
        </p:grpSpPr>
        <p:sp>
          <p:nvSpPr>
            <p:cNvPr id="7900" name="Google Shape;7900;p17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7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7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7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174"/>
          <p:cNvGrpSpPr/>
          <p:nvPr/>
        </p:nvGrpSpPr>
        <p:grpSpPr>
          <a:xfrm>
            <a:off x="3146533" y="3477509"/>
            <a:ext cx="351498" cy="343916"/>
            <a:chOff x="-41117650" y="3605525"/>
            <a:chExt cx="324500" cy="317500"/>
          </a:xfrm>
        </p:grpSpPr>
        <p:sp>
          <p:nvSpPr>
            <p:cNvPr id="7905" name="Google Shape;7905;p17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7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7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8" name="Google Shape;7908;p174"/>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9" name="Google Shape;7909;p174"/>
          <p:cNvGrpSpPr/>
          <p:nvPr/>
        </p:nvGrpSpPr>
        <p:grpSpPr>
          <a:xfrm>
            <a:off x="5257001" y="3060098"/>
            <a:ext cx="200500" cy="344701"/>
            <a:chOff x="-39205300" y="3220175"/>
            <a:chExt cx="185100" cy="318225"/>
          </a:xfrm>
        </p:grpSpPr>
        <p:sp>
          <p:nvSpPr>
            <p:cNvPr id="7910" name="Google Shape;7910;p17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7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174"/>
          <p:cNvGrpSpPr/>
          <p:nvPr/>
        </p:nvGrpSpPr>
        <p:grpSpPr>
          <a:xfrm>
            <a:off x="5218181" y="3459176"/>
            <a:ext cx="278139" cy="342345"/>
            <a:chOff x="-39248625" y="3588600"/>
            <a:chExt cx="256775" cy="316050"/>
          </a:xfrm>
        </p:grpSpPr>
        <p:sp>
          <p:nvSpPr>
            <p:cNvPr id="7913" name="Google Shape;7913;p17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7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5" name="Google Shape;7915;p174"/>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74"/>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7" name="Google Shape;7917;p174"/>
          <p:cNvGrpSpPr/>
          <p:nvPr/>
        </p:nvGrpSpPr>
        <p:grpSpPr>
          <a:xfrm>
            <a:off x="1517188" y="3057552"/>
            <a:ext cx="398184" cy="343835"/>
            <a:chOff x="-42651700" y="3217825"/>
            <a:chExt cx="367600" cy="317425"/>
          </a:xfrm>
        </p:grpSpPr>
        <p:sp>
          <p:nvSpPr>
            <p:cNvPr id="7918" name="Google Shape;7918;p17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7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7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7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174"/>
          <p:cNvGrpSpPr/>
          <p:nvPr/>
        </p:nvGrpSpPr>
        <p:grpSpPr>
          <a:xfrm>
            <a:off x="1550036" y="3458282"/>
            <a:ext cx="332488" cy="336740"/>
            <a:chOff x="-42617300" y="3587775"/>
            <a:chExt cx="306950" cy="310875"/>
          </a:xfrm>
        </p:grpSpPr>
        <p:sp>
          <p:nvSpPr>
            <p:cNvPr id="7923" name="Google Shape;7923;p17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7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5" name="Google Shape;7925;p174"/>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6" name="Google Shape;7926;p174"/>
          <p:cNvGrpSpPr/>
          <p:nvPr/>
        </p:nvGrpSpPr>
        <p:grpSpPr>
          <a:xfrm>
            <a:off x="3563493" y="3080164"/>
            <a:ext cx="349440" cy="343320"/>
            <a:chOff x="-40748275" y="3238700"/>
            <a:chExt cx="322600" cy="316950"/>
          </a:xfrm>
        </p:grpSpPr>
        <p:sp>
          <p:nvSpPr>
            <p:cNvPr id="7927" name="Google Shape;7927;p17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7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7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7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7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7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174"/>
          <p:cNvGrpSpPr/>
          <p:nvPr/>
        </p:nvGrpSpPr>
        <p:grpSpPr>
          <a:xfrm>
            <a:off x="3565862" y="3507162"/>
            <a:ext cx="344701" cy="313993"/>
            <a:chOff x="-40745125" y="3632900"/>
            <a:chExt cx="318225" cy="289875"/>
          </a:xfrm>
        </p:grpSpPr>
        <p:sp>
          <p:nvSpPr>
            <p:cNvPr id="7934" name="Google Shape;7934;p17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7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7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7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7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7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7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174"/>
          <p:cNvGrpSpPr/>
          <p:nvPr/>
        </p:nvGrpSpPr>
        <p:grpSpPr>
          <a:xfrm>
            <a:off x="3569708" y="3874664"/>
            <a:ext cx="337011" cy="343185"/>
            <a:chOff x="-40742750" y="3972175"/>
            <a:chExt cx="311125" cy="316825"/>
          </a:xfrm>
        </p:grpSpPr>
        <p:sp>
          <p:nvSpPr>
            <p:cNvPr id="7942" name="Google Shape;7942;p17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7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174"/>
          <p:cNvGrpSpPr/>
          <p:nvPr/>
        </p:nvGrpSpPr>
        <p:grpSpPr>
          <a:xfrm>
            <a:off x="5639761" y="3061804"/>
            <a:ext cx="247430" cy="342995"/>
            <a:chOff x="-38860325" y="3221750"/>
            <a:chExt cx="228425" cy="316650"/>
          </a:xfrm>
        </p:grpSpPr>
        <p:sp>
          <p:nvSpPr>
            <p:cNvPr id="7945" name="Google Shape;7945;p17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7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7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7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174"/>
          <p:cNvGrpSpPr/>
          <p:nvPr/>
        </p:nvGrpSpPr>
        <p:grpSpPr>
          <a:xfrm>
            <a:off x="5587293" y="3462723"/>
            <a:ext cx="352365" cy="340341"/>
            <a:chOff x="-38905225" y="3591875"/>
            <a:chExt cx="325300" cy="314200"/>
          </a:xfrm>
        </p:grpSpPr>
        <p:sp>
          <p:nvSpPr>
            <p:cNvPr id="7950" name="Google Shape;7950;p17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7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7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3" name="Google Shape;7953;p174"/>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4" name="Google Shape;7954;p174"/>
          <p:cNvGrpSpPr/>
          <p:nvPr/>
        </p:nvGrpSpPr>
        <p:grpSpPr>
          <a:xfrm>
            <a:off x="7262295" y="3419504"/>
            <a:ext cx="269608" cy="342779"/>
            <a:chOff x="-37370925" y="3551975"/>
            <a:chExt cx="248900" cy="316450"/>
          </a:xfrm>
        </p:grpSpPr>
        <p:sp>
          <p:nvSpPr>
            <p:cNvPr id="7955" name="Google Shape;7955;p174"/>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74"/>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7" name="Google Shape;7957;p174"/>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74"/>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9" name="Google Shape;7959;p174"/>
          <p:cNvGrpSpPr/>
          <p:nvPr/>
        </p:nvGrpSpPr>
        <p:grpSpPr>
          <a:xfrm>
            <a:off x="1932108" y="3851836"/>
            <a:ext cx="344701" cy="342995"/>
            <a:chOff x="-42259725" y="3951100"/>
            <a:chExt cx="318225" cy="316650"/>
          </a:xfrm>
        </p:grpSpPr>
        <p:sp>
          <p:nvSpPr>
            <p:cNvPr id="7960" name="Google Shape;7960;p17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7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174"/>
          <p:cNvGrpSpPr/>
          <p:nvPr/>
        </p:nvGrpSpPr>
        <p:grpSpPr>
          <a:xfrm>
            <a:off x="3970164" y="3111306"/>
            <a:ext cx="343835" cy="313126"/>
            <a:chOff x="-40378075" y="3267450"/>
            <a:chExt cx="317425" cy="289075"/>
          </a:xfrm>
        </p:grpSpPr>
        <p:sp>
          <p:nvSpPr>
            <p:cNvPr id="7963" name="Google Shape;7963;p17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7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7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7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174"/>
          <p:cNvGrpSpPr/>
          <p:nvPr/>
        </p:nvGrpSpPr>
        <p:grpSpPr>
          <a:xfrm>
            <a:off x="3973563" y="3476453"/>
            <a:ext cx="337038" cy="342995"/>
            <a:chOff x="-40372575" y="3604550"/>
            <a:chExt cx="311150" cy="316650"/>
          </a:xfrm>
        </p:grpSpPr>
        <p:sp>
          <p:nvSpPr>
            <p:cNvPr id="7968" name="Google Shape;7968;p17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7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7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1" name="Google Shape;7971;p174"/>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2" name="Google Shape;7972;p174"/>
          <p:cNvGrpSpPr/>
          <p:nvPr/>
        </p:nvGrpSpPr>
        <p:grpSpPr>
          <a:xfrm>
            <a:off x="5989185" y="3060098"/>
            <a:ext cx="369940" cy="345026"/>
            <a:chOff x="-38542250" y="3220175"/>
            <a:chExt cx="341525" cy="318525"/>
          </a:xfrm>
        </p:grpSpPr>
        <p:sp>
          <p:nvSpPr>
            <p:cNvPr id="7973" name="Google Shape;7973;p17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7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7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174"/>
          <p:cNvGrpSpPr/>
          <p:nvPr/>
        </p:nvGrpSpPr>
        <p:grpSpPr>
          <a:xfrm>
            <a:off x="6002657" y="3458526"/>
            <a:ext cx="342995" cy="342156"/>
            <a:chOff x="-38537400" y="3588000"/>
            <a:chExt cx="316650" cy="315875"/>
          </a:xfrm>
        </p:grpSpPr>
        <p:sp>
          <p:nvSpPr>
            <p:cNvPr id="7977" name="Google Shape;7977;p17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7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7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7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174"/>
          <p:cNvGrpSpPr/>
          <p:nvPr/>
        </p:nvGrpSpPr>
        <p:grpSpPr>
          <a:xfrm>
            <a:off x="6001804" y="3855248"/>
            <a:ext cx="344701" cy="342995"/>
            <a:chOff x="-38538975" y="3954250"/>
            <a:chExt cx="318225" cy="316650"/>
          </a:xfrm>
        </p:grpSpPr>
        <p:sp>
          <p:nvSpPr>
            <p:cNvPr id="7982" name="Google Shape;7982;p17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7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174"/>
          <p:cNvGrpSpPr/>
          <p:nvPr/>
        </p:nvGrpSpPr>
        <p:grpSpPr>
          <a:xfrm>
            <a:off x="7223057" y="3794670"/>
            <a:ext cx="348086" cy="344701"/>
            <a:chOff x="-37385100" y="3898325"/>
            <a:chExt cx="321350" cy="318225"/>
          </a:xfrm>
        </p:grpSpPr>
        <p:sp>
          <p:nvSpPr>
            <p:cNvPr id="7985" name="Google Shape;7985;p174"/>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74"/>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174"/>
          <p:cNvGrpSpPr/>
          <p:nvPr/>
        </p:nvGrpSpPr>
        <p:grpSpPr>
          <a:xfrm>
            <a:off x="2339986" y="3056902"/>
            <a:ext cx="343862" cy="343645"/>
            <a:chOff x="-41895050" y="3217225"/>
            <a:chExt cx="317450" cy="317250"/>
          </a:xfrm>
        </p:grpSpPr>
        <p:sp>
          <p:nvSpPr>
            <p:cNvPr id="7988" name="Google Shape;7988;p17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7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7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7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7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174"/>
          <p:cNvGrpSpPr/>
          <p:nvPr/>
        </p:nvGrpSpPr>
        <p:grpSpPr>
          <a:xfrm>
            <a:off x="2339567" y="3455114"/>
            <a:ext cx="344701" cy="342995"/>
            <a:chOff x="-41893475" y="3584850"/>
            <a:chExt cx="318225" cy="316650"/>
          </a:xfrm>
        </p:grpSpPr>
        <p:sp>
          <p:nvSpPr>
            <p:cNvPr id="7994" name="Google Shape;7994;p17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7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7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7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174"/>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74"/>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0" name="Google Shape;8000;p174"/>
          <p:cNvGrpSpPr/>
          <p:nvPr/>
        </p:nvGrpSpPr>
        <p:grpSpPr>
          <a:xfrm>
            <a:off x="4391046" y="3477292"/>
            <a:ext cx="312909" cy="343862"/>
            <a:chOff x="-39998250" y="3605325"/>
            <a:chExt cx="288875" cy="317450"/>
          </a:xfrm>
        </p:grpSpPr>
        <p:sp>
          <p:nvSpPr>
            <p:cNvPr id="8001" name="Google Shape;8001;p17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7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174"/>
          <p:cNvGrpSpPr/>
          <p:nvPr/>
        </p:nvGrpSpPr>
        <p:grpSpPr>
          <a:xfrm>
            <a:off x="4376003" y="3874881"/>
            <a:ext cx="342995" cy="342968"/>
            <a:chOff x="-40011050" y="3972375"/>
            <a:chExt cx="316650" cy="316625"/>
          </a:xfrm>
        </p:grpSpPr>
        <p:sp>
          <p:nvSpPr>
            <p:cNvPr id="8004" name="Google Shape;8004;p17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7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174"/>
          <p:cNvGrpSpPr/>
          <p:nvPr/>
        </p:nvGrpSpPr>
        <p:grpSpPr>
          <a:xfrm>
            <a:off x="6452043" y="3062671"/>
            <a:ext cx="247457" cy="342129"/>
            <a:chOff x="-38129425" y="3222550"/>
            <a:chExt cx="228450" cy="315850"/>
          </a:xfrm>
        </p:grpSpPr>
        <p:sp>
          <p:nvSpPr>
            <p:cNvPr id="8007" name="Google Shape;8007;p17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7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174"/>
          <p:cNvGrpSpPr/>
          <p:nvPr/>
        </p:nvGrpSpPr>
        <p:grpSpPr>
          <a:xfrm>
            <a:off x="6403434" y="3458526"/>
            <a:ext cx="344674" cy="342995"/>
            <a:chOff x="-38172725" y="3588000"/>
            <a:chExt cx="318200" cy="316650"/>
          </a:xfrm>
        </p:grpSpPr>
        <p:sp>
          <p:nvSpPr>
            <p:cNvPr id="8010" name="Google Shape;8010;p17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7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7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7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7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7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7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7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174"/>
          <p:cNvGrpSpPr/>
          <p:nvPr/>
        </p:nvGrpSpPr>
        <p:grpSpPr>
          <a:xfrm>
            <a:off x="6473802" y="3856087"/>
            <a:ext cx="203939" cy="342995"/>
            <a:chOff x="-38109725" y="3955025"/>
            <a:chExt cx="188275" cy="316650"/>
          </a:xfrm>
        </p:grpSpPr>
        <p:sp>
          <p:nvSpPr>
            <p:cNvPr id="8019" name="Google Shape;8019;p17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7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1" name="Google Shape;8021;p174"/>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2" name="Google Shape;8022;p174"/>
          <p:cNvGrpSpPr/>
          <p:nvPr/>
        </p:nvGrpSpPr>
        <p:grpSpPr>
          <a:xfrm>
            <a:off x="2740068" y="3058609"/>
            <a:ext cx="346407" cy="342156"/>
            <a:chOff x="-41530375" y="3218800"/>
            <a:chExt cx="319800" cy="315875"/>
          </a:xfrm>
        </p:grpSpPr>
        <p:sp>
          <p:nvSpPr>
            <p:cNvPr id="8023" name="Google Shape;8023;p17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7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174"/>
          <p:cNvGrpSpPr/>
          <p:nvPr/>
        </p:nvGrpSpPr>
        <p:grpSpPr>
          <a:xfrm>
            <a:off x="2742194" y="3529340"/>
            <a:ext cx="342156" cy="267930"/>
            <a:chOff x="-41526450" y="3653375"/>
            <a:chExt cx="315875" cy="247350"/>
          </a:xfrm>
        </p:grpSpPr>
        <p:sp>
          <p:nvSpPr>
            <p:cNvPr id="8026" name="Google Shape;8026;p17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7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174"/>
          <p:cNvGrpSpPr/>
          <p:nvPr/>
        </p:nvGrpSpPr>
        <p:grpSpPr>
          <a:xfrm>
            <a:off x="2743480" y="3851836"/>
            <a:ext cx="339583" cy="342995"/>
            <a:chOff x="-41526450" y="3951100"/>
            <a:chExt cx="313500" cy="316650"/>
          </a:xfrm>
        </p:grpSpPr>
        <p:sp>
          <p:nvSpPr>
            <p:cNvPr id="8029" name="Google Shape;8029;p17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7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7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174"/>
          <p:cNvGrpSpPr/>
          <p:nvPr/>
        </p:nvGrpSpPr>
        <p:grpSpPr>
          <a:xfrm>
            <a:off x="4797395" y="3079731"/>
            <a:ext cx="314832" cy="344701"/>
            <a:chOff x="-39625900" y="3238300"/>
            <a:chExt cx="290650" cy="318225"/>
          </a:xfrm>
        </p:grpSpPr>
        <p:sp>
          <p:nvSpPr>
            <p:cNvPr id="8033" name="Google Shape;8033;p17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7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5" name="Google Shape;8035;p174"/>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6" name="Google Shape;8036;p174"/>
          <p:cNvGrpSpPr/>
          <p:nvPr/>
        </p:nvGrpSpPr>
        <p:grpSpPr>
          <a:xfrm>
            <a:off x="4785019" y="3874475"/>
            <a:ext cx="339583" cy="343429"/>
            <a:chOff x="-39647175" y="3972000"/>
            <a:chExt cx="313500" cy="317050"/>
          </a:xfrm>
        </p:grpSpPr>
        <p:sp>
          <p:nvSpPr>
            <p:cNvPr id="8037" name="Google Shape;8037;p17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7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7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174"/>
          <p:cNvGrpSpPr/>
          <p:nvPr/>
        </p:nvGrpSpPr>
        <p:grpSpPr>
          <a:xfrm>
            <a:off x="6802835" y="3061614"/>
            <a:ext cx="348113" cy="343835"/>
            <a:chOff x="-37808850" y="3221575"/>
            <a:chExt cx="321375" cy="317425"/>
          </a:xfrm>
        </p:grpSpPr>
        <p:sp>
          <p:nvSpPr>
            <p:cNvPr id="8041" name="Google Shape;8041;p17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7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174"/>
          <p:cNvGrpSpPr/>
          <p:nvPr/>
        </p:nvGrpSpPr>
        <p:grpSpPr>
          <a:xfrm>
            <a:off x="6804108" y="3577109"/>
            <a:ext cx="345568" cy="223572"/>
            <a:chOff x="-37806500" y="3697475"/>
            <a:chExt cx="319025" cy="206400"/>
          </a:xfrm>
        </p:grpSpPr>
        <p:sp>
          <p:nvSpPr>
            <p:cNvPr id="8044" name="Google Shape;8044;p17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74"/>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174"/>
          <p:cNvGrpSpPr/>
          <p:nvPr/>
        </p:nvGrpSpPr>
        <p:grpSpPr>
          <a:xfrm>
            <a:off x="6806247" y="3854381"/>
            <a:ext cx="341289" cy="344701"/>
            <a:chOff x="-37804925" y="3953450"/>
            <a:chExt cx="315075" cy="318225"/>
          </a:xfrm>
        </p:grpSpPr>
        <p:sp>
          <p:nvSpPr>
            <p:cNvPr id="8047" name="Google Shape;8047;p17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7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7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0" name="Google Shape;8050;p174"/>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54" name="Shape 8054"/>
        <p:cNvGrpSpPr/>
        <p:nvPr/>
      </p:nvGrpSpPr>
      <p:grpSpPr>
        <a:xfrm>
          <a:off x="0" y="0"/>
          <a:ext cx="0" cy="0"/>
          <a:chOff x="0" y="0"/>
          <a:chExt cx="0" cy="0"/>
        </a:xfrm>
      </p:grpSpPr>
      <p:sp>
        <p:nvSpPr>
          <p:cNvPr id="8055" name="Google Shape;8055;p1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8056" name="Google Shape;8056;p175"/>
          <p:cNvGrpSpPr/>
          <p:nvPr/>
        </p:nvGrpSpPr>
        <p:grpSpPr>
          <a:xfrm>
            <a:off x="1055960" y="1681536"/>
            <a:ext cx="276267" cy="336065"/>
            <a:chOff x="-35830350" y="1912725"/>
            <a:chExt cx="241050" cy="293225"/>
          </a:xfrm>
        </p:grpSpPr>
        <p:sp>
          <p:nvSpPr>
            <p:cNvPr id="8057" name="Google Shape;8057;p175"/>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75"/>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175"/>
          <p:cNvGrpSpPr/>
          <p:nvPr/>
        </p:nvGrpSpPr>
        <p:grpSpPr>
          <a:xfrm>
            <a:off x="1026190" y="2108631"/>
            <a:ext cx="335807" cy="334031"/>
            <a:chOff x="-35854750" y="2272675"/>
            <a:chExt cx="293000" cy="291450"/>
          </a:xfrm>
        </p:grpSpPr>
        <p:sp>
          <p:nvSpPr>
            <p:cNvPr id="8060" name="Google Shape;8060;p175"/>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75"/>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75"/>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175"/>
          <p:cNvGrpSpPr/>
          <p:nvPr/>
        </p:nvGrpSpPr>
        <p:grpSpPr>
          <a:xfrm>
            <a:off x="1025731" y="2502659"/>
            <a:ext cx="336724" cy="334948"/>
            <a:chOff x="-35853975" y="2631825"/>
            <a:chExt cx="293800" cy="292250"/>
          </a:xfrm>
        </p:grpSpPr>
        <p:sp>
          <p:nvSpPr>
            <p:cNvPr id="8064" name="Google Shape;8064;p175"/>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75"/>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75"/>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75"/>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75"/>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175"/>
          <p:cNvGrpSpPr/>
          <p:nvPr/>
        </p:nvGrpSpPr>
        <p:grpSpPr>
          <a:xfrm>
            <a:off x="3140521" y="1682553"/>
            <a:ext cx="334031" cy="334031"/>
            <a:chOff x="-34032200" y="1916675"/>
            <a:chExt cx="291450" cy="291450"/>
          </a:xfrm>
        </p:grpSpPr>
        <p:sp>
          <p:nvSpPr>
            <p:cNvPr id="8070" name="Google Shape;8070;p175"/>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75"/>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75"/>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75"/>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4" name="Google Shape;8074;p175"/>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5" name="Google Shape;8075;p175"/>
          <p:cNvGrpSpPr/>
          <p:nvPr/>
        </p:nvGrpSpPr>
        <p:grpSpPr>
          <a:xfrm>
            <a:off x="3140077" y="2502659"/>
            <a:ext cx="334919" cy="334948"/>
            <a:chOff x="-34032200" y="2634975"/>
            <a:chExt cx="292225" cy="292250"/>
          </a:xfrm>
        </p:grpSpPr>
        <p:sp>
          <p:nvSpPr>
            <p:cNvPr id="8076" name="Google Shape;8076;p175"/>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75"/>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75"/>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175"/>
          <p:cNvGrpSpPr/>
          <p:nvPr/>
        </p:nvGrpSpPr>
        <p:grpSpPr>
          <a:xfrm>
            <a:off x="5239889" y="1682108"/>
            <a:ext cx="338558" cy="334919"/>
            <a:chOff x="-32245875" y="1938725"/>
            <a:chExt cx="295400" cy="292225"/>
          </a:xfrm>
        </p:grpSpPr>
        <p:sp>
          <p:nvSpPr>
            <p:cNvPr id="8080" name="Google Shape;8080;p175"/>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75"/>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75"/>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175"/>
          <p:cNvGrpSpPr/>
          <p:nvPr/>
        </p:nvGrpSpPr>
        <p:grpSpPr>
          <a:xfrm>
            <a:off x="5236737" y="2109303"/>
            <a:ext cx="344861" cy="332684"/>
            <a:chOff x="-32243500" y="2299850"/>
            <a:chExt cx="300900" cy="290275"/>
          </a:xfrm>
        </p:grpSpPr>
        <p:sp>
          <p:nvSpPr>
            <p:cNvPr id="8084" name="Google Shape;8084;p175"/>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75"/>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6" name="Google Shape;8086;p175"/>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7" name="Google Shape;8087;p175"/>
          <p:cNvGrpSpPr/>
          <p:nvPr/>
        </p:nvGrpSpPr>
        <p:grpSpPr>
          <a:xfrm>
            <a:off x="1449401" y="1681651"/>
            <a:ext cx="334919" cy="335836"/>
            <a:chOff x="-35495600" y="1912725"/>
            <a:chExt cx="292225" cy="293025"/>
          </a:xfrm>
        </p:grpSpPr>
        <p:sp>
          <p:nvSpPr>
            <p:cNvPr id="8088" name="Google Shape;8088;p175"/>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75"/>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75"/>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1" name="Google Shape;8091;p175"/>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2" name="Google Shape;8092;p175"/>
          <p:cNvGrpSpPr/>
          <p:nvPr/>
        </p:nvGrpSpPr>
        <p:grpSpPr>
          <a:xfrm>
            <a:off x="1449401" y="2503118"/>
            <a:ext cx="334919" cy="334031"/>
            <a:chOff x="-35495600" y="2631825"/>
            <a:chExt cx="292225" cy="291450"/>
          </a:xfrm>
        </p:grpSpPr>
        <p:sp>
          <p:nvSpPr>
            <p:cNvPr id="8093" name="Google Shape;8093;p175"/>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75"/>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75"/>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75"/>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175"/>
          <p:cNvGrpSpPr/>
          <p:nvPr/>
        </p:nvGrpSpPr>
        <p:grpSpPr>
          <a:xfrm>
            <a:off x="3563288" y="1682553"/>
            <a:ext cx="334031" cy="334031"/>
            <a:chOff x="-33673825" y="1916675"/>
            <a:chExt cx="291450" cy="291450"/>
          </a:xfrm>
        </p:grpSpPr>
        <p:sp>
          <p:nvSpPr>
            <p:cNvPr id="8098" name="Google Shape;8098;p175"/>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75"/>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75"/>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75"/>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175"/>
          <p:cNvGrpSpPr/>
          <p:nvPr/>
        </p:nvGrpSpPr>
        <p:grpSpPr>
          <a:xfrm>
            <a:off x="3561039" y="2107743"/>
            <a:ext cx="338529" cy="335807"/>
            <a:chOff x="-33676975" y="2275050"/>
            <a:chExt cx="295375" cy="293000"/>
          </a:xfrm>
        </p:grpSpPr>
        <p:sp>
          <p:nvSpPr>
            <p:cNvPr id="8103" name="Google Shape;8103;p175"/>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75"/>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75"/>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175"/>
          <p:cNvGrpSpPr/>
          <p:nvPr/>
        </p:nvGrpSpPr>
        <p:grpSpPr>
          <a:xfrm>
            <a:off x="3563288" y="2502444"/>
            <a:ext cx="334031" cy="335378"/>
            <a:chOff x="-33673825" y="2634975"/>
            <a:chExt cx="291450" cy="292625"/>
          </a:xfrm>
        </p:grpSpPr>
        <p:sp>
          <p:nvSpPr>
            <p:cNvPr id="8107" name="Google Shape;8107;p175"/>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75"/>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175"/>
          <p:cNvGrpSpPr/>
          <p:nvPr/>
        </p:nvGrpSpPr>
        <p:grpSpPr>
          <a:xfrm>
            <a:off x="5679739" y="1682524"/>
            <a:ext cx="311453" cy="334088"/>
            <a:chOff x="-31874100" y="1939525"/>
            <a:chExt cx="271750" cy="291500"/>
          </a:xfrm>
        </p:grpSpPr>
        <p:sp>
          <p:nvSpPr>
            <p:cNvPr id="8110" name="Google Shape;8110;p175"/>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75"/>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2" name="Google Shape;8112;p175"/>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3" name="Google Shape;8113;p175"/>
          <p:cNvGrpSpPr/>
          <p:nvPr/>
        </p:nvGrpSpPr>
        <p:grpSpPr>
          <a:xfrm>
            <a:off x="5662132" y="2503504"/>
            <a:ext cx="346667" cy="333257"/>
            <a:chOff x="-31889075" y="2658950"/>
            <a:chExt cx="302475" cy="290775"/>
          </a:xfrm>
        </p:grpSpPr>
        <p:sp>
          <p:nvSpPr>
            <p:cNvPr id="8114" name="Google Shape;8114;p175"/>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75"/>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6" name="Google Shape;8116;p175"/>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7" name="Google Shape;8117;p175"/>
          <p:cNvGrpSpPr/>
          <p:nvPr/>
        </p:nvGrpSpPr>
        <p:grpSpPr>
          <a:xfrm>
            <a:off x="1872611" y="1681651"/>
            <a:ext cx="334919" cy="335836"/>
            <a:chOff x="-35136450" y="1912725"/>
            <a:chExt cx="292225" cy="293025"/>
          </a:xfrm>
        </p:grpSpPr>
        <p:sp>
          <p:nvSpPr>
            <p:cNvPr id="8118" name="Google Shape;8118;p175"/>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75"/>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75"/>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175"/>
          <p:cNvGrpSpPr/>
          <p:nvPr/>
        </p:nvGrpSpPr>
        <p:grpSpPr>
          <a:xfrm>
            <a:off x="1873055" y="2108387"/>
            <a:ext cx="334031" cy="334518"/>
            <a:chOff x="-35134875" y="2272675"/>
            <a:chExt cx="291450" cy="291875"/>
          </a:xfrm>
        </p:grpSpPr>
        <p:sp>
          <p:nvSpPr>
            <p:cNvPr id="8122" name="Google Shape;8122;p175"/>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75"/>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75"/>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75"/>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175"/>
          <p:cNvGrpSpPr/>
          <p:nvPr/>
        </p:nvGrpSpPr>
        <p:grpSpPr>
          <a:xfrm>
            <a:off x="1912324" y="2503118"/>
            <a:ext cx="255494" cy="334031"/>
            <a:chOff x="-35101800" y="2631050"/>
            <a:chExt cx="222925" cy="291450"/>
          </a:xfrm>
        </p:grpSpPr>
        <p:sp>
          <p:nvSpPr>
            <p:cNvPr id="8127" name="Google Shape;8127;p175"/>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75"/>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75"/>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75"/>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175"/>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2" name="Google Shape;8132;p175"/>
          <p:cNvGrpSpPr/>
          <p:nvPr/>
        </p:nvGrpSpPr>
        <p:grpSpPr>
          <a:xfrm>
            <a:off x="3979357" y="2107743"/>
            <a:ext cx="334031" cy="335807"/>
            <a:chOff x="-33314675" y="2275050"/>
            <a:chExt cx="291450" cy="293000"/>
          </a:xfrm>
        </p:grpSpPr>
        <p:sp>
          <p:nvSpPr>
            <p:cNvPr id="8133" name="Google Shape;8133;p175"/>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75"/>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75"/>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6" name="Google Shape;8136;p175"/>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7" name="Google Shape;8137;p175"/>
          <p:cNvGrpSpPr/>
          <p:nvPr/>
        </p:nvGrpSpPr>
        <p:grpSpPr>
          <a:xfrm>
            <a:off x="6090314" y="1682567"/>
            <a:ext cx="334031" cy="334002"/>
            <a:chOff x="-31523625" y="1939525"/>
            <a:chExt cx="291450" cy="291425"/>
          </a:xfrm>
        </p:grpSpPr>
        <p:sp>
          <p:nvSpPr>
            <p:cNvPr id="8138" name="Google Shape;8138;p175"/>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75"/>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75"/>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75"/>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75"/>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75"/>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75"/>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75"/>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75"/>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75"/>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75"/>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175"/>
          <p:cNvGrpSpPr/>
          <p:nvPr/>
        </p:nvGrpSpPr>
        <p:grpSpPr>
          <a:xfrm>
            <a:off x="6089411" y="2108630"/>
            <a:ext cx="335836" cy="334031"/>
            <a:chOff x="-31523625" y="2298675"/>
            <a:chExt cx="293025" cy="291450"/>
          </a:xfrm>
        </p:grpSpPr>
        <p:sp>
          <p:nvSpPr>
            <p:cNvPr id="8150" name="Google Shape;8150;p175"/>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75"/>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75"/>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3" name="Google Shape;8153;p175"/>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75"/>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5" name="Google Shape;8155;p175"/>
          <p:cNvGrpSpPr/>
          <p:nvPr/>
        </p:nvGrpSpPr>
        <p:grpSpPr>
          <a:xfrm>
            <a:off x="2305764" y="1682568"/>
            <a:ext cx="313258" cy="334002"/>
            <a:chOff x="-34767825" y="1914325"/>
            <a:chExt cx="273325" cy="291425"/>
          </a:xfrm>
        </p:grpSpPr>
        <p:sp>
          <p:nvSpPr>
            <p:cNvPr id="8156" name="Google Shape;8156;p175"/>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75"/>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75"/>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175"/>
          <p:cNvGrpSpPr/>
          <p:nvPr/>
        </p:nvGrpSpPr>
        <p:grpSpPr>
          <a:xfrm>
            <a:off x="2294031" y="2107728"/>
            <a:ext cx="336724" cy="335836"/>
            <a:chOff x="-34778075" y="2272675"/>
            <a:chExt cx="293800" cy="293025"/>
          </a:xfrm>
        </p:grpSpPr>
        <p:sp>
          <p:nvSpPr>
            <p:cNvPr id="8160" name="Google Shape;8160;p175"/>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75"/>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75"/>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175"/>
          <p:cNvGrpSpPr/>
          <p:nvPr/>
        </p:nvGrpSpPr>
        <p:grpSpPr>
          <a:xfrm>
            <a:off x="2295378" y="2503118"/>
            <a:ext cx="334031" cy="334031"/>
            <a:chOff x="-34776500" y="2631825"/>
            <a:chExt cx="291450" cy="291450"/>
          </a:xfrm>
        </p:grpSpPr>
        <p:sp>
          <p:nvSpPr>
            <p:cNvPr id="8164" name="Google Shape;8164;p175"/>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75"/>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75"/>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175"/>
          <p:cNvGrpSpPr/>
          <p:nvPr/>
        </p:nvGrpSpPr>
        <p:grpSpPr>
          <a:xfrm>
            <a:off x="4403027" y="1680304"/>
            <a:ext cx="334919" cy="338529"/>
            <a:chOff x="-32956300" y="1915900"/>
            <a:chExt cx="292225" cy="295375"/>
          </a:xfrm>
        </p:grpSpPr>
        <p:sp>
          <p:nvSpPr>
            <p:cNvPr id="8168" name="Google Shape;8168;p175"/>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75"/>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0" name="Google Shape;8170;p175"/>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75"/>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2" name="Google Shape;8172;p175"/>
          <p:cNvGrpSpPr/>
          <p:nvPr/>
        </p:nvGrpSpPr>
        <p:grpSpPr>
          <a:xfrm>
            <a:off x="6507301" y="1682567"/>
            <a:ext cx="336724" cy="334002"/>
            <a:chOff x="-31166825" y="1939525"/>
            <a:chExt cx="293800" cy="291425"/>
          </a:xfrm>
        </p:grpSpPr>
        <p:sp>
          <p:nvSpPr>
            <p:cNvPr id="8173" name="Google Shape;8173;p175"/>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75"/>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75"/>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75"/>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75"/>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75"/>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75"/>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75"/>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75"/>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75"/>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75"/>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175"/>
          <p:cNvGrpSpPr/>
          <p:nvPr/>
        </p:nvGrpSpPr>
        <p:grpSpPr>
          <a:xfrm>
            <a:off x="6508203" y="2108372"/>
            <a:ext cx="334919" cy="334547"/>
            <a:chOff x="-31165250" y="2298675"/>
            <a:chExt cx="292225" cy="291900"/>
          </a:xfrm>
        </p:grpSpPr>
        <p:sp>
          <p:nvSpPr>
            <p:cNvPr id="8185" name="Google Shape;8185;p175"/>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75"/>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75"/>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175"/>
          <p:cNvGrpSpPr/>
          <p:nvPr/>
        </p:nvGrpSpPr>
        <p:grpSpPr>
          <a:xfrm>
            <a:off x="6508662" y="2503131"/>
            <a:ext cx="334002" cy="334002"/>
            <a:chOff x="-31164450" y="2657050"/>
            <a:chExt cx="291425" cy="291425"/>
          </a:xfrm>
        </p:grpSpPr>
        <p:sp>
          <p:nvSpPr>
            <p:cNvPr id="8189" name="Google Shape;8189;p175"/>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75"/>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75"/>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75"/>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3" name="Google Shape;8193;p175"/>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4" name="Google Shape;8194;p175"/>
          <p:cNvGrpSpPr/>
          <p:nvPr/>
        </p:nvGrpSpPr>
        <p:grpSpPr>
          <a:xfrm>
            <a:off x="2709198" y="1682224"/>
            <a:ext cx="338529" cy="334690"/>
            <a:chOff x="-34421275" y="1912725"/>
            <a:chExt cx="295375" cy="292025"/>
          </a:xfrm>
        </p:grpSpPr>
        <p:sp>
          <p:nvSpPr>
            <p:cNvPr id="8195" name="Google Shape;8195;p175"/>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75"/>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175"/>
          <p:cNvGrpSpPr/>
          <p:nvPr/>
        </p:nvGrpSpPr>
        <p:grpSpPr>
          <a:xfrm>
            <a:off x="2708296" y="2107728"/>
            <a:ext cx="340334" cy="335836"/>
            <a:chOff x="-34418125" y="2271100"/>
            <a:chExt cx="296950" cy="293025"/>
          </a:xfrm>
        </p:grpSpPr>
        <p:sp>
          <p:nvSpPr>
            <p:cNvPr id="8198" name="Google Shape;8198;p175"/>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75"/>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75"/>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75"/>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75"/>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175"/>
          <p:cNvGrpSpPr/>
          <p:nvPr/>
        </p:nvGrpSpPr>
        <p:grpSpPr>
          <a:xfrm>
            <a:off x="2709198" y="2503118"/>
            <a:ext cx="338529" cy="334031"/>
            <a:chOff x="-34421275" y="2631050"/>
            <a:chExt cx="295375" cy="291450"/>
          </a:xfrm>
        </p:grpSpPr>
        <p:sp>
          <p:nvSpPr>
            <p:cNvPr id="8204" name="Google Shape;8204;p175"/>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75"/>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75"/>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75"/>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8" name="Google Shape;8208;p175"/>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75"/>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75"/>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1" name="Google Shape;8211;p175"/>
          <p:cNvGrpSpPr/>
          <p:nvPr/>
        </p:nvGrpSpPr>
        <p:grpSpPr>
          <a:xfrm>
            <a:off x="6938569" y="1683011"/>
            <a:ext cx="334031" cy="333114"/>
            <a:chOff x="-30805300" y="1938725"/>
            <a:chExt cx="291450" cy="290650"/>
          </a:xfrm>
        </p:grpSpPr>
        <p:sp>
          <p:nvSpPr>
            <p:cNvPr id="8212" name="Google Shape;8212;p175"/>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75"/>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175"/>
          <p:cNvGrpSpPr/>
          <p:nvPr/>
        </p:nvGrpSpPr>
        <p:grpSpPr>
          <a:xfrm>
            <a:off x="6939028" y="2108816"/>
            <a:ext cx="333114" cy="333658"/>
            <a:chOff x="-30805300" y="2298675"/>
            <a:chExt cx="290650" cy="291125"/>
          </a:xfrm>
        </p:grpSpPr>
        <p:sp>
          <p:nvSpPr>
            <p:cNvPr id="8215" name="Google Shape;8215;p175"/>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75"/>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75"/>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75"/>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175"/>
          <p:cNvGrpSpPr/>
          <p:nvPr/>
        </p:nvGrpSpPr>
        <p:grpSpPr>
          <a:xfrm>
            <a:off x="6938584" y="2503131"/>
            <a:ext cx="334002" cy="334002"/>
            <a:chOff x="-30806075" y="2657050"/>
            <a:chExt cx="291425" cy="291425"/>
          </a:xfrm>
        </p:grpSpPr>
        <p:sp>
          <p:nvSpPr>
            <p:cNvPr id="8220" name="Google Shape;8220;p175"/>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75"/>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75"/>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175"/>
          <p:cNvGrpSpPr/>
          <p:nvPr/>
        </p:nvGrpSpPr>
        <p:grpSpPr>
          <a:xfrm>
            <a:off x="7780406" y="2108643"/>
            <a:ext cx="334002" cy="334002"/>
            <a:chOff x="-30064925" y="2332550"/>
            <a:chExt cx="291425" cy="291425"/>
          </a:xfrm>
        </p:grpSpPr>
        <p:sp>
          <p:nvSpPr>
            <p:cNvPr id="8224" name="Google Shape;8224;p175"/>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75"/>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75"/>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175"/>
          <p:cNvGrpSpPr/>
          <p:nvPr/>
        </p:nvGrpSpPr>
        <p:grpSpPr>
          <a:xfrm>
            <a:off x="1055057" y="3057139"/>
            <a:ext cx="278073" cy="334031"/>
            <a:chOff x="-35814600" y="3202075"/>
            <a:chExt cx="242625" cy="291450"/>
          </a:xfrm>
        </p:grpSpPr>
        <p:sp>
          <p:nvSpPr>
            <p:cNvPr id="8228" name="Google Shape;8228;p175"/>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75"/>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75"/>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75"/>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75"/>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75"/>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75"/>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175"/>
          <p:cNvGrpSpPr/>
          <p:nvPr/>
        </p:nvGrpSpPr>
        <p:grpSpPr>
          <a:xfrm>
            <a:off x="1027077" y="3473603"/>
            <a:ext cx="334031" cy="334260"/>
            <a:chOff x="-35839800" y="3561025"/>
            <a:chExt cx="291450" cy="291650"/>
          </a:xfrm>
        </p:grpSpPr>
        <p:sp>
          <p:nvSpPr>
            <p:cNvPr id="8236" name="Google Shape;8236;p175"/>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75"/>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75"/>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75"/>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75"/>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75"/>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75"/>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3" name="Google Shape;8243;p175"/>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4" name="Google Shape;8244;p175"/>
          <p:cNvGrpSpPr/>
          <p:nvPr/>
        </p:nvGrpSpPr>
        <p:grpSpPr>
          <a:xfrm>
            <a:off x="3140520" y="3057138"/>
            <a:ext cx="334031" cy="334031"/>
            <a:chOff x="-34003850" y="3227275"/>
            <a:chExt cx="291450" cy="291450"/>
          </a:xfrm>
        </p:grpSpPr>
        <p:sp>
          <p:nvSpPr>
            <p:cNvPr id="8245" name="Google Shape;8245;p175"/>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75"/>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75"/>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75"/>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75"/>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175"/>
          <p:cNvGrpSpPr/>
          <p:nvPr/>
        </p:nvGrpSpPr>
        <p:grpSpPr>
          <a:xfrm>
            <a:off x="3140076" y="3473387"/>
            <a:ext cx="334919" cy="334690"/>
            <a:chOff x="-34004625" y="3585850"/>
            <a:chExt cx="292225" cy="292025"/>
          </a:xfrm>
        </p:grpSpPr>
        <p:sp>
          <p:nvSpPr>
            <p:cNvPr id="8251" name="Google Shape;8251;p175"/>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75"/>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75"/>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75"/>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75"/>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175"/>
          <p:cNvGrpSpPr/>
          <p:nvPr/>
        </p:nvGrpSpPr>
        <p:grpSpPr>
          <a:xfrm>
            <a:off x="3139617" y="3884450"/>
            <a:ext cx="335836" cy="334948"/>
            <a:chOff x="-34005425" y="3945575"/>
            <a:chExt cx="293025" cy="292250"/>
          </a:xfrm>
        </p:grpSpPr>
        <p:sp>
          <p:nvSpPr>
            <p:cNvPr id="8257" name="Google Shape;8257;p175"/>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75"/>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75"/>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175"/>
          <p:cNvGrpSpPr/>
          <p:nvPr/>
        </p:nvGrpSpPr>
        <p:grpSpPr>
          <a:xfrm>
            <a:off x="5239900" y="3056237"/>
            <a:ext cx="338529" cy="335836"/>
            <a:chOff x="-32174975" y="3192625"/>
            <a:chExt cx="295375" cy="293025"/>
          </a:xfrm>
        </p:grpSpPr>
        <p:sp>
          <p:nvSpPr>
            <p:cNvPr id="8261" name="Google Shape;8261;p175"/>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75"/>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75"/>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75"/>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5" name="Google Shape;8265;p175"/>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75"/>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7" name="Google Shape;8267;p175"/>
          <p:cNvGrpSpPr/>
          <p:nvPr/>
        </p:nvGrpSpPr>
        <p:grpSpPr>
          <a:xfrm>
            <a:off x="7354858" y="3057140"/>
            <a:ext cx="334919" cy="334031"/>
            <a:chOff x="-30345325" y="3184750"/>
            <a:chExt cx="292225" cy="291450"/>
          </a:xfrm>
        </p:grpSpPr>
        <p:sp>
          <p:nvSpPr>
            <p:cNvPr id="8268" name="Google Shape;8268;p175"/>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75"/>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75"/>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75"/>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75"/>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175"/>
          <p:cNvGrpSpPr/>
          <p:nvPr/>
        </p:nvGrpSpPr>
        <p:grpSpPr>
          <a:xfrm>
            <a:off x="1449844" y="3057139"/>
            <a:ext cx="334031" cy="334031"/>
            <a:chOff x="-35481425" y="3202075"/>
            <a:chExt cx="291450" cy="291450"/>
          </a:xfrm>
        </p:grpSpPr>
        <p:sp>
          <p:nvSpPr>
            <p:cNvPr id="8274" name="Google Shape;8274;p175"/>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75"/>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75"/>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75"/>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75"/>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75"/>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75"/>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175"/>
          <p:cNvGrpSpPr/>
          <p:nvPr/>
        </p:nvGrpSpPr>
        <p:grpSpPr>
          <a:xfrm>
            <a:off x="1449400" y="3474176"/>
            <a:ext cx="334919" cy="333114"/>
            <a:chOff x="-35482200" y="3561225"/>
            <a:chExt cx="292225" cy="290650"/>
          </a:xfrm>
        </p:grpSpPr>
        <p:sp>
          <p:nvSpPr>
            <p:cNvPr id="8282" name="Google Shape;8282;p175"/>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75"/>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75"/>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175"/>
          <p:cNvGrpSpPr/>
          <p:nvPr/>
        </p:nvGrpSpPr>
        <p:grpSpPr>
          <a:xfrm>
            <a:off x="1449844" y="3884924"/>
            <a:ext cx="334031" cy="334002"/>
            <a:chOff x="-35481425" y="3919600"/>
            <a:chExt cx="291450" cy="291425"/>
          </a:xfrm>
        </p:grpSpPr>
        <p:sp>
          <p:nvSpPr>
            <p:cNvPr id="8286" name="Google Shape;8286;p175"/>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75"/>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75"/>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75"/>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75"/>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75"/>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75"/>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75"/>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175"/>
          <p:cNvGrpSpPr/>
          <p:nvPr/>
        </p:nvGrpSpPr>
        <p:grpSpPr>
          <a:xfrm>
            <a:off x="3561481" y="3057596"/>
            <a:ext cx="337641" cy="333114"/>
            <a:chOff x="-33645475" y="3228075"/>
            <a:chExt cx="294600" cy="290650"/>
          </a:xfrm>
        </p:grpSpPr>
        <p:sp>
          <p:nvSpPr>
            <p:cNvPr id="8295" name="Google Shape;8295;p175"/>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75"/>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75"/>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75"/>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75"/>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75"/>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75"/>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175"/>
          <p:cNvGrpSpPr/>
          <p:nvPr/>
        </p:nvGrpSpPr>
        <p:grpSpPr>
          <a:xfrm>
            <a:off x="3562398" y="3473272"/>
            <a:ext cx="335807" cy="334919"/>
            <a:chOff x="-33646250" y="3586425"/>
            <a:chExt cx="293000" cy="292225"/>
          </a:xfrm>
        </p:grpSpPr>
        <p:sp>
          <p:nvSpPr>
            <p:cNvPr id="8303" name="Google Shape;8303;p175"/>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75"/>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175"/>
          <p:cNvGrpSpPr/>
          <p:nvPr/>
        </p:nvGrpSpPr>
        <p:grpSpPr>
          <a:xfrm>
            <a:off x="3562842" y="3884006"/>
            <a:ext cx="334919" cy="335836"/>
            <a:chOff x="-33645475" y="3944800"/>
            <a:chExt cx="292225" cy="293025"/>
          </a:xfrm>
        </p:grpSpPr>
        <p:sp>
          <p:nvSpPr>
            <p:cNvPr id="8306" name="Google Shape;8306;p175"/>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75"/>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75"/>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75"/>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75"/>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75"/>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75"/>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75"/>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75"/>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75"/>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175"/>
          <p:cNvGrpSpPr/>
          <p:nvPr/>
        </p:nvGrpSpPr>
        <p:grpSpPr>
          <a:xfrm>
            <a:off x="5668905" y="3056323"/>
            <a:ext cx="333114" cy="335664"/>
            <a:chOff x="-31809525" y="3192625"/>
            <a:chExt cx="290650" cy="292875"/>
          </a:xfrm>
        </p:grpSpPr>
        <p:sp>
          <p:nvSpPr>
            <p:cNvPr id="8317" name="Google Shape;8317;p175"/>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75"/>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75"/>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75"/>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175"/>
          <p:cNvGrpSpPr/>
          <p:nvPr/>
        </p:nvGrpSpPr>
        <p:grpSpPr>
          <a:xfrm>
            <a:off x="5668446" y="3472816"/>
            <a:ext cx="334031" cy="335836"/>
            <a:chOff x="-31811100" y="3550975"/>
            <a:chExt cx="291450" cy="293025"/>
          </a:xfrm>
        </p:grpSpPr>
        <p:sp>
          <p:nvSpPr>
            <p:cNvPr id="8322" name="Google Shape;8322;p175"/>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75"/>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75"/>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75"/>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75"/>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75"/>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75"/>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175"/>
          <p:cNvGrpSpPr/>
          <p:nvPr/>
        </p:nvGrpSpPr>
        <p:grpSpPr>
          <a:xfrm>
            <a:off x="5662587" y="3883406"/>
            <a:ext cx="345750" cy="337039"/>
            <a:chOff x="-31817400" y="3910025"/>
            <a:chExt cx="301675" cy="294075"/>
          </a:xfrm>
        </p:grpSpPr>
        <p:sp>
          <p:nvSpPr>
            <p:cNvPr id="8330" name="Google Shape;8330;p175"/>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75"/>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75"/>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175"/>
          <p:cNvGrpSpPr/>
          <p:nvPr/>
        </p:nvGrpSpPr>
        <p:grpSpPr>
          <a:xfrm>
            <a:off x="7354844" y="3473273"/>
            <a:ext cx="334948" cy="334919"/>
            <a:chOff x="-30354000" y="3569100"/>
            <a:chExt cx="292250" cy="292225"/>
          </a:xfrm>
        </p:grpSpPr>
        <p:sp>
          <p:nvSpPr>
            <p:cNvPr id="8334" name="Google Shape;8334;p175"/>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75"/>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75"/>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75"/>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75"/>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75"/>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175"/>
          <p:cNvGrpSpPr/>
          <p:nvPr/>
        </p:nvGrpSpPr>
        <p:grpSpPr>
          <a:xfrm>
            <a:off x="1878484" y="3057139"/>
            <a:ext cx="323172" cy="334031"/>
            <a:chOff x="-35118325" y="3202075"/>
            <a:chExt cx="281975" cy="291450"/>
          </a:xfrm>
        </p:grpSpPr>
        <p:sp>
          <p:nvSpPr>
            <p:cNvPr id="8341" name="Google Shape;8341;p175"/>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75"/>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75"/>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75"/>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175"/>
          <p:cNvGrpSpPr/>
          <p:nvPr/>
        </p:nvGrpSpPr>
        <p:grpSpPr>
          <a:xfrm>
            <a:off x="1872611" y="3473918"/>
            <a:ext cx="334919" cy="333630"/>
            <a:chOff x="-35123050" y="3561225"/>
            <a:chExt cx="292225" cy="291100"/>
          </a:xfrm>
        </p:grpSpPr>
        <p:sp>
          <p:nvSpPr>
            <p:cNvPr id="8346" name="Google Shape;8346;p175"/>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75"/>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175"/>
          <p:cNvGrpSpPr/>
          <p:nvPr/>
        </p:nvGrpSpPr>
        <p:grpSpPr>
          <a:xfrm>
            <a:off x="1912337" y="3884924"/>
            <a:ext cx="255466" cy="334002"/>
            <a:chOff x="-35089175" y="3919600"/>
            <a:chExt cx="222900" cy="291425"/>
          </a:xfrm>
        </p:grpSpPr>
        <p:sp>
          <p:nvSpPr>
            <p:cNvPr id="8349" name="Google Shape;8349;p175"/>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75"/>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175"/>
          <p:cNvGrpSpPr/>
          <p:nvPr/>
        </p:nvGrpSpPr>
        <p:grpSpPr>
          <a:xfrm>
            <a:off x="3987479" y="3056908"/>
            <a:ext cx="317785" cy="334489"/>
            <a:chOff x="-33277650" y="3226875"/>
            <a:chExt cx="277275" cy="291850"/>
          </a:xfrm>
        </p:grpSpPr>
        <p:sp>
          <p:nvSpPr>
            <p:cNvPr id="8352" name="Google Shape;8352;p175"/>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75"/>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75"/>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75"/>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75"/>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75"/>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75"/>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175"/>
          <p:cNvGrpSpPr/>
          <p:nvPr/>
        </p:nvGrpSpPr>
        <p:grpSpPr>
          <a:xfrm>
            <a:off x="3979356" y="3473717"/>
            <a:ext cx="334031" cy="334031"/>
            <a:chOff x="-33286325" y="3586425"/>
            <a:chExt cx="291450" cy="291450"/>
          </a:xfrm>
        </p:grpSpPr>
        <p:sp>
          <p:nvSpPr>
            <p:cNvPr id="8360" name="Google Shape;8360;p175"/>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75"/>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75"/>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75"/>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75"/>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175"/>
          <p:cNvGrpSpPr/>
          <p:nvPr/>
        </p:nvGrpSpPr>
        <p:grpSpPr>
          <a:xfrm>
            <a:off x="3979356" y="3884006"/>
            <a:ext cx="334031" cy="335836"/>
            <a:chOff x="-33286325" y="3944800"/>
            <a:chExt cx="291450" cy="293025"/>
          </a:xfrm>
        </p:grpSpPr>
        <p:sp>
          <p:nvSpPr>
            <p:cNvPr id="8366" name="Google Shape;8366;p175"/>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75"/>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75"/>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75"/>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175"/>
          <p:cNvGrpSpPr/>
          <p:nvPr/>
        </p:nvGrpSpPr>
        <p:grpSpPr>
          <a:xfrm>
            <a:off x="6090310" y="3055778"/>
            <a:ext cx="334031" cy="336753"/>
            <a:chOff x="-31452725" y="3191825"/>
            <a:chExt cx="291450" cy="293825"/>
          </a:xfrm>
        </p:grpSpPr>
        <p:sp>
          <p:nvSpPr>
            <p:cNvPr id="8371" name="Google Shape;8371;p175"/>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75"/>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75"/>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75"/>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175"/>
          <p:cNvGrpSpPr/>
          <p:nvPr/>
        </p:nvGrpSpPr>
        <p:grpSpPr>
          <a:xfrm>
            <a:off x="6089866" y="3473274"/>
            <a:ext cx="334919" cy="334919"/>
            <a:chOff x="-31452725" y="3551775"/>
            <a:chExt cx="292225" cy="292225"/>
          </a:xfrm>
        </p:grpSpPr>
        <p:sp>
          <p:nvSpPr>
            <p:cNvPr id="8376" name="Google Shape;8376;p175"/>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75"/>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75"/>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75"/>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175"/>
          <p:cNvGrpSpPr/>
          <p:nvPr/>
        </p:nvGrpSpPr>
        <p:grpSpPr>
          <a:xfrm>
            <a:off x="6088505" y="3883563"/>
            <a:ext cx="337641" cy="336724"/>
            <a:chOff x="-31455100" y="3909350"/>
            <a:chExt cx="294600" cy="293800"/>
          </a:xfrm>
        </p:grpSpPr>
        <p:sp>
          <p:nvSpPr>
            <p:cNvPr id="8381" name="Google Shape;8381;p175"/>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75"/>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175"/>
          <p:cNvGrpSpPr/>
          <p:nvPr/>
        </p:nvGrpSpPr>
        <p:grpSpPr>
          <a:xfrm>
            <a:off x="7355302" y="3884466"/>
            <a:ext cx="334031" cy="334919"/>
            <a:chOff x="-30345325" y="3918800"/>
            <a:chExt cx="291450" cy="292225"/>
          </a:xfrm>
        </p:grpSpPr>
        <p:sp>
          <p:nvSpPr>
            <p:cNvPr id="8384" name="Google Shape;8384;p175"/>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75"/>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75"/>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75"/>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75"/>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175"/>
          <p:cNvGrpSpPr/>
          <p:nvPr/>
        </p:nvGrpSpPr>
        <p:grpSpPr>
          <a:xfrm>
            <a:off x="2305320" y="3057139"/>
            <a:ext cx="314146" cy="334031"/>
            <a:chOff x="-34755225" y="3202075"/>
            <a:chExt cx="274100" cy="291450"/>
          </a:xfrm>
        </p:grpSpPr>
        <p:sp>
          <p:nvSpPr>
            <p:cNvPr id="8390" name="Google Shape;8390;p175"/>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75"/>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75"/>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75"/>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75"/>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75"/>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75"/>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175"/>
          <p:cNvGrpSpPr/>
          <p:nvPr/>
        </p:nvGrpSpPr>
        <p:grpSpPr>
          <a:xfrm>
            <a:off x="2295377" y="3473718"/>
            <a:ext cx="334031" cy="334031"/>
            <a:chOff x="-34763900" y="3561225"/>
            <a:chExt cx="291450" cy="291450"/>
          </a:xfrm>
        </p:grpSpPr>
        <p:sp>
          <p:nvSpPr>
            <p:cNvPr id="8398" name="Google Shape;8398;p175"/>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75"/>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75"/>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1" name="Google Shape;8401;p175"/>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2" name="Google Shape;8402;p175"/>
          <p:cNvGrpSpPr/>
          <p:nvPr/>
        </p:nvGrpSpPr>
        <p:grpSpPr>
          <a:xfrm>
            <a:off x="4403025" y="3056693"/>
            <a:ext cx="334919" cy="334919"/>
            <a:chOff x="-32927950" y="3227275"/>
            <a:chExt cx="292225" cy="292225"/>
          </a:xfrm>
        </p:grpSpPr>
        <p:sp>
          <p:nvSpPr>
            <p:cNvPr id="8403" name="Google Shape;8403;p175"/>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75"/>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75"/>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75"/>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75"/>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175"/>
          <p:cNvGrpSpPr/>
          <p:nvPr/>
        </p:nvGrpSpPr>
        <p:grpSpPr>
          <a:xfrm>
            <a:off x="4402567" y="3473717"/>
            <a:ext cx="335836" cy="334031"/>
            <a:chOff x="-32927950" y="3586425"/>
            <a:chExt cx="293025" cy="291450"/>
          </a:xfrm>
        </p:grpSpPr>
        <p:sp>
          <p:nvSpPr>
            <p:cNvPr id="8409" name="Google Shape;8409;p175"/>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75"/>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75"/>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75"/>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75"/>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175"/>
          <p:cNvGrpSpPr/>
          <p:nvPr/>
        </p:nvGrpSpPr>
        <p:grpSpPr>
          <a:xfrm>
            <a:off x="4403025" y="3884006"/>
            <a:ext cx="334919" cy="335836"/>
            <a:chOff x="-32927950" y="3944800"/>
            <a:chExt cx="292225" cy="293025"/>
          </a:xfrm>
        </p:grpSpPr>
        <p:sp>
          <p:nvSpPr>
            <p:cNvPr id="8415" name="Google Shape;8415;p175"/>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75"/>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75"/>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75"/>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75"/>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75"/>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75"/>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75"/>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75"/>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175"/>
          <p:cNvGrpSpPr/>
          <p:nvPr/>
        </p:nvGrpSpPr>
        <p:grpSpPr>
          <a:xfrm>
            <a:off x="6508199" y="3057025"/>
            <a:ext cx="334919" cy="334260"/>
            <a:chOff x="-31094350" y="3194000"/>
            <a:chExt cx="292225" cy="291650"/>
          </a:xfrm>
        </p:grpSpPr>
        <p:sp>
          <p:nvSpPr>
            <p:cNvPr id="8425" name="Google Shape;8425;p175"/>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75"/>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75"/>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75"/>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75"/>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75"/>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75"/>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75"/>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175"/>
          <p:cNvGrpSpPr/>
          <p:nvPr/>
        </p:nvGrpSpPr>
        <p:grpSpPr>
          <a:xfrm>
            <a:off x="6508644" y="3473460"/>
            <a:ext cx="334031" cy="334547"/>
            <a:chOff x="-31093575" y="3552550"/>
            <a:chExt cx="291450" cy="291900"/>
          </a:xfrm>
        </p:grpSpPr>
        <p:sp>
          <p:nvSpPr>
            <p:cNvPr id="8434" name="Google Shape;8434;p175"/>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75"/>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75"/>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75"/>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175"/>
          <p:cNvGrpSpPr/>
          <p:nvPr/>
        </p:nvGrpSpPr>
        <p:grpSpPr>
          <a:xfrm>
            <a:off x="6508644" y="3884924"/>
            <a:ext cx="334031" cy="334002"/>
            <a:chOff x="-31093575" y="3911725"/>
            <a:chExt cx="291450" cy="291425"/>
          </a:xfrm>
        </p:grpSpPr>
        <p:sp>
          <p:nvSpPr>
            <p:cNvPr id="8439" name="Google Shape;8439;p175"/>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75"/>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175"/>
          <p:cNvGrpSpPr/>
          <p:nvPr/>
        </p:nvGrpSpPr>
        <p:grpSpPr>
          <a:xfrm>
            <a:off x="7779039" y="3056695"/>
            <a:ext cx="336724" cy="334919"/>
            <a:chOff x="-29946000" y="3183175"/>
            <a:chExt cx="293800" cy="292225"/>
          </a:xfrm>
        </p:grpSpPr>
        <p:sp>
          <p:nvSpPr>
            <p:cNvPr id="8442" name="Google Shape;8442;p175"/>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75"/>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75"/>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75"/>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75"/>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75"/>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175"/>
          <p:cNvGrpSpPr/>
          <p:nvPr/>
        </p:nvGrpSpPr>
        <p:grpSpPr>
          <a:xfrm>
            <a:off x="2709198" y="3056895"/>
            <a:ext cx="338529" cy="334518"/>
            <a:chOff x="-34408675" y="3202075"/>
            <a:chExt cx="295375" cy="291875"/>
          </a:xfrm>
        </p:grpSpPr>
        <p:sp>
          <p:nvSpPr>
            <p:cNvPr id="8449" name="Google Shape;8449;p175"/>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75"/>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75"/>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75"/>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175"/>
          <p:cNvGrpSpPr/>
          <p:nvPr/>
        </p:nvGrpSpPr>
        <p:grpSpPr>
          <a:xfrm>
            <a:off x="2711003" y="3472486"/>
            <a:ext cx="334919" cy="336495"/>
            <a:chOff x="-34405525" y="3558075"/>
            <a:chExt cx="292225" cy="293600"/>
          </a:xfrm>
        </p:grpSpPr>
        <p:sp>
          <p:nvSpPr>
            <p:cNvPr id="8454" name="Google Shape;8454;p175"/>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75"/>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75"/>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175"/>
          <p:cNvGrpSpPr/>
          <p:nvPr/>
        </p:nvGrpSpPr>
        <p:grpSpPr>
          <a:xfrm>
            <a:off x="2710544" y="3884924"/>
            <a:ext cx="335836" cy="334002"/>
            <a:chOff x="-34406325" y="3919600"/>
            <a:chExt cx="293025" cy="291425"/>
          </a:xfrm>
        </p:grpSpPr>
        <p:sp>
          <p:nvSpPr>
            <p:cNvPr id="8458" name="Google Shape;8458;p175"/>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75"/>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75"/>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75"/>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75"/>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75"/>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75"/>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175"/>
          <p:cNvGrpSpPr/>
          <p:nvPr/>
        </p:nvGrpSpPr>
        <p:grpSpPr>
          <a:xfrm>
            <a:off x="4826694" y="3062553"/>
            <a:ext cx="334031" cy="323200"/>
            <a:chOff x="-32568800" y="3232000"/>
            <a:chExt cx="291450" cy="282000"/>
          </a:xfrm>
        </p:grpSpPr>
        <p:sp>
          <p:nvSpPr>
            <p:cNvPr id="8466" name="Google Shape;8466;p175"/>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75"/>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175"/>
          <p:cNvGrpSpPr/>
          <p:nvPr/>
        </p:nvGrpSpPr>
        <p:grpSpPr>
          <a:xfrm>
            <a:off x="4826250" y="3473717"/>
            <a:ext cx="334919" cy="334031"/>
            <a:chOff x="-32569575" y="3586425"/>
            <a:chExt cx="292225" cy="291450"/>
          </a:xfrm>
        </p:grpSpPr>
        <p:sp>
          <p:nvSpPr>
            <p:cNvPr id="8469" name="Google Shape;8469;p175"/>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75"/>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175"/>
          <p:cNvGrpSpPr/>
          <p:nvPr/>
        </p:nvGrpSpPr>
        <p:grpSpPr>
          <a:xfrm>
            <a:off x="4817669" y="3884579"/>
            <a:ext cx="352082" cy="334690"/>
            <a:chOff x="-32576675" y="3944600"/>
            <a:chExt cx="307200" cy="292025"/>
          </a:xfrm>
        </p:grpSpPr>
        <p:sp>
          <p:nvSpPr>
            <p:cNvPr id="8472" name="Google Shape;8472;p175"/>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75"/>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175"/>
          <p:cNvGrpSpPr/>
          <p:nvPr/>
        </p:nvGrpSpPr>
        <p:grpSpPr>
          <a:xfrm>
            <a:off x="6938122" y="3056695"/>
            <a:ext cx="334919" cy="334919"/>
            <a:chOff x="-30735200" y="3192625"/>
            <a:chExt cx="292225" cy="292225"/>
          </a:xfrm>
        </p:grpSpPr>
        <p:sp>
          <p:nvSpPr>
            <p:cNvPr id="8475" name="Google Shape;8475;p175"/>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75"/>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75"/>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75"/>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75"/>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75"/>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75"/>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175"/>
          <p:cNvGrpSpPr/>
          <p:nvPr/>
        </p:nvGrpSpPr>
        <p:grpSpPr>
          <a:xfrm>
            <a:off x="6938122" y="3474019"/>
            <a:ext cx="334919" cy="333429"/>
            <a:chOff x="-30735200" y="3552550"/>
            <a:chExt cx="292225" cy="290925"/>
          </a:xfrm>
        </p:grpSpPr>
        <p:sp>
          <p:nvSpPr>
            <p:cNvPr id="8483" name="Google Shape;8483;p175"/>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75"/>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175"/>
          <p:cNvGrpSpPr/>
          <p:nvPr/>
        </p:nvGrpSpPr>
        <p:grpSpPr>
          <a:xfrm>
            <a:off x="6938122" y="3884910"/>
            <a:ext cx="334919" cy="334031"/>
            <a:chOff x="-30735200" y="3910925"/>
            <a:chExt cx="292225" cy="291450"/>
          </a:xfrm>
        </p:grpSpPr>
        <p:sp>
          <p:nvSpPr>
            <p:cNvPr id="8486" name="Google Shape;8486;p175"/>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75"/>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8" name="Google Shape;8488;p175"/>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9" name="Google Shape;8489;p175"/>
          <p:cNvGrpSpPr/>
          <p:nvPr/>
        </p:nvGrpSpPr>
        <p:grpSpPr>
          <a:xfrm>
            <a:off x="7360282" y="1678487"/>
            <a:ext cx="329539" cy="328617"/>
            <a:chOff x="2821450" y="2957850"/>
            <a:chExt cx="259275" cy="258550"/>
          </a:xfrm>
        </p:grpSpPr>
        <p:sp>
          <p:nvSpPr>
            <p:cNvPr id="8490" name="Google Shape;8490;p175"/>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75"/>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75"/>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96" name="Shape 8496"/>
        <p:cNvGrpSpPr/>
        <p:nvPr/>
      </p:nvGrpSpPr>
      <p:grpSpPr>
        <a:xfrm>
          <a:off x="0" y="0"/>
          <a:ext cx="0" cy="0"/>
          <a:chOff x="0" y="0"/>
          <a:chExt cx="0" cy="0"/>
        </a:xfrm>
      </p:grpSpPr>
      <p:sp>
        <p:nvSpPr>
          <p:cNvPr id="8497" name="Google Shape;8497;p1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8498" name="Google Shape;8498;p176"/>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9" name="Google Shape;8499;p176"/>
          <p:cNvGrpSpPr/>
          <p:nvPr/>
        </p:nvGrpSpPr>
        <p:grpSpPr>
          <a:xfrm>
            <a:off x="1022516" y="2111640"/>
            <a:ext cx="334886" cy="335791"/>
            <a:chOff x="-28467625" y="2331750"/>
            <a:chExt cx="296150" cy="296950"/>
          </a:xfrm>
        </p:grpSpPr>
        <p:sp>
          <p:nvSpPr>
            <p:cNvPr id="8500" name="Google Shape;8500;p17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7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176"/>
          <p:cNvGrpSpPr/>
          <p:nvPr/>
        </p:nvGrpSpPr>
        <p:grpSpPr>
          <a:xfrm>
            <a:off x="1035873" y="2530673"/>
            <a:ext cx="308171" cy="332257"/>
            <a:chOff x="-28461325" y="2701925"/>
            <a:chExt cx="272525" cy="293825"/>
          </a:xfrm>
        </p:grpSpPr>
        <p:sp>
          <p:nvSpPr>
            <p:cNvPr id="8503" name="Google Shape;8503;p17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7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7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176"/>
          <p:cNvGrpSpPr/>
          <p:nvPr/>
        </p:nvGrpSpPr>
        <p:grpSpPr>
          <a:xfrm>
            <a:off x="3139340" y="1749163"/>
            <a:ext cx="334886" cy="214654"/>
            <a:chOff x="-26585200" y="2025375"/>
            <a:chExt cx="296150" cy="189825"/>
          </a:xfrm>
        </p:grpSpPr>
        <p:sp>
          <p:nvSpPr>
            <p:cNvPr id="8507" name="Google Shape;8507;p176"/>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76"/>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76"/>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76"/>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76"/>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176"/>
          <p:cNvGrpSpPr/>
          <p:nvPr/>
        </p:nvGrpSpPr>
        <p:grpSpPr>
          <a:xfrm>
            <a:off x="3139779" y="2112531"/>
            <a:ext cx="334010" cy="334010"/>
            <a:chOff x="-26584425" y="2340425"/>
            <a:chExt cx="295375" cy="295375"/>
          </a:xfrm>
        </p:grpSpPr>
        <p:sp>
          <p:nvSpPr>
            <p:cNvPr id="8513" name="Google Shape;8513;p176"/>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76"/>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76"/>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76"/>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76"/>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176"/>
          <p:cNvGrpSpPr/>
          <p:nvPr/>
        </p:nvGrpSpPr>
        <p:grpSpPr>
          <a:xfrm>
            <a:off x="3134888" y="2529683"/>
            <a:ext cx="343791" cy="334236"/>
            <a:chOff x="-26585200" y="2710400"/>
            <a:chExt cx="304025" cy="295575"/>
          </a:xfrm>
        </p:grpSpPr>
        <p:sp>
          <p:nvSpPr>
            <p:cNvPr id="8519" name="Google Shape;8519;p176"/>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76"/>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76"/>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76"/>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76"/>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76"/>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76"/>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76"/>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76"/>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76"/>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76"/>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76"/>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176"/>
          <p:cNvGrpSpPr/>
          <p:nvPr/>
        </p:nvGrpSpPr>
        <p:grpSpPr>
          <a:xfrm>
            <a:off x="5239477" y="1689471"/>
            <a:ext cx="334915" cy="334038"/>
            <a:chOff x="-24709875" y="1970225"/>
            <a:chExt cx="296175" cy="295400"/>
          </a:xfrm>
        </p:grpSpPr>
        <p:sp>
          <p:nvSpPr>
            <p:cNvPr id="8532" name="Google Shape;8532;p176"/>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76"/>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176"/>
          <p:cNvGrpSpPr/>
          <p:nvPr/>
        </p:nvGrpSpPr>
        <p:grpSpPr>
          <a:xfrm>
            <a:off x="5269754" y="2112093"/>
            <a:ext cx="274360" cy="334886"/>
            <a:chOff x="-24683100" y="2340425"/>
            <a:chExt cx="242625" cy="296150"/>
          </a:xfrm>
        </p:grpSpPr>
        <p:sp>
          <p:nvSpPr>
            <p:cNvPr id="8535" name="Google Shape;8535;p176"/>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76"/>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76"/>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76"/>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9" name="Google Shape;8539;p176"/>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0" name="Google Shape;8540;p176"/>
          <p:cNvGrpSpPr/>
          <p:nvPr/>
        </p:nvGrpSpPr>
        <p:grpSpPr>
          <a:xfrm>
            <a:off x="7356246" y="1689471"/>
            <a:ext cx="341134" cy="334038"/>
            <a:chOff x="-22881800" y="1971800"/>
            <a:chExt cx="301675" cy="295400"/>
          </a:xfrm>
        </p:grpSpPr>
        <p:sp>
          <p:nvSpPr>
            <p:cNvPr id="8541" name="Google Shape;8541;p176"/>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76"/>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76"/>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76"/>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76"/>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76"/>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7" name="Google Shape;8547;p176"/>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76"/>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9" name="Google Shape;8549;p176"/>
          <p:cNvGrpSpPr/>
          <p:nvPr/>
        </p:nvGrpSpPr>
        <p:grpSpPr>
          <a:xfrm>
            <a:off x="1498540" y="2529344"/>
            <a:ext cx="215559" cy="334915"/>
            <a:chOff x="-28043900" y="2701925"/>
            <a:chExt cx="190625" cy="296175"/>
          </a:xfrm>
        </p:grpSpPr>
        <p:sp>
          <p:nvSpPr>
            <p:cNvPr id="8550" name="Google Shape;8550;p176"/>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76"/>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76"/>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76"/>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76"/>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176"/>
          <p:cNvGrpSpPr/>
          <p:nvPr/>
        </p:nvGrpSpPr>
        <p:grpSpPr>
          <a:xfrm>
            <a:off x="3553468" y="1689485"/>
            <a:ext cx="334915" cy="334010"/>
            <a:chOff x="-26215025" y="1971025"/>
            <a:chExt cx="296175" cy="295375"/>
          </a:xfrm>
        </p:grpSpPr>
        <p:sp>
          <p:nvSpPr>
            <p:cNvPr id="8556" name="Google Shape;8556;p176"/>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76"/>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76"/>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76"/>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76"/>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76"/>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76"/>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76"/>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176"/>
          <p:cNvGrpSpPr/>
          <p:nvPr/>
        </p:nvGrpSpPr>
        <p:grpSpPr>
          <a:xfrm>
            <a:off x="3553015" y="2112969"/>
            <a:ext cx="335819" cy="333134"/>
            <a:chOff x="-26215825" y="2341200"/>
            <a:chExt cx="296975" cy="294600"/>
          </a:xfrm>
        </p:grpSpPr>
        <p:sp>
          <p:nvSpPr>
            <p:cNvPr id="8565" name="Google Shape;8565;p176"/>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76"/>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176"/>
          <p:cNvGrpSpPr/>
          <p:nvPr/>
        </p:nvGrpSpPr>
        <p:grpSpPr>
          <a:xfrm>
            <a:off x="3583307" y="2529796"/>
            <a:ext cx="275237" cy="334010"/>
            <a:chOff x="-26179575" y="2710600"/>
            <a:chExt cx="243400" cy="295375"/>
          </a:xfrm>
        </p:grpSpPr>
        <p:sp>
          <p:nvSpPr>
            <p:cNvPr id="8568" name="Google Shape;8568;p176"/>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76"/>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76"/>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176"/>
          <p:cNvGrpSpPr/>
          <p:nvPr/>
        </p:nvGrpSpPr>
        <p:grpSpPr>
          <a:xfrm>
            <a:off x="5672692" y="1689485"/>
            <a:ext cx="318886" cy="334010"/>
            <a:chOff x="-24328675" y="1971025"/>
            <a:chExt cx="282000" cy="295375"/>
          </a:xfrm>
        </p:grpSpPr>
        <p:sp>
          <p:nvSpPr>
            <p:cNvPr id="8572" name="Google Shape;8572;p176"/>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76"/>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176"/>
          <p:cNvGrpSpPr/>
          <p:nvPr/>
        </p:nvGrpSpPr>
        <p:grpSpPr>
          <a:xfrm>
            <a:off x="5674926" y="2112531"/>
            <a:ext cx="314419" cy="334010"/>
            <a:chOff x="-24330250" y="2340425"/>
            <a:chExt cx="278050" cy="295375"/>
          </a:xfrm>
        </p:grpSpPr>
        <p:sp>
          <p:nvSpPr>
            <p:cNvPr id="8575" name="Google Shape;8575;p176"/>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76"/>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76"/>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76"/>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76"/>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76"/>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76"/>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176"/>
          <p:cNvGrpSpPr/>
          <p:nvPr/>
        </p:nvGrpSpPr>
        <p:grpSpPr>
          <a:xfrm>
            <a:off x="5665130" y="2529796"/>
            <a:ext cx="334010" cy="334010"/>
            <a:chOff x="-24338900" y="2710600"/>
            <a:chExt cx="295375" cy="295375"/>
          </a:xfrm>
        </p:grpSpPr>
        <p:sp>
          <p:nvSpPr>
            <p:cNvPr id="8583" name="Google Shape;8583;p176"/>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76"/>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176"/>
          <p:cNvGrpSpPr/>
          <p:nvPr/>
        </p:nvGrpSpPr>
        <p:grpSpPr>
          <a:xfrm>
            <a:off x="7358918" y="2113096"/>
            <a:ext cx="335791" cy="332879"/>
            <a:chOff x="-22859750" y="2335900"/>
            <a:chExt cx="296950" cy="294375"/>
          </a:xfrm>
        </p:grpSpPr>
        <p:sp>
          <p:nvSpPr>
            <p:cNvPr id="8586" name="Google Shape;8586;p176"/>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76"/>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76"/>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176"/>
          <p:cNvGrpSpPr/>
          <p:nvPr/>
        </p:nvGrpSpPr>
        <p:grpSpPr>
          <a:xfrm>
            <a:off x="1882340" y="1689470"/>
            <a:ext cx="294828" cy="334038"/>
            <a:chOff x="-27710725" y="1959200"/>
            <a:chExt cx="260725" cy="295400"/>
          </a:xfrm>
        </p:grpSpPr>
        <p:sp>
          <p:nvSpPr>
            <p:cNvPr id="8590" name="Google Shape;8590;p176"/>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76"/>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176"/>
          <p:cNvGrpSpPr/>
          <p:nvPr/>
        </p:nvGrpSpPr>
        <p:grpSpPr>
          <a:xfrm>
            <a:off x="1861406" y="2170414"/>
            <a:ext cx="336696" cy="218244"/>
            <a:chOff x="-27728850" y="2382950"/>
            <a:chExt cx="297750" cy="193000"/>
          </a:xfrm>
        </p:grpSpPr>
        <p:sp>
          <p:nvSpPr>
            <p:cNvPr id="8593" name="Google Shape;8593;p176"/>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76"/>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76"/>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176"/>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76"/>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8" name="Google Shape;8598;p176"/>
          <p:cNvGrpSpPr/>
          <p:nvPr/>
        </p:nvGrpSpPr>
        <p:grpSpPr>
          <a:xfrm>
            <a:off x="3971638" y="2121436"/>
            <a:ext cx="334915" cy="316200"/>
            <a:chOff x="-25844850" y="2357750"/>
            <a:chExt cx="296175" cy="279625"/>
          </a:xfrm>
        </p:grpSpPr>
        <p:sp>
          <p:nvSpPr>
            <p:cNvPr id="8599" name="Google Shape;8599;p176"/>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76"/>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76"/>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76"/>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76"/>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76"/>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5" name="Google Shape;8605;p176"/>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6" name="Google Shape;8606;p176"/>
          <p:cNvGrpSpPr/>
          <p:nvPr/>
        </p:nvGrpSpPr>
        <p:grpSpPr>
          <a:xfrm>
            <a:off x="6145995" y="1689471"/>
            <a:ext cx="216463" cy="334038"/>
            <a:chOff x="-23917525" y="1970225"/>
            <a:chExt cx="191425" cy="295400"/>
          </a:xfrm>
        </p:grpSpPr>
        <p:sp>
          <p:nvSpPr>
            <p:cNvPr id="8607" name="Google Shape;8607;p176"/>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76"/>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76"/>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176"/>
          <p:cNvGrpSpPr/>
          <p:nvPr/>
        </p:nvGrpSpPr>
        <p:grpSpPr>
          <a:xfrm>
            <a:off x="6103703" y="2112093"/>
            <a:ext cx="301047" cy="334886"/>
            <a:chOff x="-23952175" y="2340425"/>
            <a:chExt cx="266225" cy="296150"/>
          </a:xfrm>
        </p:grpSpPr>
        <p:sp>
          <p:nvSpPr>
            <p:cNvPr id="8611" name="Google Shape;8611;p176"/>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76"/>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3" name="Google Shape;8613;p176"/>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4" name="Google Shape;8614;p176"/>
          <p:cNvGrpSpPr/>
          <p:nvPr/>
        </p:nvGrpSpPr>
        <p:grpSpPr>
          <a:xfrm>
            <a:off x="7413691" y="2528453"/>
            <a:ext cx="226245" cy="336696"/>
            <a:chOff x="-22811700" y="2700350"/>
            <a:chExt cx="200075" cy="297750"/>
          </a:xfrm>
        </p:grpSpPr>
        <p:sp>
          <p:nvSpPr>
            <p:cNvPr id="8615" name="Google Shape;8615;p176"/>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76"/>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76"/>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176"/>
          <p:cNvGrpSpPr/>
          <p:nvPr/>
        </p:nvGrpSpPr>
        <p:grpSpPr>
          <a:xfrm>
            <a:off x="2286183" y="1689032"/>
            <a:ext cx="335791" cy="334915"/>
            <a:chOff x="-27358650" y="1961575"/>
            <a:chExt cx="296950" cy="296175"/>
          </a:xfrm>
        </p:grpSpPr>
        <p:sp>
          <p:nvSpPr>
            <p:cNvPr id="8619" name="Google Shape;8619;p17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7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1" name="Google Shape;8621;p176"/>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76"/>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76"/>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4" name="Google Shape;8624;p176"/>
          <p:cNvGrpSpPr/>
          <p:nvPr/>
        </p:nvGrpSpPr>
        <p:grpSpPr>
          <a:xfrm>
            <a:off x="4399008" y="2122327"/>
            <a:ext cx="337572" cy="314419"/>
            <a:chOff x="-25477800" y="2357750"/>
            <a:chExt cx="298525" cy="278050"/>
          </a:xfrm>
        </p:grpSpPr>
        <p:sp>
          <p:nvSpPr>
            <p:cNvPr id="8625" name="Google Shape;8625;p176"/>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76"/>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7" name="Google Shape;8627;p176"/>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8" name="Google Shape;8628;p176"/>
          <p:cNvGrpSpPr/>
          <p:nvPr/>
        </p:nvGrpSpPr>
        <p:grpSpPr>
          <a:xfrm>
            <a:off x="6512437" y="1689485"/>
            <a:ext cx="334915" cy="334010"/>
            <a:chOff x="-23599325" y="1971025"/>
            <a:chExt cx="296175" cy="295375"/>
          </a:xfrm>
        </p:grpSpPr>
        <p:sp>
          <p:nvSpPr>
            <p:cNvPr id="8629" name="Google Shape;8629;p176"/>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76"/>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176"/>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76"/>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76"/>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4" name="Google Shape;8634;p176"/>
          <p:cNvGrpSpPr/>
          <p:nvPr/>
        </p:nvGrpSpPr>
        <p:grpSpPr>
          <a:xfrm>
            <a:off x="2705151" y="1689145"/>
            <a:ext cx="341134" cy="334689"/>
            <a:chOff x="-26993200" y="1961775"/>
            <a:chExt cx="301675" cy="295975"/>
          </a:xfrm>
        </p:grpSpPr>
        <p:sp>
          <p:nvSpPr>
            <p:cNvPr id="8635" name="Google Shape;8635;p176"/>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76"/>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76"/>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176"/>
          <p:cNvGrpSpPr/>
          <p:nvPr/>
        </p:nvGrpSpPr>
        <p:grpSpPr>
          <a:xfrm>
            <a:off x="2728756" y="2112531"/>
            <a:ext cx="293923" cy="334010"/>
            <a:chOff x="-26970350" y="2332550"/>
            <a:chExt cx="259925" cy="295375"/>
          </a:xfrm>
        </p:grpSpPr>
        <p:sp>
          <p:nvSpPr>
            <p:cNvPr id="8639" name="Google Shape;8639;p176"/>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76"/>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176"/>
          <p:cNvGrpSpPr/>
          <p:nvPr/>
        </p:nvGrpSpPr>
        <p:grpSpPr>
          <a:xfrm>
            <a:off x="2709165" y="2559635"/>
            <a:ext cx="333105" cy="274332"/>
            <a:chOff x="-26986100" y="2735800"/>
            <a:chExt cx="294575" cy="242600"/>
          </a:xfrm>
        </p:grpSpPr>
        <p:sp>
          <p:nvSpPr>
            <p:cNvPr id="8642" name="Google Shape;8642;p176"/>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76"/>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4" name="Google Shape;8644;p176"/>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5" name="Google Shape;8645;p176"/>
          <p:cNvGrpSpPr/>
          <p:nvPr/>
        </p:nvGrpSpPr>
        <p:grpSpPr>
          <a:xfrm>
            <a:off x="4817616" y="2112093"/>
            <a:ext cx="334010" cy="334886"/>
            <a:chOff x="-25104475" y="2340425"/>
            <a:chExt cx="295375" cy="296150"/>
          </a:xfrm>
        </p:grpSpPr>
        <p:sp>
          <p:nvSpPr>
            <p:cNvPr id="8646" name="Google Shape;8646;p176"/>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76"/>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76"/>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76"/>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76"/>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76"/>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76"/>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76"/>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76"/>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5" name="Google Shape;8655;p176"/>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6" name="Google Shape;8656;p176"/>
          <p:cNvGrpSpPr/>
          <p:nvPr/>
        </p:nvGrpSpPr>
        <p:grpSpPr>
          <a:xfrm>
            <a:off x="6935871" y="1689032"/>
            <a:ext cx="335791" cy="334915"/>
            <a:chOff x="-23229925" y="1970225"/>
            <a:chExt cx="296950" cy="296175"/>
          </a:xfrm>
        </p:grpSpPr>
        <p:sp>
          <p:nvSpPr>
            <p:cNvPr id="8657" name="Google Shape;8657;p17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7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7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7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176"/>
          <p:cNvGrpSpPr/>
          <p:nvPr/>
        </p:nvGrpSpPr>
        <p:grpSpPr>
          <a:xfrm>
            <a:off x="6975944" y="2111641"/>
            <a:ext cx="255646" cy="335791"/>
            <a:chOff x="-23177950" y="2340425"/>
            <a:chExt cx="226075" cy="296950"/>
          </a:xfrm>
        </p:grpSpPr>
        <p:sp>
          <p:nvSpPr>
            <p:cNvPr id="8662" name="Google Shape;8662;p176"/>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76"/>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176"/>
          <p:cNvGrpSpPr/>
          <p:nvPr/>
        </p:nvGrpSpPr>
        <p:grpSpPr>
          <a:xfrm>
            <a:off x="6936309" y="2529344"/>
            <a:ext cx="334915" cy="334915"/>
            <a:chOff x="-23229150" y="2710600"/>
            <a:chExt cx="296175" cy="296175"/>
          </a:xfrm>
        </p:grpSpPr>
        <p:sp>
          <p:nvSpPr>
            <p:cNvPr id="8665" name="Google Shape;8665;p176"/>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76"/>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176"/>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8" name="Google Shape;8668;p176"/>
          <p:cNvGrpSpPr/>
          <p:nvPr/>
        </p:nvGrpSpPr>
        <p:grpSpPr>
          <a:xfrm>
            <a:off x="1021159" y="3058276"/>
            <a:ext cx="337600" cy="293047"/>
            <a:chOff x="-28462125" y="3199700"/>
            <a:chExt cx="298550" cy="259150"/>
          </a:xfrm>
        </p:grpSpPr>
        <p:sp>
          <p:nvSpPr>
            <p:cNvPr id="8669" name="Google Shape;8669;p176"/>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76"/>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76"/>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176"/>
          <p:cNvGrpSpPr/>
          <p:nvPr/>
        </p:nvGrpSpPr>
        <p:grpSpPr>
          <a:xfrm>
            <a:off x="1022064" y="3449815"/>
            <a:ext cx="335791" cy="334915"/>
            <a:chOff x="-28461325" y="3545475"/>
            <a:chExt cx="296950" cy="296175"/>
          </a:xfrm>
        </p:grpSpPr>
        <p:sp>
          <p:nvSpPr>
            <p:cNvPr id="8673" name="Google Shape;8673;p176"/>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76"/>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76"/>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76"/>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76"/>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76"/>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176"/>
          <p:cNvGrpSpPr/>
          <p:nvPr/>
        </p:nvGrpSpPr>
        <p:grpSpPr>
          <a:xfrm>
            <a:off x="1018487" y="3884028"/>
            <a:ext cx="342943" cy="334886"/>
            <a:chOff x="-28463700" y="3914875"/>
            <a:chExt cx="303275" cy="296150"/>
          </a:xfrm>
        </p:grpSpPr>
        <p:sp>
          <p:nvSpPr>
            <p:cNvPr id="8680" name="Google Shape;8680;p176"/>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76"/>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176"/>
          <p:cNvGrpSpPr/>
          <p:nvPr/>
        </p:nvGrpSpPr>
        <p:grpSpPr>
          <a:xfrm>
            <a:off x="3139779" y="3097020"/>
            <a:ext cx="334010" cy="215559"/>
            <a:chOff x="-26573400" y="3224125"/>
            <a:chExt cx="295375" cy="190625"/>
          </a:xfrm>
        </p:grpSpPr>
        <p:sp>
          <p:nvSpPr>
            <p:cNvPr id="8683" name="Google Shape;8683;p176"/>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76"/>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176"/>
          <p:cNvGrpSpPr/>
          <p:nvPr/>
        </p:nvGrpSpPr>
        <p:grpSpPr>
          <a:xfrm>
            <a:off x="3139779" y="3450254"/>
            <a:ext cx="334010" cy="334038"/>
            <a:chOff x="-26573400" y="3546250"/>
            <a:chExt cx="295375" cy="295400"/>
          </a:xfrm>
        </p:grpSpPr>
        <p:sp>
          <p:nvSpPr>
            <p:cNvPr id="8686" name="Google Shape;8686;p176"/>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76"/>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76"/>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76"/>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76"/>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176"/>
          <p:cNvGrpSpPr/>
          <p:nvPr/>
        </p:nvGrpSpPr>
        <p:grpSpPr>
          <a:xfrm>
            <a:off x="3128655" y="3884339"/>
            <a:ext cx="356259" cy="334264"/>
            <a:chOff x="-26583625" y="3917025"/>
            <a:chExt cx="315050" cy="295600"/>
          </a:xfrm>
        </p:grpSpPr>
        <p:sp>
          <p:nvSpPr>
            <p:cNvPr id="8692" name="Google Shape;8692;p176"/>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76"/>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76"/>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76"/>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6" name="Google Shape;8696;p176"/>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176"/>
          <p:cNvGrpSpPr/>
          <p:nvPr/>
        </p:nvGrpSpPr>
        <p:grpSpPr>
          <a:xfrm>
            <a:off x="5269754" y="3449815"/>
            <a:ext cx="274360" cy="334915"/>
            <a:chOff x="-24694925" y="3518700"/>
            <a:chExt cx="242625" cy="296175"/>
          </a:xfrm>
        </p:grpSpPr>
        <p:sp>
          <p:nvSpPr>
            <p:cNvPr id="8698" name="Google Shape;8698;p176"/>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76"/>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76"/>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76"/>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176"/>
          <p:cNvGrpSpPr/>
          <p:nvPr/>
        </p:nvGrpSpPr>
        <p:grpSpPr>
          <a:xfrm>
            <a:off x="5269315" y="3884014"/>
            <a:ext cx="275237" cy="334915"/>
            <a:chOff x="-24709100" y="3888875"/>
            <a:chExt cx="243400" cy="296175"/>
          </a:xfrm>
        </p:grpSpPr>
        <p:sp>
          <p:nvSpPr>
            <p:cNvPr id="8703" name="Google Shape;8703;p176"/>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76"/>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76"/>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176"/>
          <p:cNvGrpSpPr/>
          <p:nvPr/>
        </p:nvGrpSpPr>
        <p:grpSpPr>
          <a:xfrm>
            <a:off x="7357589" y="3038896"/>
            <a:ext cx="338448" cy="331805"/>
            <a:chOff x="-22863675" y="3131775"/>
            <a:chExt cx="299300" cy="293425"/>
          </a:xfrm>
        </p:grpSpPr>
        <p:sp>
          <p:nvSpPr>
            <p:cNvPr id="8707" name="Google Shape;8707;p17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7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7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176"/>
          <p:cNvGrpSpPr/>
          <p:nvPr/>
        </p:nvGrpSpPr>
        <p:grpSpPr>
          <a:xfrm>
            <a:off x="1458906" y="3037356"/>
            <a:ext cx="294828" cy="334886"/>
            <a:chOff x="-28069875" y="3175300"/>
            <a:chExt cx="260725" cy="296150"/>
          </a:xfrm>
        </p:grpSpPr>
        <p:sp>
          <p:nvSpPr>
            <p:cNvPr id="8711" name="Google Shape;8711;p176"/>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76"/>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76"/>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76"/>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76"/>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76"/>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76"/>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76"/>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76"/>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0" name="Google Shape;8720;p176"/>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1" name="Google Shape;8721;p176"/>
          <p:cNvGrpSpPr/>
          <p:nvPr/>
        </p:nvGrpSpPr>
        <p:grpSpPr>
          <a:xfrm>
            <a:off x="1498088" y="3884467"/>
            <a:ext cx="216463" cy="334010"/>
            <a:chOff x="-28032075" y="3916450"/>
            <a:chExt cx="191425" cy="295375"/>
          </a:xfrm>
        </p:grpSpPr>
        <p:sp>
          <p:nvSpPr>
            <p:cNvPr id="8722" name="Google Shape;8722;p176"/>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76"/>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76"/>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176"/>
          <p:cNvGrpSpPr/>
          <p:nvPr/>
        </p:nvGrpSpPr>
        <p:grpSpPr>
          <a:xfrm>
            <a:off x="3553468" y="3037342"/>
            <a:ext cx="334915" cy="334915"/>
            <a:chOff x="-26201650" y="3176075"/>
            <a:chExt cx="296175" cy="296175"/>
          </a:xfrm>
        </p:grpSpPr>
        <p:sp>
          <p:nvSpPr>
            <p:cNvPr id="8726" name="Google Shape;8726;p176"/>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76"/>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176"/>
          <p:cNvGrpSpPr/>
          <p:nvPr/>
        </p:nvGrpSpPr>
        <p:grpSpPr>
          <a:xfrm>
            <a:off x="3553016" y="3450268"/>
            <a:ext cx="335819" cy="334010"/>
            <a:chOff x="-26204800" y="3547050"/>
            <a:chExt cx="296975" cy="295375"/>
          </a:xfrm>
        </p:grpSpPr>
        <p:sp>
          <p:nvSpPr>
            <p:cNvPr id="8729" name="Google Shape;8729;p176"/>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76"/>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1" name="Google Shape;8731;p176"/>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2" name="Google Shape;8732;p176"/>
          <p:cNvGrpSpPr/>
          <p:nvPr/>
        </p:nvGrpSpPr>
        <p:grpSpPr>
          <a:xfrm>
            <a:off x="5668240" y="3037342"/>
            <a:ext cx="327791" cy="334915"/>
            <a:chOff x="-24353875" y="3147725"/>
            <a:chExt cx="289875" cy="296175"/>
          </a:xfrm>
        </p:grpSpPr>
        <p:sp>
          <p:nvSpPr>
            <p:cNvPr id="8733" name="Google Shape;8733;p176"/>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76"/>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176"/>
          <p:cNvGrpSpPr/>
          <p:nvPr/>
        </p:nvGrpSpPr>
        <p:grpSpPr>
          <a:xfrm>
            <a:off x="5675816" y="3450253"/>
            <a:ext cx="312638" cy="334038"/>
            <a:chOff x="-24344425" y="3519475"/>
            <a:chExt cx="276475" cy="295400"/>
          </a:xfrm>
        </p:grpSpPr>
        <p:sp>
          <p:nvSpPr>
            <p:cNvPr id="8736" name="Google Shape;8736;p176"/>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76"/>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176"/>
          <p:cNvGrpSpPr/>
          <p:nvPr/>
        </p:nvGrpSpPr>
        <p:grpSpPr>
          <a:xfrm>
            <a:off x="5666020" y="3886247"/>
            <a:ext cx="332229" cy="330448"/>
            <a:chOff x="-24353075" y="3891250"/>
            <a:chExt cx="293800" cy="292225"/>
          </a:xfrm>
        </p:grpSpPr>
        <p:sp>
          <p:nvSpPr>
            <p:cNvPr id="8739" name="Google Shape;8739;p176"/>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76"/>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176"/>
          <p:cNvGrpSpPr/>
          <p:nvPr/>
        </p:nvGrpSpPr>
        <p:grpSpPr>
          <a:xfrm>
            <a:off x="7358918" y="3450465"/>
            <a:ext cx="335791" cy="333614"/>
            <a:chOff x="-22845575" y="3504075"/>
            <a:chExt cx="296950" cy="295025"/>
          </a:xfrm>
        </p:grpSpPr>
        <p:sp>
          <p:nvSpPr>
            <p:cNvPr id="8742" name="Google Shape;8742;p176"/>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76"/>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176"/>
          <p:cNvGrpSpPr/>
          <p:nvPr/>
        </p:nvGrpSpPr>
        <p:grpSpPr>
          <a:xfrm>
            <a:off x="1887683" y="3037794"/>
            <a:ext cx="284142" cy="334010"/>
            <a:chOff x="-27691025" y="3175300"/>
            <a:chExt cx="251275" cy="295375"/>
          </a:xfrm>
        </p:grpSpPr>
        <p:sp>
          <p:nvSpPr>
            <p:cNvPr id="8745" name="Google Shape;8745;p176"/>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76"/>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76"/>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76"/>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176"/>
          <p:cNvGrpSpPr/>
          <p:nvPr/>
        </p:nvGrpSpPr>
        <p:grpSpPr>
          <a:xfrm>
            <a:off x="1861406" y="3509055"/>
            <a:ext cx="336696" cy="216435"/>
            <a:chOff x="-27721750" y="3598250"/>
            <a:chExt cx="297750" cy="191400"/>
          </a:xfrm>
        </p:grpSpPr>
        <p:sp>
          <p:nvSpPr>
            <p:cNvPr id="8750" name="Google Shape;8750;p17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7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176"/>
          <p:cNvGrpSpPr/>
          <p:nvPr/>
        </p:nvGrpSpPr>
        <p:grpSpPr>
          <a:xfrm>
            <a:off x="1862735" y="3889640"/>
            <a:ext cx="334038" cy="323663"/>
            <a:chOff x="-27719400" y="3925600"/>
            <a:chExt cx="295400" cy="286225"/>
          </a:xfrm>
        </p:grpSpPr>
        <p:sp>
          <p:nvSpPr>
            <p:cNvPr id="8753" name="Google Shape;8753;p176"/>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76"/>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176"/>
          <p:cNvGrpSpPr/>
          <p:nvPr/>
        </p:nvGrpSpPr>
        <p:grpSpPr>
          <a:xfrm>
            <a:off x="3971200" y="3036904"/>
            <a:ext cx="335791" cy="335791"/>
            <a:chOff x="-25834600" y="3176875"/>
            <a:chExt cx="296950" cy="296950"/>
          </a:xfrm>
        </p:grpSpPr>
        <p:sp>
          <p:nvSpPr>
            <p:cNvPr id="8756" name="Google Shape;8756;p176"/>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76"/>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76"/>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76"/>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76"/>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176"/>
          <p:cNvGrpSpPr/>
          <p:nvPr/>
        </p:nvGrpSpPr>
        <p:grpSpPr>
          <a:xfrm>
            <a:off x="3971200" y="3460064"/>
            <a:ext cx="335791" cy="314419"/>
            <a:chOff x="-25834600" y="3564375"/>
            <a:chExt cx="296950" cy="278050"/>
          </a:xfrm>
        </p:grpSpPr>
        <p:sp>
          <p:nvSpPr>
            <p:cNvPr id="8762" name="Google Shape;8762;p176"/>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76"/>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76"/>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76"/>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76"/>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76"/>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76"/>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76"/>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176"/>
          <p:cNvGrpSpPr/>
          <p:nvPr/>
        </p:nvGrpSpPr>
        <p:grpSpPr>
          <a:xfrm>
            <a:off x="3969419" y="3884127"/>
            <a:ext cx="339353" cy="334689"/>
            <a:chOff x="-25834600" y="3915850"/>
            <a:chExt cx="300100" cy="295975"/>
          </a:xfrm>
        </p:grpSpPr>
        <p:sp>
          <p:nvSpPr>
            <p:cNvPr id="8771" name="Google Shape;8771;p176"/>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76"/>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76"/>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176"/>
          <p:cNvGrpSpPr/>
          <p:nvPr/>
        </p:nvGrpSpPr>
        <p:grpSpPr>
          <a:xfrm>
            <a:off x="6145557" y="3038218"/>
            <a:ext cx="217340" cy="333162"/>
            <a:chOff x="-23930925" y="3149300"/>
            <a:chExt cx="192200" cy="294625"/>
          </a:xfrm>
        </p:grpSpPr>
        <p:sp>
          <p:nvSpPr>
            <p:cNvPr id="8775" name="Google Shape;8775;p176"/>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76"/>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76"/>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76"/>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176"/>
          <p:cNvGrpSpPr/>
          <p:nvPr/>
        </p:nvGrpSpPr>
        <p:grpSpPr>
          <a:xfrm>
            <a:off x="6104579" y="3450253"/>
            <a:ext cx="299294" cy="334038"/>
            <a:chOff x="-23962425" y="3519475"/>
            <a:chExt cx="264675" cy="295400"/>
          </a:xfrm>
        </p:grpSpPr>
        <p:sp>
          <p:nvSpPr>
            <p:cNvPr id="8780" name="Google Shape;8780;p176"/>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76"/>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2" name="Google Shape;8782;p176"/>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176"/>
          <p:cNvGrpSpPr/>
          <p:nvPr/>
        </p:nvGrpSpPr>
        <p:grpSpPr>
          <a:xfrm>
            <a:off x="7413239" y="3884466"/>
            <a:ext cx="227149" cy="334010"/>
            <a:chOff x="-22788075" y="3904625"/>
            <a:chExt cx="200875" cy="295375"/>
          </a:xfrm>
        </p:grpSpPr>
        <p:sp>
          <p:nvSpPr>
            <p:cNvPr id="8784" name="Google Shape;8784;p176"/>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76"/>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76"/>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76"/>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176"/>
          <p:cNvGrpSpPr/>
          <p:nvPr/>
        </p:nvGrpSpPr>
        <p:grpSpPr>
          <a:xfrm>
            <a:off x="2285731" y="3037356"/>
            <a:ext cx="336696" cy="334886"/>
            <a:chOff x="-27351575" y="3175300"/>
            <a:chExt cx="297750" cy="296150"/>
          </a:xfrm>
        </p:grpSpPr>
        <p:sp>
          <p:nvSpPr>
            <p:cNvPr id="8789" name="Google Shape;8789;p176"/>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76"/>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76"/>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76"/>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176"/>
          <p:cNvGrpSpPr/>
          <p:nvPr/>
        </p:nvGrpSpPr>
        <p:grpSpPr>
          <a:xfrm>
            <a:off x="2326270" y="3449702"/>
            <a:ext cx="255617" cy="335141"/>
            <a:chOff x="-27313750" y="3545275"/>
            <a:chExt cx="226050" cy="296375"/>
          </a:xfrm>
        </p:grpSpPr>
        <p:sp>
          <p:nvSpPr>
            <p:cNvPr id="8794" name="Google Shape;8794;p176"/>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76"/>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76"/>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176"/>
          <p:cNvGrpSpPr/>
          <p:nvPr/>
        </p:nvGrpSpPr>
        <p:grpSpPr>
          <a:xfrm>
            <a:off x="2285731" y="3882233"/>
            <a:ext cx="336696" cy="338477"/>
            <a:chOff x="-27351575" y="3915650"/>
            <a:chExt cx="297750" cy="299325"/>
          </a:xfrm>
        </p:grpSpPr>
        <p:sp>
          <p:nvSpPr>
            <p:cNvPr id="8798" name="Google Shape;8798;p176"/>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76"/>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176"/>
          <p:cNvGrpSpPr/>
          <p:nvPr/>
        </p:nvGrpSpPr>
        <p:grpSpPr>
          <a:xfrm>
            <a:off x="4416366" y="3037243"/>
            <a:ext cx="302857" cy="335113"/>
            <a:chOff x="-25445525" y="3175900"/>
            <a:chExt cx="267825" cy="296350"/>
          </a:xfrm>
        </p:grpSpPr>
        <p:sp>
          <p:nvSpPr>
            <p:cNvPr id="8801" name="Google Shape;8801;p176"/>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76"/>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76"/>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176"/>
          <p:cNvGrpSpPr/>
          <p:nvPr/>
        </p:nvGrpSpPr>
        <p:grpSpPr>
          <a:xfrm>
            <a:off x="4399008" y="3460516"/>
            <a:ext cx="337572" cy="313514"/>
            <a:chOff x="-25465200" y="3565175"/>
            <a:chExt cx="298525" cy="277250"/>
          </a:xfrm>
        </p:grpSpPr>
        <p:sp>
          <p:nvSpPr>
            <p:cNvPr id="8805" name="Google Shape;8805;p176"/>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76"/>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176"/>
          <p:cNvGrpSpPr/>
          <p:nvPr/>
        </p:nvGrpSpPr>
        <p:grpSpPr>
          <a:xfrm>
            <a:off x="4398570" y="3884749"/>
            <a:ext cx="338448" cy="333445"/>
            <a:chOff x="-25465200" y="3916150"/>
            <a:chExt cx="299300" cy="294875"/>
          </a:xfrm>
        </p:grpSpPr>
        <p:sp>
          <p:nvSpPr>
            <p:cNvPr id="8808" name="Google Shape;8808;p176"/>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76"/>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176"/>
          <p:cNvGrpSpPr/>
          <p:nvPr/>
        </p:nvGrpSpPr>
        <p:grpSpPr>
          <a:xfrm>
            <a:off x="6512889" y="3037356"/>
            <a:ext cx="334010" cy="334886"/>
            <a:chOff x="-23615075" y="3148525"/>
            <a:chExt cx="295375" cy="296150"/>
          </a:xfrm>
        </p:grpSpPr>
        <p:sp>
          <p:nvSpPr>
            <p:cNvPr id="8811" name="Google Shape;8811;p176"/>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76"/>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76"/>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76"/>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176"/>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6" name="Google Shape;8816;p176"/>
          <p:cNvGrpSpPr/>
          <p:nvPr/>
        </p:nvGrpSpPr>
        <p:grpSpPr>
          <a:xfrm>
            <a:off x="6512437" y="3893810"/>
            <a:ext cx="334915" cy="315324"/>
            <a:chOff x="-23615075" y="3906200"/>
            <a:chExt cx="296175" cy="278850"/>
          </a:xfrm>
        </p:grpSpPr>
        <p:sp>
          <p:nvSpPr>
            <p:cNvPr id="8817" name="Google Shape;8817;p176"/>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76"/>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76"/>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0" name="Google Shape;8820;p176"/>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1" name="Google Shape;8821;p176"/>
          <p:cNvGrpSpPr/>
          <p:nvPr/>
        </p:nvGrpSpPr>
        <p:grpSpPr>
          <a:xfrm>
            <a:off x="2707822" y="3037469"/>
            <a:ext cx="335791" cy="334660"/>
            <a:chOff x="-26980600" y="3175500"/>
            <a:chExt cx="296950" cy="295950"/>
          </a:xfrm>
        </p:grpSpPr>
        <p:sp>
          <p:nvSpPr>
            <p:cNvPr id="8822" name="Google Shape;8822;p176"/>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76"/>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76"/>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5" name="Google Shape;8825;p176"/>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6" name="Google Shape;8826;p176"/>
          <p:cNvGrpSpPr/>
          <p:nvPr/>
        </p:nvGrpSpPr>
        <p:grpSpPr>
          <a:xfrm>
            <a:off x="2708275" y="3914292"/>
            <a:ext cx="334886" cy="274360"/>
            <a:chOff x="-26981375" y="3951875"/>
            <a:chExt cx="296150" cy="242625"/>
          </a:xfrm>
        </p:grpSpPr>
        <p:sp>
          <p:nvSpPr>
            <p:cNvPr id="8827" name="Google Shape;8827;p176"/>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76"/>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76"/>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176"/>
          <p:cNvGrpSpPr/>
          <p:nvPr/>
        </p:nvGrpSpPr>
        <p:grpSpPr>
          <a:xfrm>
            <a:off x="4817602" y="3036451"/>
            <a:ext cx="334038" cy="336696"/>
            <a:chOff x="-25094250" y="3176075"/>
            <a:chExt cx="295400" cy="297750"/>
          </a:xfrm>
        </p:grpSpPr>
        <p:sp>
          <p:nvSpPr>
            <p:cNvPr id="8831" name="Google Shape;8831;p176"/>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76"/>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76"/>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176"/>
          <p:cNvGrpSpPr/>
          <p:nvPr/>
        </p:nvGrpSpPr>
        <p:grpSpPr>
          <a:xfrm>
            <a:off x="4817602" y="3450268"/>
            <a:ext cx="334038" cy="334010"/>
            <a:chOff x="-25094250" y="3547050"/>
            <a:chExt cx="295400" cy="295375"/>
          </a:xfrm>
        </p:grpSpPr>
        <p:sp>
          <p:nvSpPr>
            <p:cNvPr id="8835" name="Google Shape;8835;p176"/>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76"/>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76"/>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76"/>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76"/>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0" name="Google Shape;8840;p176"/>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176"/>
          <p:cNvGrpSpPr/>
          <p:nvPr/>
        </p:nvGrpSpPr>
        <p:grpSpPr>
          <a:xfrm>
            <a:off x="6936323" y="3037356"/>
            <a:ext cx="334886" cy="334886"/>
            <a:chOff x="-23245675" y="3148525"/>
            <a:chExt cx="296150" cy="296150"/>
          </a:xfrm>
        </p:grpSpPr>
        <p:sp>
          <p:nvSpPr>
            <p:cNvPr id="8842" name="Google Shape;8842;p176"/>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76"/>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76"/>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5" name="Google Shape;8845;p176"/>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6" name="Google Shape;8846;p176"/>
          <p:cNvGrpSpPr/>
          <p:nvPr/>
        </p:nvGrpSpPr>
        <p:grpSpPr>
          <a:xfrm>
            <a:off x="6936762" y="3884028"/>
            <a:ext cx="334010" cy="334886"/>
            <a:chOff x="-23244900" y="3888100"/>
            <a:chExt cx="295375" cy="296150"/>
          </a:xfrm>
        </p:grpSpPr>
        <p:sp>
          <p:nvSpPr>
            <p:cNvPr id="8847" name="Google Shape;8847;p176"/>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76"/>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76"/>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76"/>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76"/>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76"/>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76"/>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76"/>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76"/>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76"/>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76"/>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8" name="Google Shape;8858;p176"/>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62" name="Shape 8862"/>
        <p:cNvGrpSpPr/>
        <p:nvPr/>
      </p:nvGrpSpPr>
      <p:grpSpPr>
        <a:xfrm>
          <a:off x="0" y="0"/>
          <a:ext cx="0" cy="0"/>
          <a:chOff x="0" y="0"/>
          <a:chExt cx="0" cy="0"/>
        </a:xfrm>
      </p:grpSpPr>
      <p:sp>
        <p:nvSpPr>
          <p:cNvPr id="8863" name="Google Shape;8863;p1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8864" name="Google Shape;8864;p177"/>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5" name="Google Shape;8865;p177"/>
          <p:cNvGrpSpPr/>
          <p:nvPr/>
        </p:nvGrpSpPr>
        <p:grpSpPr>
          <a:xfrm>
            <a:off x="1032281" y="2096112"/>
            <a:ext cx="341820" cy="341736"/>
            <a:chOff x="-21298675" y="2414425"/>
            <a:chExt cx="306400" cy="306325"/>
          </a:xfrm>
        </p:grpSpPr>
        <p:sp>
          <p:nvSpPr>
            <p:cNvPr id="8866" name="Google Shape;8866;p177"/>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77"/>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77"/>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177"/>
          <p:cNvGrpSpPr/>
          <p:nvPr/>
        </p:nvGrpSpPr>
        <p:grpSpPr>
          <a:xfrm>
            <a:off x="1031834" y="2520890"/>
            <a:ext cx="342712" cy="319647"/>
            <a:chOff x="-21299475" y="2798025"/>
            <a:chExt cx="307200" cy="286525"/>
          </a:xfrm>
        </p:grpSpPr>
        <p:sp>
          <p:nvSpPr>
            <p:cNvPr id="8870" name="Google Shape;8870;p177"/>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77"/>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77"/>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77"/>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77"/>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77"/>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77"/>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77"/>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77"/>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77"/>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77"/>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77"/>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177"/>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77"/>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77"/>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5" name="Google Shape;8885;p177"/>
          <p:cNvGrpSpPr/>
          <p:nvPr/>
        </p:nvGrpSpPr>
        <p:grpSpPr>
          <a:xfrm>
            <a:off x="5243755" y="1676827"/>
            <a:ext cx="297029" cy="339198"/>
            <a:chOff x="-17545650" y="2051350"/>
            <a:chExt cx="266250" cy="304050"/>
          </a:xfrm>
        </p:grpSpPr>
        <p:sp>
          <p:nvSpPr>
            <p:cNvPr id="8886" name="Google Shape;8886;p177"/>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77"/>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77"/>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77"/>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0" name="Google Shape;8890;p177"/>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1" name="Google Shape;8891;p177"/>
          <p:cNvGrpSpPr/>
          <p:nvPr/>
        </p:nvGrpSpPr>
        <p:grpSpPr>
          <a:xfrm>
            <a:off x="5222670" y="2521211"/>
            <a:ext cx="339198" cy="319006"/>
            <a:chOff x="-17565350" y="2809825"/>
            <a:chExt cx="304050" cy="285950"/>
          </a:xfrm>
        </p:grpSpPr>
        <p:sp>
          <p:nvSpPr>
            <p:cNvPr id="8892" name="Google Shape;8892;p177"/>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77"/>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77"/>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77"/>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77"/>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7" name="Google Shape;8897;p177"/>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77"/>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77"/>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0" name="Google Shape;8900;p177"/>
          <p:cNvGrpSpPr/>
          <p:nvPr/>
        </p:nvGrpSpPr>
        <p:grpSpPr>
          <a:xfrm>
            <a:off x="1471646" y="2510683"/>
            <a:ext cx="298730" cy="340063"/>
            <a:chOff x="-20904875" y="2788575"/>
            <a:chExt cx="267775" cy="304825"/>
          </a:xfrm>
        </p:grpSpPr>
        <p:sp>
          <p:nvSpPr>
            <p:cNvPr id="8901" name="Google Shape;8901;p177"/>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77"/>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177"/>
          <p:cNvGrpSpPr/>
          <p:nvPr/>
        </p:nvGrpSpPr>
        <p:grpSpPr>
          <a:xfrm>
            <a:off x="3581724" y="2097812"/>
            <a:ext cx="258373" cy="338334"/>
            <a:chOff x="-19006700" y="2434925"/>
            <a:chExt cx="231600" cy="303275"/>
          </a:xfrm>
        </p:grpSpPr>
        <p:sp>
          <p:nvSpPr>
            <p:cNvPr id="8904" name="Google Shape;8904;p177"/>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77"/>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77"/>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77"/>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8" name="Google Shape;8908;p177"/>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77"/>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0" name="Google Shape;8910;p177"/>
          <p:cNvGrpSpPr/>
          <p:nvPr/>
        </p:nvGrpSpPr>
        <p:grpSpPr>
          <a:xfrm>
            <a:off x="5647441" y="2107491"/>
            <a:ext cx="340063" cy="318978"/>
            <a:chOff x="-17190425" y="2435725"/>
            <a:chExt cx="304825" cy="285925"/>
          </a:xfrm>
        </p:grpSpPr>
        <p:sp>
          <p:nvSpPr>
            <p:cNvPr id="8911" name="Google Shape;8911;p177"/>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77"/>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77"/>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4" name="Google Shape;8914;p177"/>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5" name="Google Shape;8915;p177"/>
          <p:cNvGrpSpPr/>
          <p:nvPr/>
        </p:nvGrpSpPr>
        <p:grpSpPr>
          <a:xfrm>
            <a:off x="7319127" y="2096516"/>
            <a:ext cx="341820" cy="340927"/>
            <a:chOff x="-15719925" y="2416825"/>
            <a:chExt cx="306400" cy="305600"/>
          </a:xfrm>
        </p:grpSpPr>
        <p:sp>
          <p:nvSpPr>
            <p:cNvPr id="8916" name="Google Shape;8916;p177"/>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77"/>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77"/>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9" name="Google Shape;8919;p177"/>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77"/>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1" name="Google Shape;8921;p177"/>
          <p:cNvGrpSpPr/>
          <p:nvPr/>
        </p:nvGrpSpPr>
        <p:grpSpPr>
          <a:xfrm>
            <a:off x="1873533" y="2511115"/>
            <a:ext cx="344442" cy="339198"/>
            <a:chOff x="-20550425" y="2789350"/>
            <a:chExt cx="308750" cy="304050"/>
          </a:xfrm>
        </p:grpSpPr>
        <p:sp>
          <p:nvSpPr>
            <p:cNvPr id="8922" name="Google Shape;8922;p177"/>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77"/>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177"/>
          <p:cNvGrpSpPr/>
          <p:nvPr/>
        </p:nvGrpSpPr>
        <p:grpSpPr>
          <a:xfrm>
            <a:off x="3965636" y="1676283"/>
            <a:ext cx="340091" cy="340286"/>
            <a:chOff x="-18666450" y="2059825"/>
            <a:chExt cx="304850" cy="305025"/>
          </a:xfrm>
        </p:grpSpPr>
        <p:sp>
          <p:nvSpPr>
            <p:cNvPr id="8925" name="Google Shape;8925;p177"/>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77"/>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177"/>
          <p:cNvGrpSpPr/>
          <p:nvPr/>
        </p:nvGrpSpPr>
        <p:grpSpPr>
          <a:xfrm>
            <a:off x="3965204" y="2097826"/>
            <a:ext cx="340955" cy="338306"/>
            <a:chOff x="-18668025" y="2435725"/>
            <a:chExt cx="305625" cy="303250"/>
          </a:xfrm>
        </p:grpSpPr>
        <p:sp>
          <p:nvSpPr>
            <p:cNvPr id="8928" name="Google Shape;8928;p177"/>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77"/>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177"/>
          <p:cNvGrpSpPr/>
          <p:nvPr/>
        </p:nvGrpSpPr>
        <p:grpSpPr>
          <a:xfrm>
            <a:off x="3964771" y="2510682"/>
            <a:ext cx="341820" cy="340063"/>
            <a:chOff x="-18668800" y="2807475"/>
            <a:chExt cx="306400" cy="304825"/>
          </a:xfrm>
        </p:grpSpPr>
        <p:sp>
          <p:nvSpPr>
            <p:cNvPr id="8931" name="Google Shape;8931;p177"/>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77"/>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77"/>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77"/>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77"/>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77"/>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77"/>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77"/>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77"/>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177"/>
          <p:cNvGrpSpPr/>
          <p:nvPr/>
        </p:nvGrpSpPr>
        <p:grpSpPr>
          <a:xfrm>
            <a:off x="6084575" y="1675949"/>
            <a:ext cx="298786" cy="340955"/>
            <a:chOff x="-16798200" y="2050575"/>
            <a:chExt cx="267825" cy="305625"/>
          </a:xfrm>
        </p:grpSpPr>
        <p:sp>
          <p:nvSpPr>
            <p:cNvPr id="8941" name="Google Shape;8941;p177"/>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77"/>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77"/>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177"/>
          <p:cNvGrpSpPr/>
          <p:nvPr/>
        </p:nvGrpSpPr>
        <p:grpSpPr>
          <a:xfrm>
            <a:off x="6063490" y="2511561"/>
            <a:ext cx="340955" cy="338306"/>
            <a:chOff x="-16817100" y="2801175"/>
            <a:chExt cx="305625" cy="303250"/>
          </a:xfrm>
        </p:grpSpPr>
        <p:sp>
          <p:nvSpPr>
            <p:cNvPr id="8945" name="Google Shape;8945;p177"/>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77"/>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77"/>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77"/>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77"/>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77"/>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77"/>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77"/>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177"/>
          <p:cNvGrpSpPr/>
          <p:nvPr/>
        </p:nvGrpSpPr>
        <p:grpSpPr>
          <a:xfrm>
            <a:off x="7319127" y="2510237"/>
            <a:ext cx="341820" cy="340955"/>
            <a:chOff x="-15717575" y="2786200"/>
            <a:chExt cx="306400" cy="305625"/>
          </a:xfrm>
        </p:grpSpPr>
        <p:sp>
          <p:nvSpPr>
            <p:cNvPr id="8954" name="Google Shape;8954;p177"/>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77"/>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77"/>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77"/>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77"/>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77"/>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77"/>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177"/>
          <p:cNvGrpSpPr/>
          <p:nvPr/>
        </p:nvGrpSpPr>
        <p:grpSpPr>
          <a:xfrm>
            <a:off x="2292218" y="1676381"/>
            <a:ext cx="340955" cy="340091"/>
            <a:chOff x="-20173175" y="2038750"/>
            <a:chExt cx="305625" cy="304850"/>
          </a:xfrm>
        </p:grpSpPr>
        <p:sp>
          <p:nvSpPr>
            <p:cNvPr id="8962" name="Google Shape;8962;p177"/>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77"/>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177"/>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5" name="Google Shape;8965;p177"/>
          <p:cNvGrpSpPr/>
          <p:nvPr/>
        </p:nvGrpSpPr>
        <p:grpSpPr>
          <a:xfrm>
            <a:off x="2293096" y="2510237"/>
            <a:ext cx="339198" cy="340955"/>
            <a:chOff x="-20173175" y="2787775"/>
            <a:chExt cx="304050" cy="305625"/>
          </a:xfrm>
        </p:grpSpPr>
        <p:sp>
          <p:nvSpPr>
            <p:cNvPr id="8966" name="Google Shape;8966;p177"/>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77"/>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77"/>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77"/>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77"/>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77"/>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77"/>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177"/>
          <p:cNvGrpSpPr/>
          <p:nvPr/>
        </p:nvGrpSpPr>
        <p:grpSpPr>
          <a:xfrm>
            <a:off x="4392101" y="2097812"/>
            <a:ext cx="340063" cy="338334"/>
            <a:chOff x="-18294675" y="2434925"/>
            <a:chExt cx="304825" cy="303275"/>
          </a:xfrm>
        </p:grpSpPr>
        <p:sp>
          <p:nvSpPr>
            <p:cNvPr id="8974" name="Google Shape;8974;p177"/>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77"/>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77"/>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177"/>
          <p:cNvGrpSpPr/>
          <p:nvPr/>
        </p:nvGrpSpPr>
        <p:grpSpPr>
          <a:xfrm>
            <a:off x="4432513" y="2511546"/>
            <a:ext cx="259238" cy="338334"/>
            <a:chOff x="-18258450" y="2809825"/>
            <a:chExt cx="232375" cy="303275"/>
          </a:xfrm>
        </p:grpSpPr>
        <p:sp>
          <p:nvSpPr>
            <p:cNvPr id="8978" name="Google Shape;8978;p177"/>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77"/>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77"/>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1" name="Google Shape;8981;p177"/>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2" name="Google Shape;8982;p177"/>
          <p:cNvGrpSpPr/>
          <p:nvPr/>
        </p:nvGrpSpPr>
        <p:grpSpPr>
          <a:xfrm>
            <a:off x="6502814" y="2096934"/>
            <a:ext cx="297893" cy="340091"/>
            <a:chOff x="-16422500" y="2425450"/>
            <a:chExt cx="267025" cy="304850"/>
          </a:xfrm>
        </p:grpSpPr>
        <p:sp>
          <p:nvSpPr>
            <p:cNvPr id="8983" name="Google Shape;8983;p177"/>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77"/>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77"/>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177"/>
          <p:cNvGrpSpPr/>
          <p:nvPr/>
        </p:nvGrpSpPr>
        <p:grpSpPr>
          <a:xfrm>
            <a:off x="6481715" y="2511115"/>
            <a:ext cx="340091" cy="339198"/>
            <a:chOff x="-16442200" y="2801175"/>
            <a:chExt cx="304850" cy="304050"/>
          </a:xfrm>
        </p:grpSpPr>
        <p:sp>
          <p:nvSpPr>
            <p:cNvPr id="8987" name="Google Shape;8987;p177"/>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77"/>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77"/>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0" name="Google Shape;8990;p177"/>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77"/>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2" name="Google Shape;8992;p177"/>
          <p:cNvGrpSpPr/>
          <p:nvPr/>
        </p:nvGrpSpPr>
        <p:grpSpPr>
          <a:xfrm>
            <a:off x="2702117" y="2098371"/>
            <a:ext cx="345362" cy="337218"/>
            <a:chOff x="-19802200" y="2416025"/>
            <a:chExt cx="309575" cy="302275"/>
          </a:xfrm>
        </p:grpSpPr>
        <p:sp>
          <p:nvSpPr>
            <p:cNvPr id="8993" name="Google Shape;8993;p177"/>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77"/>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77"/>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77"/>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77"/>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177"/>
          <p:cNvGrpSpPr/>
          <p:nvPr/>
        </p:nvGrpSpPr>
        <p:grpSpPr>
          <a:xfrm>
            <a:off x="2704320" y="2511115"/>
            <a:ext cx="340955" cy="339198"/>
            <a:chOff x="-19801400" y="2788575"/>
            <a:chExt cx="305625" cy="304050"/>
          </a:xfrm>
        </p:grpSpPr>
        <p:sp>
          <p:nvSpPr>
            <p:cNvPr id="8999" name="Google Shape;8999;p177"/>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77"/>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77"/>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77"/>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77"/>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77"/>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177"/>
          <p:cNvGrpSpPr/>
          <p:nvPr/>
        </p:nvGrpSpPr>
        <p:grpSpPr>
          <a:xfrm>
            <a:off x="4824919" y="1676827"/>
            <a:ext cx="303164" cy="339198"/>
            <a:chOff x="-17903225" y="2060800"/>
            <a:chExt cx="271750" cy="304050"/>
          </a:xfrm>
        </p:grpSpPr>
        <p:sp>
          <p:nvSpPr>
            <p:cNvPr id="9006" name="Google Shape;9006;p177"/>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77"/>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77"/>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177"/>
          <p:cNvGrpSpPr/>
          <p:nvPr/>
        </p:nvGrpSpPr>
        <p:grpSpPr>
          <a:xfrm>
            <a:off x="4806470" y="2097380"/>
            <a:ext cx="340063" cy="339198"/>
            <a:chOff x="-17918975" y="2435725"/>
            <a:chExt cx="304825" cy="304050"/>
          </a:xfrm>
        </p:grpSpPr>
        <p:sp>
          <p:nvSpPr>
            <p:cNvPr id="9010" name="Google Shape;9010;p177"/>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77"/>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177"/>
          <p:cNvGrpSpPr/>
          <p:nvPr/>
        </p:nvGrpSpPr>
        <p:grpSpPr>
          <a:xfrm>
            <a:off x="4827109" y="2511993"/>
            <a:ext cx="298786" cy="337441"/>
            <a:chOff x="-17899300" y="2810625"/>
            <a:chExt cx="267825" cy="302475"/>
          </a:xfrm>
        </p:grpSpPr>
        <p:sp>
          <p:nvSpPr>
            <p:cNvPr id="9013" name="Google Shape;9013;p177"/>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77"/>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77"/>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177"/>
          <p:cNvGrpSpPr/>
          <p:nvPr/>
        </p:nvGrpSpPr>
        <p:grpSpPr>
          <a:xfrm>
            <a:off x="6899981" y="1687802"/>
            <a:ext cx="339198" cy="317249"/>
            <a:chOff x="-16066500" y="2060800"/>
            <a:chExt cx="304050" cy="284375"/>
          </a:xfrm>
        </p:grpSpPr>
        <p:sp>
          <p:nvSpPr>
            <p:cNvPr id="9017" name="Google Shape;9017;p177"/>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77"/>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77"/>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77"/>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77"/>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2" name="Google Shape;9022;p177"/>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77"/>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77"/>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77"/>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6" name="Google Shape;9026;p177"/>
          <p:cNvGrpSpPr/>
          <p:nvPr/>
        </p:nvGrpSpPr>
        <p:grpSpPr>
          <a:xfrm>
            <a:off x="1032281" y="3453878"/>
            <a:ext cx="341820" cy="339310"/>
            <a:chOff x="-21322300" y="3693325"/>
            <a:chExt cx="306400" cy="304150"/>
          </a:xfrm>
        </p:grpSpPr>
        <p:sp>
          <p:nvSpPr>
            <p:cNvPr id="9027" name="Google Shape;9027;p177"/>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77"/>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77"/>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77"/>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177"/>
          <p:cNvGrpSpPr/>
          <p:nvPr/>
        </p:nvGrpSpPr>
        <p:grpSpPr>
          <a:xfrm>
            <a:off x="1031835" y="3881711"/>
            <a:ext cx="342712" cy="318978"/>
            <a:chOff x="-21322300" y="4077125"/>
            <a:chExt cx="307200" cy="285925"/>
          </a:xfrm>
        </p:grpSpPr>
        <p:sp>
          <p:nvSpPr>
            <p:cNvPr id="9032" name="Google Shape;9032;p177"/>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77"/>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77"/>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77"/>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77"/>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77"/>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77"/>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77"/>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77"/>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77"/>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77"/>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77"/>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177"/>
          <p:cNvGrpSpPr/>
          <p:nvPr/>
        </p:nvGrpSpPr>
        <p:grpSpPr>
          <a:xfrm>
            <a:off x="3128343" y="3035374"/>
            <a:ext cx="340955" cy="339868"/>
            <a:chOff x="-19394200" y="3333800"/>
            <a:chExt cx="305625" cy="304650"/>
          </a:xfrm>
        </p:grpSpPr>
        <p:sp>
          <p:nvSpPr>
            <p:cNvPr id="9045" name="Google Shape;9045;p177"/>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77"/>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77"/>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77"/>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77"/>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77"/>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77"/>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77"/>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77"/>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177"/>
          <p:cNvGrpSpPr/>
          <p:nvPr/>
        </p:nvGrpSpPr>
        <p:grpSpPr>
          <a:xfrm>
            <a:off x="3127465" y="3453933"/>
            <a:ext cx="342712" cy="339198"/>
            <a:chOff x="-19396575" y="3708500"/>
            <a:chExt cx="307200" cy="304050"/>
          </a:xfrm>
        </p:grpSpPr>
        <p:sp>
          <p:nvSpPr>
            <p:cNvPr id="9055" name="Google Shape;9055;p177"/>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77"/>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77"/>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177"/>
          <p:cNvGrpSpPr/>
          <p:nvPr/>
        </p:nvGrpSpPr>
        <p:grpSpPr>
          <a:xfrm>
            <a:off x="3123072" y="3871307"/>
            <a:ext cx="351498" cy="339784"/>
            <a:chOff x="-19394200" y="4084200"/>
            <a:chExt cx="315075" cy="304575"/>
          </a:xfrm>
        </p:grpSpPr>
        <p:sp>
          <p:nvSpPr>
            <p:cNvPr id="9059" name="Google Shape;9059;p177"/>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77"/>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77"/>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77"/>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77"/>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77"/>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177"/>
          <p:cNvGrpSpPr/>
          <p:nvPr/>
        </p:nvGrpSpPr>
        <p:grpSpPr>
          <a:xfrm>
            <a:off x="5241119" y="3035277"/>
            <a:ext cx="302300" cy="340063"/>
            <a:chOff x="-17526750" y="3309200"/>
            <a:chExt cx="270975" cy="304825"/>
          </a:xfrm>
        </p:grpSpPr>
        <p:sp>
          <p:nvSpPr>
            <p:cNvPr id="9066" name="Google Shape;9066;p177"/>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77"/>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77"/>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77"/>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77"/>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177"/>
          <p:cNvGrpSpPr/>
          <p:nvPr/>
        </p:nvGrpSpPr>
        <p:grpSpPr>
          <a:xfrm>
            <a:off x="5223116" y="3454380"/>
            <a:ext cx="338306" cy="338306"/>
            <a:chOff x="-17542500" y="3684100"/>
            <a:chExt cx="303250" cy="303250"/>
          </a:xfrm>
        </p:grpSpPr>
        <p:sp>
          <p:nvSpPr>
            <p:cNvPr id="9072" name="Google Shape;9072;p177"/>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77"/>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77"/>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77"/>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77"/>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77"/>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77"/>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177"/>
          <p:cNvGrpSpPr/>
          <p:nvPr/>
        </p:nvGrpSpPr>
        <p:grpSpPr>
          <a:xfrm>
            <a:off x="5222669" y="3882143"/>
            <a:ext cx="339198" cy="318113"/>
            <a:chOff x="-17542500" y="4068450"/>
            <a:chExt cx="304050" cy="285150"/>
          </a:xfrm>
        </p:grpSpPr>
        <p:sp>
          <p:nvSpPr>
            <p:cNvPr id="9080" name="Google Shape;9080;p177"/>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77"/>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77"/>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77"/>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77"/>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77"/>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177"/>
          <p:cNvGrpSpPr/>
          <p:nvPr/>
        </p:nvGrpSpPr>
        <p:grpSpPr>
          <a:xfrm>
            <a:off x="7360417" y="3035709"/>
            <a:ext cx="259238" cy="339198"/>
            <a:chOff x="-15652200" y="3335975"/>
            <a:chExt cx="232375" cy="304050"/>
          </a:xfrm>
        </p:grpSpPr>
        <p:sp>
          <p:nvSpPr>
            <p:cNvPr id="9087" name="Google Shape;9087;p177"/>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77"/>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77"/>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77"/>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77"/>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77"/>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77"/>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77"/>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77"/>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177"/>
          <p:cNvGrpSpPr/>
          <p:nvPr/>
        </p:nvGrpSpPr>
        <p:grpSpPr>
          <a:xfrm>
            <a:off x="1450980" y="3035709"/>
            <a:ext cx="340063" cy="339198"/>
            <a:chOff x="-20946600" y="3317850"/>
            <a:chExt cx="304825" cy="304050"/>
          </a:xfrm>
        </p:grpSpPr>
        <p:sp>
          <p:nvSpPr>
            <p:cNvPr id="9097" name="Google Shape;9097;p177"/>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77"/>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77"/>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177"/>
          <p:cNvGrpSpPr/>
          <p:nvPr/>
        </p:nvGrpSpPr>
        <p:grpSpPr>
          <a:xfrm>
            <a:off x="1451412" y="3454045"/>
            <a:ext cx="339198" cy="338975"/>
            <a:chOff x="-20945825" y="3692175"/>
            <a:chExt cx="304050" cy="303850"/>
          </a:xfrm>
        </p:grpSpPr>
        <p:sp>
          <p:nvSpPr>
            <p:cNvPr id="9101" name="Google Shape;9101;p177"/>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77"/>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77"/>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77"/>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177"/>
          <p:cNvGrpSpPr/>
          <p:nvPr/>
        </p:nvGrpSpPr>
        <p:grpSpPr>
          <a:xfrm>
            <a:off x="1470740" y="3872047"/>
            <a:ext cx="300543" cy="338306"/>
            <a:chOff x="-20930075" y="4066100"/>
            <a:chExt cx="269400" cy="303250"/>
          </a:xfrm>
        </p:grpSpPr>
        <p:sp>
          <p:nvSpPr>
            <p:cNvPr id="9106" name="Google Shape;9106;p177"/>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77"/>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177"/>
          <p:cNvGrpSpPr/>
          <p:nvPr/>
        </p:nvGrpSpPr>
        <p:grpSpPr>
          <a:xfrm>
            <a:off x="3570302" y="3035918"/>
            <a:ext cx="281215" cy="338780"/>
            <a:chOff x="-18994100" y="3334775"/>
            <a:chExt cx="252075" cy="303675"/>
          </a:xfrm>
        </p:grpSpPr>
        <p:sp>
          <p:nvSpPr>
            <p:cNvPr id="9109" name="Google Shape;9109;p177"/>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77"/>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77"/>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77"/>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177"/>
          <p:cNvGrpSpPr/>
          <p:nvPr/>
        </p:nvGrpSpPr>
        <p:grpSpPr>
          <a:xfrm>
            <a:off x="3581291" y="3454812"/>
            <a:ext cx="259238" cy="337441"/>
            <a:chOff x="-18983850" y="3710075"/>
            <a:chExt cx="232375" cy="302475"/>
          </a:xfrm>
        </p:grpSpPr>
        <p:sp>
          <p:nvSpPr>
            <p:cNvPr id="9114" name="Google Shape;9114;p177"/>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77"/>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77"/>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77"/>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177"/>
          <p:cNvGrpSpPr/>
          <p:nvPr/>
        </p:nvGrpSpPr>
        <p:grpSpPr>
          <a:xfrm>
            <a:off x="3540878" y="3872032"/>
            <a:ext cx="340063" cy="338334"/>
            <a:chOff x="-19020075" y="4084200"/>
            <a:chExt cx="304825" cy="303275"/>
          </a:xfrm>
        </p:grpSpPr>
        <p:sp>
          <p:nvSpPr>
            <p:cNvPr id="9119" name="Google Shape;9119;p177"/>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77"/>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77"/>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77"/>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77"/>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77"/>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77"/>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77"/>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77"/>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177"/>
          <p:cNvGrpSpPr/>
          <p:nvPr/>
        </p:nvGrpSpPr>
        <p:grpSpPr>
          <a:xfrm>
            <a:off x="5667647" y="3035277"/>
            <a:ext cx="299650" cy="340063"/>
            <a:chOff x="-17149475" y="3309200"/>
            <a:chExt cx="268600" cy="304825"/>
          </a:xfrm>
        </p:grpSpPr>
        <p:sp>
          <p:nvSpPr>
            <p:cNvPr id="9129" name="Google Shape;9129;p177"/>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77"/>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177"/>
          <p:cNvGrpSpPr/>
          <p:nvPr/>
        </p:nvGrpSpPr>
        <p:grpSpPr>
          <a:xfrm>
            <a:off x="5647873" y="3464909"/>
            <a:ext cx="339198" cy="317249"/>
            <a:chOff x="-17168375" y="3692750"/>
            <a:chExt cx="304050" cy="284375"/>
          </a:xfrm>
        </p:grpSpPr>
        <p:sp>
          <p:nvSpPr>
            <p:cNvPr id="9132" name="Google Shape;9132;p177"/>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77"/>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77"/>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77"/>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77"/>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77"/>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77"/>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177"/>
          <p:cNvGrpSpPr/>
          <p:nvPr/>
        </p:nvGrpSpPr>
        <p:grpSpPr>
          <a:xfrm>
            <a:off x="5645237" y="3871601"/>
            <a:ext cx="344469" cy="339198"/>
            <a:chOff x="-17170750" y="4058800"/>
            <a:chExt cx="308775" cy="304050"/>
          </a:xfrm>
        </p:grpSpPr>
        <p:sp>
          <p:nvSpPr>
            <p:cNvPr id="9140" name="Google Shape;9140;p177"/>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77"/>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77"/>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77"/>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77"/>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77"/>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77"/>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77"/>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77"/>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77"/>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77"/>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77"/>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77"/>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77"/>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77"/>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77"/>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77"/>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177"/>
          <p:cNvGrpSpPr/>
          <p:nvPr/>
        </p:nvGrpSpPr>
        <p:grpSpPr>
          <a:xfrm>
            <a:off x="7320004" y="3454812"/>
            <a:ext cx="340063" cy="337441"/>
            <a:chOff x="-15688425" y="3707725"/>
            <a:chExt cx="304825" cy="302475"/>
          </a:xfrm>
        </p:grpSpPr>
        <p:sp>
          <p:nvSpPr>
            <p:cNvPr id="9158" name="Google Shape;9158;p177"/>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77"/>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77"/>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77"/>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77"/>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77"/>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177"/>
          <p:cNvGrpSpPr/>
          <p:nvPr/>
        </p:nvGrpSpPr>
        <p:grpSpPr>
          <a:xfrm>
            <a:off x="1875277" y="3036365"/>
            <a:ext cx="340955" cy="337887"/>
            <a:chOff x="-20572500" y="3319025"/>
            <a:chExt cx="305625" cy="302875"/>
          </a:xfrm>
        </p:grpSpPr>
        <p:sp>
          <p:nvSpPr>
            <p:cNvPr id="9165" name="Google Shape;9165;p177"/>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77"/>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177"/>
          <p:cNvGrpSpPr/>
          <p:nvPr/>
        </p:nvGrpSpPr>
        <p:grpSpPr>
          <a:xfrm>
            <a:off x="1876155" y="3500608"/>
            <a:ext cx="339198" cy="245850"/>
            <a:chOff x="-20571700" y="3722875"/>
            <a:chExt cx="304050" cy="220375"/>
          </a:xfrm>
        </p:grpSpPr>
        <p:sp>
          <p:nvSpPr>
            <p:cNvPr id="9168" name="Google Shape;9168;p177"/>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77"/>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77"/>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77"/>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77"/>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77"/>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77"/>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177"/>
          <p:cNvGrpSpPr/>
          <p:nvPr/>
        </p:nvGrpSpPr>
        <p:grpSpPr>
          <a:xfrm>
            <a:off x="1875723" y="3871168"/>
            <a:ext cx="340063" cy="340063"/>
            <a:chOff x="-20571700" y="4066875"/>
            <a:chExt cx="304825" cy="304825"/>
          </a:xfrm>
        </p:grpSpPr>
        <p:sp>
          <p:nvSpPr>
            <p:cNvPr id="9176" name="Google Shape;9176;p177"/>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77"/>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77"/>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77"/>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77"/>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77"/>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177"/>
          <p:cNvGrpSpPr/>
          <p:nvPr/>
        </p:nvGrpSpPr>
        <p:grpSpPr>
          <a:xfrm>
            <a:off x="3964324" y="3034719"/>
            <a:ext cx="342712" cy="341178"/>
            <a:chOff x="-18645175" y="3334200"/>
            <a:chExt cx="307200" cy="305825"/>
          </a:xfrm>
        </p:grpSpPr>
        <p:sp>
          <p:nvSpPr>
            <p:cNvPr id="9183" name="Google Shape;9183;p177"/>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77"/>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77"/>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77"/>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77"/>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177"/>
          <p:cNvGrpSpPr/>
          <p:nvPr/>
        </p:nvGrpSpPr>
        <p:grpSpPr>
          <a:xfrm>
            <a:off x="3964771" y="3453487"/>
            <a:ext cx="341820" cy="340091"/>
            <a:chOff x="-18645175" y="3708500"/>
            <a:chExt cx="306400" cy="304850"/>
          </a:xfrm>
        </p:grpSpPr>
        <p:sp>
          <p:nvSpPr>
            <p:cNvPr id="9189" name="Google Shape;9189;p177"/>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77"/>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77"/>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77"/>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77"/>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77"/>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77"/>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177"/>
          <p:cNvGrpSpPr/>
          <p:nvPr/>
        </p:nvGrpSpPr>
        <p:grpSpPr>
          <a:xfrm>
            <a:off x="3963014" y="3870680"/>
            <a:ext cx="345334" cy="341039"/>
            <a:chOff x="-18647525" y="4082625"/>
            <a:chExt cx="309550" cy="305700"/>
          </a:xfrm>
        </p:grpSpPr>
        <p:sp>
          <p:nvSpPr>
            <p:cNvPr id="9197" name="Google Shape;9197;p177"/>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77"/>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77"/>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77"/>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177"/>
          <p:cNvGrpSpPr/>
          <p:nvPr/>
        </p:nvGrpSpPr>
        <p:grpSpPr>
          <a:xfrm>
            <a:off x="6084588" y="3035724"/>
            <a:ext cx="298758" cy="339170"/>
            <a:chOff x="-16775350" y="3309200"/>
            <a:chExt cx="267800" cy="304025"/>
          </a:xfrm>
        </p:grpSpPr>
        <p:sp>
          <p:nvSpPr>
            <p:cNvPr id="9202" name="Google Shape;9202;p177"/>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77"/>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77"/>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177"/>
          <p:cNvGrpSpPr/>
          <p:nvPr/>
        </p:nvGrpSpPr>
        <p:grpSpPr>
          <a:xfrm>
            <a:off x="6084588" y="3452609"/>
            <a:ext cx="298758" cy="341848"/>
            <a:chOff x="-16775350" y="3683300"/>
            <a:chExt cx="267800" cy="306425"/>
          </a:xfrm>
        </p:grpSpPr>
        <p:sp>
          <p:nvSpPr>
            <p:cNvPr id="9206" name="Google Shape;9206;p177"/>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77"/>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77"/>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177"/>
          <p:cNvGrpSpPr/>
          <p:nvPr/>
        </p:nvGrpSpPr>
        <p:grpSpPr>
          <a:xfrm>
            <a:off x="6063490" y="3871615"/>
            <a:ext cx="340955" cy="339170"/>
            <a:chOff x="-16794250" y="4058225"/>
            <a:chExt cx="305625" cy="304025"/>
          </a:xfrm>
        </p:grpSpPr>
        <p:sp>
          <p:nvSpPr>
            <p:cNvPr id="9210" name="Google Shape;9210;p177"/>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77"/>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77"/>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77"/>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77"/>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77"/>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77"/>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77"/>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77"/>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9" name="Google Shape;9219;p177"/>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0" name="Google Shape;9220;p177"/>
          <p:cNvGrpSpPr/>
          <p:nvPr/>
        </p:nvGrpSpPr>
        <p:grpSpPr>
          <a:xfrm>
            <a:off x="2290029" y="3035709"/>
            <a:ext cx="345334" cy="339198"/>
            <a:chOff x="-20199150" y="3317850"/>
            <a:chExt cx="309550" cy="304050"/>
          </a:xfrm>
        </p:grpSpPr>
        <p:sp>
          <p:nvSpPr>
            <p:cNvPr id="9221" name="Google Shape;9221;p177"/>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77"/>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77"/>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77"/>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77"/>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77"/>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77"/>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177"/>
          <p:cNvGrpSpPr/>
          <p:nvPr/>
        </p:nvGrpSpPr>
        <p:grpSpPr>
          <a:xfrm>
            <a:off x="2291786" y="3453390"/>
            <a:ext cx="341820" cy="340286"/>
            <a:chOff x="-20199150" y="3693150"/>
            <a:chExt cx="306400" cy="305025"/>
          </a:xfrm>
        </p:grpSpPr>
        <p:sp>
          <p:nvSpPr>
            <p:cNvPr id="9229" name="Google Shape;9229;p177"/>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77"/>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77"/>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77"/>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77"/>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77"/>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177"/>
          <p:cNvGrpSpPr/>
          <p:nvPr/>
        </p:nvGrpSpPr>
        <p:grpSpPr>
          <a:xfrm>
            <a:off x="2292218" y="3870722"/>
            <a:ext cx="340955" cy="340955"/>
            <a:chOff x="-20197575" y="4066875"/>
            <a:chExt cx="305625" cy="305625"/>
          </a:xfrm>
        </p:grpSpPr>
        <p:sp>
          <p:nvSpPr>
            <p:cNvPr id="9236" name="Google Shape;9236;p177"/>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77"/>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77"/>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77"/>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77"/>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77"/>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77"/>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77"/>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177"/>
          <p:cNvGrpSpPr/>
          <p:nvPr/>
        </p:nvGrpSpPr>
        <p:grpSpPr>
          <a:xfrm>
            <a:off x="4392532" y="3034161"/>
            <a:ext cx="339198" cy="342294"/>
            <a:chOff x="-18271050" y="3333200"/>
            <a:chExt cx="304050" cy="306825"/>
          </a:xfrm>
        </p:grpSpPr>
        <p:sp>
          <p:nvSpPr>
            <p:cNvPr id="9245" name="Google Shape;9245;p177"/>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77"/>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77"/>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77"/>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77"/>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177"/>
          <p:cNvGrpSpPr/>
          <p:nvPr/>
        </p:nvGrpSpPr>
        <p:grpSpPr>
          <a:xfrm>
            <a:off x="4392965" y="3454379"/>
            <a:ext cx="338334" cy="338306"/>
            <a:chOff x="-18270275" y="3710875"/>
            <a:chExt cx="303275" cy="303250"/>
          </a:xfrm>
        </p:grpSpPr>
        <p:sp>
          <p:nvSpPr>
            <p:cNvPr id="9251" name="Google Shape;9251;p177"/>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77"/>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77"/>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77"/>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77"/>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77"/>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177"/>
          <p:cNvGrpSpPr/>
          <p:nvPr/>
        </p:nvGrpSpPr>
        <p:grpSpPr>
          <a:xfrm>
            <a:off x="4433391" y="3872032"/>
            <a:ext cx="257480" cy="338334"/>
            <a:chOff x="-18234025" y="4084200"/>
            <a:chExt cx="230800" cy="303275"/>
          </a:xfrm>
        </p:grpSpPr>
        <p:sp>
          <p:nvSpPr>
            <p:cNvPr id="9258" name="Google Shape;9258;p177"/>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77"/>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77"/>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177"/>
          <p:cNvGrpSpPr/>
          <p:nvPr/>
        </p:nvGrpSpPr>
        <p:grpSpPr>
          <a:xfrm>
            <a:off x="6482160" y="3035277"/>
            <a:ext cx="339198" cy="340063"/>
            <a:chOff x="-16419350" y="3308400"/>
            <a:chExt cx="304050" cy="304825"/>
          </a:xfrm>
        </p:grpSpPr>
        <p:sp>
          <p:nvSpPr>
            <p:cNvPr id="9262" name="Google Shape;9262;p177"/>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77"/>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77"/>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77"/>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77"/>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77"/>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77"/>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177"/>
          <p:cNvGrpSpPr/>
          <p:nvPr/>
        </p:nvGrpSpPr>
        <p:grpSpPr>
          <a:xfrm>
            <a:off x="6502381" y="3452596"/>
            <a:ext cx="298758" cy="341876"/>
            <a:chOff x="-16401225" y="3683275"/>
            <a:chExt cx="267800" cy="306450"/>
          </a:xfrm>
        </p:grpSpPr>
        <p:sp>
          <p:nvSpPr>
            <p:cNvPr id="9270" name="Google Shape;9270;p177"/>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77"/>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77"/>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77"/>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77"/>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77"/>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77"/>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177"/>
          <p:cNvGrpSpPr/>
          <p:nvPr/>
        </p:nvGrpSpPr>
        <p:grpSpPr>
          <a:xfrm>
            <a:off x="6481728" y="3872033"/>
            <a:ext cx="340063" cy="338334"/>
            <a:chOff x="-16419350" y="4058200"/>
            <a:chExt cx="304825" cy="303275"/>
          </a:xfrm>
        </p:grpSpPr>
        <p:sp>
          <p:nvSpPr>
            <p:cNvPr id="9278" name="Google Shape;9278;p177"/>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77"/>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77"/>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77"/>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77"/>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77"/>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77"/>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177"/>
          <p:cNvGrpSpPr/>
          <p:nvPr/>
        </p:nvGrpSpPr>
        <p:grpSpPr>
          <a:xfrm>
            <a:off x="7738242" y="3036364"/>
            <a:ext cx="340091" cy="337887"/>
            <a:chOff x="-15296200" y="3326900"/>
            <a:chExt cx="304850" cy="302875"/>
          </a:xfrm>
        </p:grpSpPr>
        <p:sp>
          <p:nvSpPr>
            <p:cNvPr id="9286" name="Google Shape;9286;p177"/>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77"/>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77"/>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77"/>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77"/>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177"/>
          <p:cNvGrpSpPr/>
          <p:nvPr/>
        </p:nvGrpSpPr>
        <p:grpSpPr>
          <a:xfrm>
            <a:off x="2691143" y="3048776"/>
            <a:ext cx="367311" cy="313065"/>
            <a:chOff x="-19835275" y="3330250"/>
            <a:chExt cx="329250" cy="280625"/>
          </a:xfrm>
        </p:grpSpPr>
        <p:sp>
          <p:nvSpPr>
            <p:cNvPr id="9292" name="Google Shape;9292;p177"/>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77"/>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77"/>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177"/>
          <p:cNvGrpSpPr/>
          <p:nvPr/>
        </p:nvGrpSpPr>
        <p:grpSpPr>
          <a:xfrm>
            <a:off x="2704753" y="3453850"/>
            <a:ext cx="340091" cy="339366"/>
            <a:chOff x="-19822675" y="3692750"/>
            <a:chExt cx="304850" cy="304200"/>
          </a:xfrm>
        </p:grpSpPr>
        <p:sp>
          <p:nvSpPr>
            <p:cNvPr id="9296" name="Google Shape;9296;p177"/>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77"/>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77"/>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77"/>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77"/>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177"/>
          <p:cNvGrpSpPr/>
          <p:nvPr/>
        </p:nvGrpSpPr>
        <p:grpSpPr>
          <a:xfrm>
            <a:off x="2705200" y="3871168"/>
            <a:ext cx="339198" cy="340063"/>
            <a:chOff x="-19822675" y="4066875"/>
            <a:chExt cx="304050" cy="304825"/>
          </a:xfrm>
        </p:grpSpPr>
        <p:sp>
          <p:nvSpPr>
            <p:cNvPr id="9302" name="Google Shape;9302;p177"/>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77"/>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77"/>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77"/>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77"/>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77"/>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177"/>
          <p:cNvGrpSpPr/>
          <p:nvPr/>
        </p:nvGrpSpPr>
        <p:grpSpPr>
          <a:xfrm>
            <a:off x="4825783" y="3035709"/>
            <a:ext cx="301435" cy="339198"/>
            <a:chOff x="-17878825" y="3334400"/>
            <a:chExt cx="270200" cy="304050"/>
          </a:xfrm>
        </p:grpSpPr>
        <p:sp>
          <p:nvSpPr>
            <p:cNvPr id="9309" name="Google Shape;9309;p177"/>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77"/>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77"/>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77"/>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77"/>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77"/>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77"/>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177"/>
          <p:cNvGrpSpPr/>
          <p:nvPr/>
        </p:nvGrpSpPr>
        <p:grpSpPr>
          <a:xfrm>
            <a:off x="4806023" y="3453055"/>
            <a:ext cx="340955" cy="340955"/>
            <a:chOff x="-17896150" y="3709300"/>
            <a:chExt cx="305625" cy="305625"/>
          </a:xfrm>
        </p:grpSpPr>
        <p:sp>
          <p:nvSpPr>
            <p:cNvPr id="9317" name="Google Shape;9317;p177"/>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77"/>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77"/>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77"/>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177"/>
          <p:cNvGrpSpPr/>
          <p:nvPr/>
        </p:nvGrpSpPr>
        <p:grpSpPr>
          <a:xfrm>
            <a:off x="4827108" y="3870721"/>
            <a:ext cx="298786" cy="340955"/>
            <a:chOff x="-17878025" y="4082625"/>
            <a:chExt cx="267825" cy="305625"/>
          </a:xfrm>
        </p:grpSpPr>
        <p:sp>
          <p:nvSpPr>
            <p:cNvPr id="9322" name="Google Shape;9322;p177"/>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77"/>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77"/>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77"/>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77"/>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77"/>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77"/>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177"/>
          <p:cNvGrpSpPr/>
          <p:nvPr/>
        </p:nvGrpSpPr>
        <p:grpSpPr>
          <a:xfrm>
            <a:off x="6899534" y="3045374"/>
            <a:ext cx="340091" cy="319870"/>
            <a:chOff x="-16044450" y="3317850"/>
            <a:chExt cx="304850" cy="286725"/>
          </a:xfrm>
        </p:grpSpPr>
        <p:sp>
          <p:nvSpPr>
            <p:cNvPr id="9330" name="Google Shape;9330;p177"/>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77"/>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77"/>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77"/>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4" name="Google Shape;9334;p177"/>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5" name="Google Shape;9335;p177"/>
          <p:cNvGrpSpPr/>
          <p:nvPr/>
        </p:nvGrpSpPr>
        <p:grpSpPr>
          <a:xfrm>
            <a:off x="6928540" y="3871713"/>
            <a:ext cx="282079" cy="338975"/>
            <a:chOff x="-16018450" y="4058400"/>
            <a:chExt cx="252850" cy="303850"/>
          </a:xfrm>
        </p:grpSpPr>
        <p:sp>
          <p:nvSpPr>
            <p:cNvPr id="9336" name="Google Shape;9336;p177"/>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77"/>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77"/>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77"/>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0" name="Google Shape;9340;p177"/>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1" name="Google Shape;9341;p177"/>
          <p:cNvGrpSpPr/>
          <p:nvPr/>
        </p:nvGrpSpPr>
        <p:grpSpPr>
          <a:xfrm>
            <a:off x="6112322" y="2113746"/>
            <a:ext cx="264341" cy="300905"/>
            <a:chOff x="4995050" y="3245650"/>
            <a:chExt cx="236950" cy="269725"/>
          </a:xfrm>
        </p:grpSpPr>
        <p:sp>
          <p:nvSpPr>
            <p:cNvPr id="9342" name="Google Shape;9342;p177"/>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77"/>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77"/>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177"/>
            <p:cNvGrpSpPr/>
            <p:nvPr/>
          </p:nvGrpSpPr>
          <p:grpSpPr>
            <a:xfrm>
              <a:off x="4995050" y="3245650"/>
              <a:ext cx="236950" cy="269725"/>
              <a:chOff x="4995050" y="3245650"/>
              <a:chExt cx="236950" cy="269725"/>
            </a:xfrm>
          </p:grpSpPr>
          <p:sp>
            <p:nvSpPr>
              <p:cNvPr id="9346" name="Google Shape;9346;p177"/>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77"/>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9348" name="Google Shape;9348;p177"/>
          <p:cNvGrpSpPr/>
          <p:nvPr/>
        </p:nvGrpSpPr>
        <p:grpSpPr>
          <a:xfrm>
            <a:off x="4389657" y="1677273"/>
            <a:ext cx="347129" cy="345366"/>
            <a:chOff x="4724650" y="2885700"/>
            <a:chExt cx="270750" cy="269375"/>
          </a:xfrm>
        </p:grpSpPr>
        <p:sp>
          <p:nvSpPr>
            <p:cNvPr id="9349" name="Google Shape;9349;p177"/>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77"/>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77"/>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77"/>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77"/>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77"/>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77"/>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177"/>
          <p:cNvGrpSpPr/>
          <p:nvPr/>
        </p:nvGrpSpPr>
        <p:grpSpPr>
          <a:xfrm>
            <a:off x="3577077" y="1673302"/>
            <a:ext cx="279462" cy="335722"/>
            <a:chOff x="4459350" y="2882125"/>
            <a:chExt cx="228375" cy="274350"/>
          </a:xfrm>
        </p:grpSpPr>
        <p:sp>
          <p:nvSpPr>
            <p:cNvPr id="9357" name="Google Shape;9357;p177"/>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77"/>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77"/>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77"/>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77"/>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9362" name="Google Shape;9362;p177"/>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66" name="Shape 9366"/>
        <p:cNvGrpSpPr/>
        <p:nvPr/>
      </p:nvGrpSpPr>
      <p:grpSpPr>
        <a:xfrm>
          <a:off x="0" y="0"/>
          <a:ext cx="0" cy="0"/>
          <a:chOff x="0" y="0"/>
          <a:chExt cx="0" cy="0"/>
        </a:xfrm>
      </p:grpSpPr>
      <p:sp>
        <p:nvSpPr>
          <p:cNvPr id="9367" name="Google Shape;9367;p1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t>
            </a:r>
            <a:r>
              <a:rPr lang="en">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9368" name="Google Shape;9368;p178"/>
          <p:cNvGrpSpPr/>
          <p:nvPr/>
        </p:nvGrpSpPr>
        <p:grpSpPr>
          <a:xfrm>
            <a:off x="1624426" y="1670551"/>
            <a:ext cx="342328" cy="339793"/>
            <a:chOff x="-13966675" y="1639700"/>
            <a:chExt cx="354450" cy="351825"/>
          </a:xfrm>
        </p:grpSpPr>
        <p:sp>
          <p:nvSpPr>
            <p:cNvPr id="9369" name="Google Shape;9369;p17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7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7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7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7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4" name="Google Shape;9374;p178"/>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78"/>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6" name="Google Shape;9376;p178"/>
          <p:cNvGrpSpPr/>
          <p:nvPr/>
        </p:nvGrpSpPr>
        <p:grpSpPr>
          <a:xfrm>
            <a:off x="3336047" y="1670237"/>
            <a:ext cx="340034" cy="340420"/>
            <a:chOff x="-12199250" y="1662675"/>
            <a:chExt cx="352075" cy="352475"/>
          </a:xfrm>
        </p:grpSpPr>
        <p:sp>
          <p:nvSpPr>
            <p:cNvPr id="9377" name="Google Shape;9377;p17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7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7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178"/>
          <p:cNvGrpSpPr/>
          <p:nvPr/>
        </p:nvGrpSpPr>
        <p:grpSpPr>
          <a:xfrm>
            <a:off x="3334900" y="2077104"/>
            <a:ext cx="342328" cy="342328"/>
            <a:chOff x="-12199250" y="2096250"/>
            <a:chExt cx="354450" cy="354450"/>
          </a:xfrm>
        </p:grpSpPr>
        <p:sp>
          <p:nvSpPr>
            <p:cNvPr id="9381" name="Google Shape;9381;p17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7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178"/>
          <p:cNvGrpSpPr/>
          <p:nvPr/>
        </p:nvGrpSpPr>
        <p:grpSpPr>
          <a:xfrm>
            <a:off x="3763489" y="2507658"/>
            <a:ext cx="340034" cy="341579"/>
            <a:chOff x="-12199250" y="2530225"/>
            <a:chExt cx="352075" cy="353675"/>
          </a:xfrm>
        </p:grpSpPr>
        <p:sp>
          <p:nvSpPr>
            <p:cNvPr id="9384" name="Google Shape;9384;p17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7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7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7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8" name="Google Shape;9388;p178"/>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9" name="Google Shape;9389;p178"/>
          <p:cNvGrpSpPr/>
          <p:nvPr/>
        </p:nvGrpSpPr>
        <p:grpSpPr>
          <a:xfrm>
            <a:off x="5042451" y="2078613"/>
            <a:ext cx="342328" cy="339310"/>
            <a:chOff x="-10462550" y="2057650"/>
            <a:chExt cx="354450" cy="351325"/>
          </a:xfrm>
        </p:grpSpPr>
        <p:sp>
          <p:nvSpPr>
            <p:cNvPr id="9390" name="Google Shape;9390;p17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7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2" name="Google Shape;9392;p178"/>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3" name="Google Shape;9393;p178"/>
          <p:cNvGrpSpPr/>
          <p:nvPr/>
        </p:nvGrpSpPr>
        <p:grpSpPr>
          <a:xfrm>
            <a:off x="6735937" y="1670176"/>
            <a:ext cx="375044" cy="340541"/>
            <a:chOff x="-8692750" y="1622100"/>
            <a:chExt cx="388325" cy="352600"/>
          </a:xfrm>
        </p:grpSpPr>
        <p:sp>
          <p:nvSpPr>
            <p:cNvPr id="9394" name="Google Shape;9394;p17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7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178"/>
          <p:cNvGrpSpPr/>
          <p:nvPr/>
        </p:nvGrpSpPr>
        <p:grpSpPr>
          <a:xfrm>
            <a:off x="2049214" y="1669657"/>
            <a:ext cx="341555" cy="341579"/>
            <a:chOff x="-13529550" y="1639425"/>
            <a:chExt cx="353650" cy="353675"/>
          </a:xfrm>
        </p:grpSpPr>
        <p:sp>
          <p:nvSpPr>
            <p:cNvPr id="9397" name="Google Shape;9397;p17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7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7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7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7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7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7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7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178"/>
          <p:cNvGrpSpPr/>
          <p:nvPr/>
        </p:nvGrpSpPr>
        <p:grpSpPr>
          <a:xfrm>
            <a:off x="2048067" y="2078239"/>
            <a:ext cx="343849" cy="340058"/>
            <a:chOff x="-13531925" y="2075775"/>
            <a:chExt cx="356025" cy="352100"/>
          </a:xfrm>
        </p:grpSpPr>
        <p:sp>
          <p:nvSpPr>
            <p:cNvPr id="9406" name="Google Shape;9406;p17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7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178"/>
          <p:cNvGrpSpPr/>
          <p:nvPr/>
        </p:nvGrpSpPr>
        <p:grpSpPr>
          <a:xfrm>
            <a:off x="2477030" y="2508044"/>
            <a:ext cx="340807" cy="340807"/>
            <a:chOff x="-13528775" y="2507400"/>
            <a:chExt cx="352875" cy="352875"/>
          </a:xfrm>
        </p:grpSpPr>
        <p:sp>
          <p:nvSpPr>
            <p:cNvPr id="9409" name="Google Shape;9409;p17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7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7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2" name="Google Shape;9412;p178"/>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78"/>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4" name="Google Shape;9414;p178"/>
          <p:cNvGrpSpPr/>
          <p:nvPr/>
        </p:nvGrpSpPr>
        <p:grpSpPr>
          <a:xfrm>
            <a:off x="4203464" y="2507658"/>
            <a:ext cx="308090" cy="341579"/>
            <a:chOff x="-11747150" y="2530225"/>
            <a:chExt cx="319000" cy="353675"/>
          </a:xfrm>
        </p:grpSpPr>
        <p:sp>
          <p:nvSpPr>
            <p:cNvPr id="9415" name="Google Shape;9415;p17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7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178"/>
          <p:cNvGrpSpPr/>
          <p:nvPr/>
        </p:nvGrpSpPr>
        <p:grpSpPr>
          <a:xfrm>
            <a:off x="5472870" y="1670044"/>
            <a:ext cx="340807" cy="340807"/>
            <a:chOff x="-10027775" y="1622900"/>
            <a:chExt cx="352875" cy="352875"/>
          </a:xfrm>
        </p:grpSpPr>
        <p:sp>
          <p:nvSpPr>
            <p:cNvPr id="9418" name="Google Shape;9418;p17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7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7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7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7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7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4" name="Google Shape;9424;p178"/>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5" name="Google Shape;9425;p178"/>
          <p:cNvGrpSpPr/>
          <p:nvPr/>
        </p:nvGrpSpPr>
        <p:grpSpPr>
          <a:xfrm>
            <a:off x="5909439" y="2507283"/>
            <a:ext cx="322553" cy="342328"/>
            <a:chOff x="-10019125" y="2490075"/>
            <a:chExt cx="333975" cy="354450"/>
          </a:xfrm>
        </p:grpSpPr>
        <p:sp>
          <p:nvSpPr>
            <p:cNvPr id="9426" name="Google Shape;9426;p17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7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7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7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178"/>
          <p:cNvGrpSpPr/>
          <p:nvPr/>
        </p:nvGrpSpPr>
        <p:grpSpPr>
          <a:xfrm>
            <a:off x="6747346" y="2076718"/>
            <a:ext cx="352227" cy="343100"/>
            <a:chOff x="-8684100" y="2032450"/>
            <a:chExt cx="364700" cy="355250"/>
          </a:xfrm>
        </p:grpSpPr>
        <p:sp>
          <p:nvSpPr>
            <p:cNvPr id="9431" name="Google Shape;9431;p17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7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7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4" name="Google Shape;9434;p178"/>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5" name="Google Shape;9435;p178"/>
          <p:cNvGrpSpPr/>
          <p:nvPr/>
        </p:nvGrpSpPr>
        <p:grpSpPr>
          <a:xfrm>
            <a:off x="2479634" y="2077406"/>
            <a:ext cx="343849" cy="341724"/>
            <a:chOff x="-13095575" y="2073400"/>
            <a:chExt cx="356025" cy="353825"/>
          </a:xfrm>
        </p:grpSpPr>
        <p:sp>
          <p:nvSpPr>
            <p:cNvPr id="9436" name="Google Shape;9436;p17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7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7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7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7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7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7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7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4" name="Google Shape;9444;p178"/>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5" name="Google Shape;9445;p178"/>
          <p:cNvGrpSpPr/>
          <p:nvPr/>
        </p:nvGrpSpPr>
        <p:grpSpPr>
          <a:xfrm>
            <a:off x="4189710" y="1669235"/>
            <a:ext cx="343100" cy="342424"/>
            <a:chOff x="-11332875" y="1660700"/>
            <a:chExt cx="355250" cy="354550"/>
          </a:xfrm>
        </p:grpSpPr>
        <p:sp>
          <p:nvSpPr>
            <p:cNvPr id="9446" name="Google Shape;9446;p17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7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7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7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0" name="Google Shape;9450;p178"/>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78"/>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178"/>
          <p:cNvGrpSpPr/>
          <p:nvPr/>
        </p:nvGrpSpPr>
        <p:grpSpPr>
          <a:xfrm>
            <a:off x="5916673" y="1668522"/>
            <a:ext cx="299736" cy="343849"/>
            <a:chOff x="-9570950" y="1622100"/>
            <a:chExt cx="310350" cy="356025"/>
          </a:xfrm>
        </p:grpSpPr>
        <p:sp>
          <p:nvSpPr>
            <p:cNvPr id="9453" name="Google Shape;9453;p17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7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178"/>
          <p:cNvGrpSpPr/>
          <p:nvPr/>
        </p:nvGrpSpPr>
        <p:grpSpPr>
          <a:xfrm>
            <a:off x="5895377" y="2077478"/>
            <a:ext cx="342328" cy="341579"/>
            <a:chOff x="-9594575" y="2056875"/>
            <a:chExt cx="354450" cy="353675"/>
          </a:xfrm>
        </p:grpSpPr>
        <p:sp>
          <p:nvSpPr>
            <p:cNvPr id="9456" name="Google Shape;9456;p17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7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7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9" name="Google Shape;9459;p178"/>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0" name="Google Shape;9460;p178"/>
          <p:cNvGrpSpPr/>
          <p:nvPr/>
        </p:nvGrpSpPr>
        <p:grpSpPr>
          <a:xfrm>
            <a:off x="2902515" y="1670043"/>
            <a:ext cx="342328" cy="340807"/>
            <a:chOff x="-12661600" y="1640225"/>
            <a:chExt cx="354450" cy="352875"/>
          </a:xfrm>
        </p:grpSpPr>
        <p:sp>
          <p:nvSpPr>
            <p:cNvPr id="9461" name="Google Shape;9461;p17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7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7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178"/>
          <p:cNvGrpSpPr/>
          <p:nvPr/>
        </p:nvGrpSpPr>
        <p:grpSpPr>
          <a:xfrm>
            <a:off x="2902889" y="2098581"/>
            <a:ext cx="341579" cy="299374"/>
            <a:chOff x="-12660025" y="2096250"/>
            <a:chExt cx="353675" cy="309975"/>
          </a:xfrm>
        </p:grpSpPr>
        <p:sp>
          <p:nvSpPr>
            <p:cNvPr id="9465" name="Google Shape;9465;p17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7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7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7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7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7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178"/>
          <p:cNvGrpSpPr/>
          <p:nvPr/>
        </p:nvGrpSpPr>
        <p:grpSpPr>
          <a:xfrm>
            <a:off x="3328809" y="2507477"/>
            <a:ext cx="344622" cy="341941"/>
            <a:chOff x="-12663175" y="2506800"/>
            <a:chExt cx="356825" cy="354050"/>
          </a:xfrm>
        </p:grpSpPr>
        <p:sp>
          <p:nvSpPr>
            <p:cNvPr id="9472" name="Google Shape;9472;p17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7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7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7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178"/>
          <p:cNvGrpSpPr/>
          <p:nvPr/>
        </p:nvGrpSpPr>
        <p:grpSpPr>
          <a:xfrm>
            <a:off x="4612603" y="1669657"/>
            <a:ext cx="340807" cy="341579"/>
            <a:chOff x="-10896525" y="1663050"/>
            <a:chExt cx="352875" cy="353675"/>
          </a:xfrm>
        </p:grpSpPr>
        <p:sp>
          <p:nvSpPr>
            <p:cNvPr id="9477" name="Google Shape;9477;p17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7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178"/>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0" name="Google Shape;9480;p178"/>
          <p:cNvGrpSpPr/>
          <p:nvPr/>
        </p:nvGrpSpPr>
        <p:grpSpPr>
          <a:xfrm>
            <a:off x="5039658" y="2518692"/>
            <a:ext cx="341579" cy="319511"/>
            <a:chOff x="-10898100" y="2542050"/>
            <a:chExt cx="353675" cy="330825"/>
          </a:xfrm>
        </p:grpSpPr>
        <p:sp>
          <p:nvSpPr>
            <p:cNvPr id="9481" name="Google Shape;9481;p17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7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7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7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7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7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178"/>
          <p:cNvGrpSpPr/>
          <p:nvPr/>
        </p:nvGrpSpPr>
        <p:grpSpPr>
          <a:xfrm>
            <a:off x="6322049" y="1670732"/>
            <a:ext cx="340058" cy="339430"/>
            <a:chOff x="-9157450" y="1622750"/>
            <a:chExt cx="352100" cy="351450"/>
          </a:xfrm>
        </p:grpSpPr>
        <p:sp>
          <p:nvSpPr>
            <p:cNvPr id="9488" name="Google Shape;9488;p17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7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178"/>
          <p:cNvGrpSpPr/>
          <p:nvPr/>
        </p:nvGrpSpPr>
        <p:grpSpPr>
          <a:xfrm>
            <a:off x="6360089" y="2078999"/>
            <a:ext cx="263977" cy="338537"/>
            <a:chOff x="-9119650" y="2056875"/>
            <a:chExt cx="273325" cy="350525"/>
          </a:xfrm>
        </p:grpSpPr>
        <p:sp>
          <p:nvSpPr>
            <p:cNvPr id="9491" name="Google Shape;9491;p17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7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3" name="Google Shape;9493;p178"/>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78"/>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5" name="Google Shape;9495;p178"/>
          <p:cNvGrpSpPr/>
          <p:nvPr/>
        </p:nvGrpSpPr>
        <p:grpSpPr>
          <a:xfrm>
            <a:off x="1624800" y="3048000"/>
            <a:ext cx="341579" cy="340348"/>
            <a:chOff x="-13947000" y="3212800"/>
            <a:chExt cx="353675" cy="352400"/>
          </a:xfrm>
        </p:grpSpPr>
        <p:sp>
          <p:nvSpPr>
            <p:cNvPr id="9496" name="Google Shape;9496;p17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7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178"/>
          <p:cNvGrpSpPr/>
          <p:nvPr/>
        </p:nvGrpSpPr>
        <p:grpSpPr>
          <a:xfrm>
            <a:off x="1624812" y="3470706"/>
            <a:ext cx="341555" cy="340058"/>
            <a:chOff x="-13946200" y="3647075"/>
            <a:chExt cx="353650" cy="352100"/>
          </a:xfrm>
        </p:grpSpPr>
        <p:sp>
          <p:nvSpPr>
            <p:cNvPr id="9499" name="Google Shape;9499;p17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7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7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7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7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7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5" name="Google Shape;9505;p178"/>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6" name="Google Shape;9506;p178"/>
          <p:cNvGrpSpPr/>
          <p:nvPr/>
        </p:nvGrpSpPr>
        <p:grpSpPr>
          <a:xfrm>
            <a:off x="3334900" y="3048338"/>
            <a:ext cx="342328" cy="339672"/>
            <a:chOff x="-12163025" y="3214275"/>
            <a:chExt cx="354450" cy="351700"/>
          </a:xfrm>
        </p:grpSpPr>
        <p:sp>
          <p:nvSpPr>
            <p:cNvPr id="9507" name="Google Shape;9507;p17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7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7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178"/>
          <p:cNvGrpSpPr/>
          <p:nvPr/>
        </p:nvGrpSpPr>
        <p:grpSpPr>
          <a:xfrm>
            <a:off x="3335649" y="3469958"/>
            <a:ext cx="340831" cy="341555"/>
            <a:chOff x="-12160675" y="3647875"/>
            <a:chExt cx="352900" cy="353650"/>
          </a:xfrm>
        </p:grpSpPr>
        <p:sp>
          <p:nvSpPr>
            <p:cNvPr id="9511" name="Google Shape;9511;p17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7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7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7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7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7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7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178"/>
          <p:cNvGrpSpPr/>
          <p:nvPr/>
        </p:nvGrpSpPr>
        <p:grpSpPr>
          <a:xfrm>
            <a:off x="3769149" y="3889187"/>
            <a:ext cx="340058" cy="341555"/>
            <a:chOff x="-12160675" y="4081850"/>
            <a:chExt cx="352100" cy="353650"/>
          </a:xfrm>
        </p:grpSpPr>
        <p:sp>
          <p:nvSpPr>
            <p:cNvPr id="9519" name="Google Shape;9519;p17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7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7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7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7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7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178"/>
          <p:cNvGrpSpPr/>
          <p:nvPr/>
        </p:nvGrpSpPr>
        <p:grpSpPr>
          <a:xfrm>
            <a:off x="5043212" y="3047674"/>
            <a:ext cx="340807" cy="341000"/>
            <a:chOff x="-10391650" y="3180600"/>
            <a:chExt cx="352875" cy="353075"/>
          </a:xfrm>
        </p:grpSpPr>
        <p:sp>
          <p:nvSpPr>
            <p:cNvPr id="9526" name="Google Shape;9526;p17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7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7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7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7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7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78"/>
          <p:cNvGrpSpPr/>
          <p:nvPr/>
        </p:nvGrpSpPr>
        <p:grpSpPr>
          <a:xfrm>
            <a:off x="5043586" y="3471081"/>
            <a:ext cx="340058" cy="339310"/>
            <a:chOff x="-10390875" y="3616350"/>
            <a:chExt cx="352100" cy="351325"/>
          </a:xfrm>
        </p:grpSpPr>
        <p:sp>
          <p:nvSpPr>
            <p:cNvPr id="9533" name="Google Shape;9533;p17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7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7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178"/>
          <p:cNvGrpSpPr/>
          <p:nvPr/>
        </p:nvGrpSpPr>
        <p:grpSpPr>
          <a:xfrm>
            <a:off x="5496860" y="3889936"/>
            <a:ext cx="299736" cy="340058"/>
            <a:chOff x="-10370400" y="4049550"/>
            <a:chExt cx="310350" cy="352100"/>
          </a:xfrm>
        </p:grpSpPr>
        <p:sp>
          <p:nvSpPr>
            <p:cNvPr id="9537" name="Google Shape;9537;p17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7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7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7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7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178"/>
          <p:cNvGrpSpPr/>
          <p:nvPr/>
        </p:nvGrpSpPr>
        <p:grpSpPr>
          <a:xfrm>
            <a:off x="6741635" y="3048060"/>
            <a:ext cx="363648" cy="340227"/>
            <a:chOff x="-8674650" y="3210975"/>
            <a:chExt cx="376525" cy="352275"/>
          </a:xfrm>
        </p:grpSpPr>
        <p:sp>
          <p:nvSpPr>
            <p:cNvPr id="9543" name="Google Shape;9543;p17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7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7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7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7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7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178"/>
          <p:cNvGrpSpPr/>
          <p:nvPr/>
        </p:nvGrpSpPr>
        <p:grpSpPr>
          <a:xfrm>
            <a:off x="2049202" y="3047384"/>
            <a:ext cx="341579" cy="341579"/>
            <a:chOff x="-13512225" y="3211525"/>
            <a:chExt cx="353675" cy="353675"/>
          </a:xfrm>
        </p:grpSpPr>
        <p:sp>
          <p:nvSpPr>
            <p:cNvPr id="9550" name="Google Shape;9550;p17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7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7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7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7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178"/>
          <p:cNvGrpSpPr/>
          <p:nvPr/>
        </p:nvGrpSpPr>
        <p:grpSpPr>
          <a:xfrm>
            <a:off x="2049202" y="3470706"/>
            <a:ext cx="341579" cy="340058"/>
            <a:chOff x="-13512225" y="3647075"/>
            <a:chExt cx="353675" cy="352100"/>
          </a:xfrm>
        </p:grpSpPr>
        <p:sp>
          <p:nvSpPr>
            <p:cNvPr id="9556" name="Google Shape;9556;p17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7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7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7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7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7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7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7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7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7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178"/>
          <p:cNvGrpSpPr/>
          <p:nvPr/>
        </p:nvGrpSpPr>
        <p:grpSpPr>
          <a:xfrm>
            <a:off x="2482315" y="3889562"/>
            <a:ext cx="341579" cy="340807"/>
            <a:chOff x="-13512225" y="4080275"/>
            <a:chExt cx="353675" cy="352875"/>
          </a:xfrm>
        </p:grpSpPr>
        <p:sp>
          <p:nvSpPr>
            <p:cNvPr id="9567" name="Google Shape;9567;p17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7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7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7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7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7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7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7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7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7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7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178"/>
          <p:cNvGrpSpPr/>
          <p:nvPr/>
        </p:nvGrpSpPr>
        <p:grpSpPr>
          <a:xfrm>
            <a:off x="3759290" y="3078966"/>
            <a:ext cx="341555" cy="278416"/>
            <a:chOff x="-11728250" y="3245400"/>
            <a:chExt cx="353650" cy="288275"/>
          </a:xfrm>
        </p:grpSpPr>
        <p:sp>
          <p:nvSpPr>
            <p:cNvPr id="9579" name="Google Shape;9579;p17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7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7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7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7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4" name="Google Shape;9584;p178"/>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5" name="Google Shape;9585;p178"/>
          <p:cNvGrpSpPr/>
          <p:nvPr/>
        </p:nvGrpSpPr>
        <p:grpSpPr>
          <a:xfrm>
            <a:off x="3758144" y="3469282"/>
            <a:ext cx="343849" cy="342907"/>
            <a:chOff x="-11729050" y="3646475"/>
            <a:chExt cx="356025" cy="355050"/>
          </a:xfrm>
        </p:grpSpPr>
        <p:sp>
          <p:nvSpPr>
            <p:cNvPr id="9586" name="Google Shape;9586;p178"/>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78"/>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78"/>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78"/>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78"/>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78"/>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78"/>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78"/>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78"/>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78"/>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78"/>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178"/>
          <p:cNvGrpSpPr/>
          <p:nvPr/>
        </p:nvGrpSpPr>
        <p:grpSpPr>
          <a:xfrm>
            <a:off x="4213688" y="3889562"/>
            <a:ext cx="298988" cy="340807"/>
            <a:chOff x="-11703850" y="4081850"/>
            <a:chExt cx="309575" cy="352875"/>
          </a:xfrm>
        </p:grpSpPr>
        <p:sp>
          <p:nvSpPr>
            <p:cNvPr id="9598" name="Google Shape;9598;p17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7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7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7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7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7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7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7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178"/>
          <p:cNvGrpSpPr/>
          <p:nvPr/>
        </p:nvGrpSpPr>
        <p:grpSpPr>
          <a:xfrm>
            <a:off x="5472110" y="3047770"/>
            <a:ext cx="342328" cy="340807"/>
            <a:chOff x="-9958475" y="3180025"/>
            <a:chExt cx="354450" cy="352875"/>
          </a:xfrm>
        </p:grpSpPr>
        <p:sp>
          <p:nvSpPr>
            <p:cNvPr id="9607" name="Google Shape;9607;p17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7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7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178"/>
          <p:cNvGrpSpPr/>
          <p:nvPr/>
        </p:nvGrpSpPr>
        <p:grpSpPr>
          <a:xfrm>
            <a:off x="5481237" y="3470392"/>
            <a:ext cx="324074" cy="340686"/>
            <a:chOff x="-9949025" y="3615575"/>
            <a:chExt cx="335550" cy="352750"/>
          </a:xfrm>
        </p:grpSpPr>
        <p:sp>
          <p:nvSpPr>
            <p:cNvPr id="9611" name="Google Shape;9611;p17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7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7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178"/>
          <p:cNvGrpSpPr/>
          <p:nvPr/>
        </p:nvGrpSpPr>
        <p:grpSpPr>
          <a:xfrm>
            <a:off x="5903702" y="3888137"/>
            <a:ext cx="345370" cy="343656"/>
            <a:chOff x="-9961625" y="4048175"/>
            <a:chExt cx="357600" cy="355825"/>
          </a:xfrm>
        </p:grpSpPr>
        <p:sp>
          <p:nvSpPr>
            <p:cNvPr id="9615" name="Google Shape;9615;p17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7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7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7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7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7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178"/>
          <p:cNvGrpSpPr/>
          <p:nvPr/>
        </p:nvGrpSpPr>
        <p:grpSpPr>
          <a:xfrm>
            <a:off x="6748480" y="3469451"/>
            <a:ext cx="349958" cy="342569"/>
            <a:chOff x="-8680950" y="3624225"/>
            <a:chExt cx="362350" cy="354700"/>
          </a:xfrm>
        </p:grpSpPr>
        <p:sp>
          <p:nvSpPr>
            <p:cNvPr id="9622" name="Google Shape;9622;p17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7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7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7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7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7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178"/>
          <p:cNvGrpSpPr/>
          <p:nvPr/>
        </p:nvGrpSpPr>
        <p:grpSpPr>
          <a:xfrm>
            <a:off x="2501316" y="3047758"/>
            <a:ext cx="300485" cy="340831"/>
            <a:chOff x="-13056975" y="3212300"/>
            <a:chExt cx="311125" cy="352900"/>
          </a:xfrm>
        </p:grpSpPr>
        <p:sp>
          <p:nvSpPr>
            <p:cNvPr id="9629" name="Google Shape;9629;p17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7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7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7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178"/>
          <p:cNvGrpSpPr/>
          <p:nvPr/>
        </p:nvGrpSpPr>
        <p:grpSpPr>
          <a:xfrm>
            <a:off x="2479634" y="3470392"/>
            <a:ext cx="343849" cy="340686"/>
            <a:chOff x="-13077450" y="3647075"/>
            <a:chExt cx="356025" cy="352750"/>
          </a:xfrm>
        </p:grpSpPr>
        <p:sp>
          <p:nvSpPr>
            <p:cNvPr id="9634" name="Google Shape;9634;p17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7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7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178"/>
          <p:cNvGrpSpPr/>
          <p:nvPr/>
        </p:nvGrpSpPr>
        <p:grpSpPr>
          <a:xfrm>
            <a:off x="2913508" y="3888801"/>
            <a:ext cx="342328" cy="342328"/>
            <a:chOff x="-13079025" y="4079475"/>
            <a:chExt cx="354450" cy="354450"/>
          </a:xfrm>
        </p:grpSpPr>
        <p:sp>
          <p:nvSpPr>
            <p:cNvPr id="9638" name="Google Shape;9638;p17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7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7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7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178"/>
          <p:cNvGrpSpPr/>
          <p:nvPr/>
        </p:nvGrpSpPr>
        <p:grpSpPr>
          <a:xfrm>
            <a:off x="4190471" y="3048145"/>
            <a:ext cx="341579" cy="340058"/>
            <a:chOff x="-11292700" y="3213875"/>
            <a:chExt cx="353675" cy="352100"/>
          </a:xfrm>
        </p:grpSpPr>
        <p:sp>
          <p:nvSpPr>
            <p:cNvPr id="9643" name="Google Shape;9643;p17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7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7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7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7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7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7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178"/>
          <p:cNvGrpSpPr/>
          <p:nvPr/>
        </p:nvGrpSpPr>
        <p:grpSpPr>
          <a:xfrm>
            <a:off x="4184772" y="3469958"/>
            <a:ext cx="352976" cy="341555"/>
            <a:chOff x="-11299000" y="3647875"/>
            <a:chExt cx="365475" cy="353650"/>
          </a:xfrm>
        </p:grpSpPr>
        <p:sp>
          <p:nvSpPr>
            <p:cNvPr id="9651" name="Google Shape;9651;p17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7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7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7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7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7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178"/>
          <p:cNvGrpSpPr/>
          <p:nvPr/>
        </p:nvGrpSpPr>
        <p:grpSpPr>
          <a:xfrm>
            <a:off x="4622823" y="3900210"/>
            <a:ext cx="343100" cy="319511"/>
            <a:chOff x="-11295075" y="4092875"/>
            <a:chExt cx="355250" cy="330825"/>
          </a:xfrm>
        </p:grpSpPr>
        <p:sp>
          <p:nvSpPr>
            <p:cNvPr id="9658" name="Google Shape;9658;p17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7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7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7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7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178"/>
          <p:cNvGrpSpPr/>
          <p:nvPr/>
        </p:nvGrpSpPr>
        <p:grpSpPr>
          <a:xfrm>
            <a:off x="5916673" y="3047770"/>
            <a:ext cx="299736" cy="340807"/>
            <a:chOff x="-9500075" y="3180800"/>
            <a:chExt cx="310350" cy="352875"/>
          </a:xfrm>
        </p:grpSpPr>
        <p:sp>
          <p:nvSpPr>
            <p:cNvPr id="9664" name="Google Shape;9664;p17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7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7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7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7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7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7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7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7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178"/>
          <p:cNvGrpSpPr/>
          <p:nvPr/>
        </p:nvGrpSpPr>
        <p:grpSpPr>
          <a:xfrm>
            <a:off x="5895751" y="3469946"/>
            <a:ext cx="341579" cy="341579"/>
            <a:chOff x="-9523700" y="3614000"/>
            <a:chExt cx="353675" cy="353675"/>
          </a:xfrm>
        </p:grpSpPr>
        <p:sp>
          <p:nvSpPr>
            <p:cNvPr id="9674" name="Google Shape;9674;p17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7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7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7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7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7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7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7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7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178"/>
          <p:cNvGrpSpPr/>
          <p:nvPr/>
        </p:nvGrpSpPr>
        <p:grpSpPr>
          <a:xfrm>
            <a:off x="6328865" y="3889936"/>
            <a:ext cx="341579" cy="340058"/>
            <a:chOff x="-9523700" y="4049550"/>
            <a:chExt cx="353675" cy="352100"/>
          </a:xfrm>
        </p:grpSpPr>
        <p:sp>
          <p:nvSpPr>
            <p:cNvPr id="9684" name="Google Shape;9684;p17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7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7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7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7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7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7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178"/>
          <p:cNvGrpSpPr/>
          <p:nvPr/>
        </p:nvGrpSpPr>
        <p:grpSpPr>
          <a:xfrm>
            <a:off x="7181694" y="3491628"/>
            <a:ext cx="342328" cy="298215"/>
            <a:chOff x="-8209150" y="3659675"/>
            <a:chExt cx="354450" cy="308775"/>
          </a:xfrm>
        </p:grpSpPr>
        <p:sp>
          <p:nvSpPr>
            <p:cNvPr id="9692" name="Google Shape;9692;p17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7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7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7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7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7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178"/>
          <p:cNvGrpSpPr/>
          <p:nvPr/>
        </p:nvGrpSpPr>
        <p:grpSpPr>
          <a:xfrm>
            <a:off x="2902889" y="3047758"/>
            <a:ext cx="341579" cy="340831"/>
            <a:chOff x="-12643475" y="3212300"/>
            <a:chExt cx="353675" cy="352900"/>
          </a:xfrm>
        </p:grpSpPr>
        <p:sp>
          <p:nvSpPr>
            <p:cNvPr id="9699" name="Google Shape;9699;p17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7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7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7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7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7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7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7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7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178"/>
          <p:cNvGrpSpPr/>
          <p:nvPr/>
        </p:nvGrpSpPr>
        <p:grpSpPr>
          <a:xfrm>
            <a:off x="2902889" y="3480920"/>
            <a:ext cx="341579" cy="319632"/>
            <a:chOff x="-12643475" y="3657325"/>
            <a:chExt cx="353675" cy="330950"/>
          </a:xfrm>
        </p:grpSpPr>
        <p:sp>
          <p:nvSpPr>
            <p:cNvPr id="9709" name="Google Shape;9709;p17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7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7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7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7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7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178"/>
          <p:cNvGrpSpPr/>
          <p:nvPr/>
        </p:nvGrpSpPr>
        <p:grpSpPr>
          <a:xfrm>
            <a:off x="3336002" y="3890709"/>
            <a:ext cx="341579" cy="338513"/>
            <a:chOff x="-12643475" y="4081850"/>
            <a:chExt cx="353675" cy="350500"/>
          </a:xfrm>
        </p:grpSpPr>
        <p:sp>
          <p:nvSpPr>
            <p:cNvPr id="9716" name="Google Shape;9716;p17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7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7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7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178"/>
          <p:cNvGrpSpPr/>
          <p:nvPr/>
        </p:nvGrpSpPr>
        <p:grpSpPr>
          <a:xfrm>
            <a:off x="4612603" y="3048145"/>
            <a:ext cx="340807" cy="340058"/>
            <a:chOff x="-10857925" y="3213875"/>
            <a:chExt cx="352875" cy="352100"/>
          </a:xfrm>
        </p:grpSpPr>
        <p:sp>
          <p:nvSpPr>
            <p:cNvPr id="9721" name="Google Shape;9721;p17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7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7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7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7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7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7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7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7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7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1" name="Google Shape;9731;p178"/>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2" name="Google Shape;9732;p178"/>
          <p:cNvGrpSpPr/>
          <p:nvPr/>
        </p:nvGrpSpPr>
        <p:grpSpPr>
          <a:xfrm>
            <a:off x="5045330" y="3900210"/>
            <a:ext cx="341579" cy="319511"/>
            <a:chOff x="-10858725" y="4092875"/>
            <a:chExt cx="353675" cy="330825"/>
          </a:xfrm>
        </p:grpSpPr>
        <p:sp>
          <p:nvSpPr>
            <p:cNvPr id="9733" name="Google Shape;9733;p17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7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7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7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7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7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178"/>
          <p:cNvGrpSpPr/>
          <p:nvPr/>
        </p:nvGrpSpPr>
        <p:grpSpPr>
          <a:xfrm>
            <a:off x="6321349" y="3048241"/>
            <a:ext cx="341459" cy="339865"/>
            <a:chOff x="-9089725" y="3180200"/>
            <a:chExt cx="353550" cy="351900"/>
          </a:xfrm>
        </p:grpSpPr>
        <p:sp>
          <p:nvSpPr>
            <p:cNvPr id="9740" name="Google Shape;9740;p17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7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178"/>
          <p:cNvGrpSpPr/>
          <p:nvPr/>
        </p:nvGrpSpPr>
        <p:grpSpPr>
          <a:xfrm>
            <a:off x="6371124" y="3470332"/>
            <a:ext cx="241909" cy="340807"/>
            <a:chOff x="-9039300" y="3614000"/>
            <a:chExt cx="250475" cy="352875"/>
          </a:xfrm>
        </p:grpSpPr>
        <p:sp>
          <p:nvSpPr>
            <p:cNvPr id="9743" name="Google Shape;9743;p17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7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178"/>
          <p:cNvGrpSpPr/>
          <p:nvPr/>
        </p:nvGrpSpPr>
        <p:grpSpPr>
          <a:xfrm>
            <a:off x="6753430" y="3889936"/>
            <a:ext cx="340058" cy="340058"/>
            <a:chOff x="-9088150" y="4049550"/>
            <a:chExt cx="352100" cy="352100"/>
          </a:xfrm>
        </p:grpSpPr>
        <p:sp>
          <p:nvSpPr>
            <p:cNvPr id="9746" name="Google Shape;9746;p17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7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7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7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7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7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178"/>
          <p:cNvGrpSpPr/>
          <p:nvPr/>
        </p:nvGrpSpPr>
        <p:grpSpPr>
          <a:xfrm>
            <a:off x="7201469" y="3048145"/>
            <a:ext cx="302778" cy="340058"/>
            <a:chOff x="-8191825" y="3174500"/>
            <a:chExt cx="313500" cy="352100"/>
          </a:xfrm>
        </p:grpSpPr>
        <p:sp>
          <p:nvSpPr>
            <p:cNvPr id="9753" name="Google Shape;9753;p17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7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7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178"/>
          <p:cNvGrpSpPr/>
          <p:nvPr/>
        </p:nvGrpSpPr>
        <p:grpSpPr>
          <a:xfrm>
            <a:off x="6330362" y="2508154"/>
            <a:ext cx="343094" cy="341569"/>
            <a:chOff x="6001575" y="3119050"/>
            <a:chExt cx="315025" cy="313625"/>
          </a:xfrm>
        </p:grpSpPr>
        <p:sp>
          <p:nvSpPr>
            <p:cNvPr id="9757" name="Google Shape;9757;p17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7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62" name="Shape 9762"/>
        <p:cNvGrpSpPr/>
        <p:nvPr/>
      </p:nvGrpSpPr>
      <p:grpSpPr>
        <a:xfrm>
          <a:off x="0" y="0"/>
          <a:ext cx="0" cy="0"/>
          <a:chOff x="0" y="0"/>
          <a:chExt cx="0" cy="0"/>
        </a:xfrm>
      </p:grpSpPr>
      <p:sp>
        <p:nvSpPr>
          <p:cNvPr id="9763" name="Google Shape;9763;p1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9764" name="Google Shape;9764;p179"/>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5" name="Google Shape;9765;p179"/>
          <p:cNvGrpSpPr/>
          <p:nvPr/>
        </p:nvGrpSpPr>
        <p:grpSpPr>
          <a:xfrm>
            <a:off x="1027959" y="2100694"/>
            <a:ext cx="332238" cy="327823"/>
            <a:chOff x="-6713450" y="2397900"/>
            <a:chExt cx="295375" cy="291450"/>
          </a:xfrm>
        </p:grpSpPr>
        <p:sp>
          <p:nvSpPr>
            <p:cNvPr id="9766" name="Google Shape;9766;p179"/>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79"/>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8" name="Google Shape;9768;p179"/>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9" name="Google Shape;9769;p179"/>
          <p:cNvGrpSpPr/>
          <p:nvPr/>
        </p:nvGrpSpPr>
        <p:grpSpPr>
          <a:xfrm>
            <a:off x="3135120" y="1704145"/>
            <a:ext cx="329595" cy="327598"/>
            <a:chOff x="-4932650" y="2046625"/>
            <a:chExt cx="293025" cy="291250"/>
          </a:xfrm>
        </p:grpSpPr>
        <p:sp>
          <p:nvSpPr>
            <p:cNvPr id="9770" name="Google Shape;9770;p179"/>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79"/>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2" name="Google Shape;9772;p179"/>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3" name="Google Shape;9773;p179"/>
          <p:cNvGrpSpPr/>
          <p:nvPr/>
        </p:nvGrpSpPr>
        <p:grpSpPr>
          <a:xfrm>
            <a:off x="3135120" y="2506226"/>
            <a:ext cx="329595" cy="327823"/>
            <a:chOff x="-4931075" y="2765725"/>
            <a:chExt cx="293025" cy="291450"/>
          </a:xfrm>
        </p:grpSpPr>
        <p:sp>
          <p:nvSpPr>
            <p:cNvPr id="9774" name="Google Shape;9774;p179"/>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79"/>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179"/>
          <p:cNvGrpSpPr/>
          <p:nvPr/>
        </p:nvGrpSpPr>
        <p:grpSpPr>
          <a:xfrm>
            <a:off x="5252205" y="1723534"/>
            <a:ext cx="327823" cy="288821"/>
            <a:chOff x="-3137650" y="2067900"/>
            <a:chExt cx="291450" cy="256775"/>
          </a:xfrm>
        </p:grpSpPr>
        <p:sp>
          <p:nvSpPr>
            <p:cNvPr id="9777" name="Google Shape;9777;p179"/>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79"/>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79"/>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179"/>
          <p:cNvGrpSpPr/>
          <p:nvPr/>
        </p:nvGrpSpPr>
        <p:grpSpPr>
          <a:xfrm>
            <a:off x="5252205" y="2100314"/>
            <a:ext cx="327823" cy="328582"/>
            <a:chOff x="-3137650" y="2408950"/>
            <a:chExt cx="291450" cy="292125"/>
          </a:xfrm>
        </p:grpSpPr>
        <p:sp>
          <p:nvSpPr>
            <p:cNvPr id="9781" name="Google Shape;9781;p179"/>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79"/>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79"/>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79"/>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79"/>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179"/>
          <p:cNvGrpSpPr/>
          <p:nvPr/>
        </p:nvGrpSpPr>
        <p:grpSpPr>
          <a:xfrm>
            <a:off x="5252205" y="2525278"/>
            <a:ext cx="327823" cy="289720"/>
            <a:chOff x="-3137650" y="2787000"/>
            <a:chExt cx="291450" cy="257575"/>
          </a:xfrm>
        </p:grpSpPr>
        <p:sp>
          <p:nvSpPr>
            <p:cNvPr id="9787" name="Google Shape;9787;p179"/>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79"/>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79"/>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79"/>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79"/>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79"/>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79"/>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79"/>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5" name="Google Shape;9795;p179"/>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79"/>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79"/>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8" name="Google Shape;9798;p179"/>
          <p:cNvGrpSpPr/>
          <p:nvPr/>
        </p:nvGrpSpPr>
        <p:grpSpPr>
          <a:xfrm>
            <a:off x="1448990" y="2505790"/>
            <a:ext cx="328695" cy="328695"/>
            <a:chOff x="-6354300" y="2757075"/>
            <a:chExt cx="292225" cy="292225"/>
          </a:xfrm>
        </p:grpSpPr>
        <p:sp>
          <p:nvSpPr>
            <p:cNvPr id="9799" name="Google Shape;9799;p179"/>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79"/>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79"/>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79"/>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179"/>
          <p:cNvGrpSpPr/>
          <p:nvPr/>
        </p:nvGrpSpPr>
        <p:grpSpPr>
          <a:xfrm>
            <a:off x="3557065" y="1702711"/>
            <a:ext cx="330466" cy="330466"/>
            <a:chOff x="-4573475" y="2045850"/>
            <a:chExt cx="293800" cy="293800"/>
          </a:xfrm>
        </p:grpSpPr>
        <p:sp>
          <p:nvSpPr>
            <p:cNvPr id="9804" name="Google Shape;9804;p179"/>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79"/>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179"/>
          <p:cNvGrpSpPr/>
          <p:nvPr/>
        </p:nvGrpSpPr>
        <p:grpSpPr>
          <a:xfrm>
            <a:off x="3556615" y="2099358"/>
            <a:ext cx="331366" cy="330494"/>
            <a:chOff x="-4570325" y="2405775"/>
            <a:chExt cx="294600" cy="293825"/>
          </a:xfrm>
        </p:grpSpPr>
        <p:sp>
          <p:nvSpPr>
            <p:cNvPr id="9807" name="Google Shape;9807;p179"/>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79"/>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179"/>
          <p:cNvGrpSpPr/>
          <p:nvPr/>
        </p:nvGrpSpPr>
        <p:grpSpPr>
          <a:xfrm>
            <a:off x="3557501" y="2505355"/>
            <a:ext cx="329595" cy="329566"/>
            <a:chOff x="-4572700" y="2764950"/>
            <a:chExt cx="293025" cy="293000"/>
          </a:xfrm>
        </p:grpSpPr>
        <p:sp>
          <p:nvSpPr>
            <p:cNvPr id="9810" name="Google Shape;9810;p179"/>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79"/>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79"/>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79"/>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79"/>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179"/>
          <p:cNvGrpSpPr/>
          <p:nvPr/>
        </p:nvGrpSpPr>
        <p:grpSpPr>
          <a:xfrm>
            <a:off x="5676830" y="1704019"/>
            <a:ext cx="323183" cy="327851"/>
            <a:chOff x="-2777700" y="2049775"/>
            <a:chExt cx="287325" cy="291475"/>
          </a:xfrm>
        </p:grpSpPr>
        <p:sp>
          <p:nvSpPr>
            <p:cNvPr id="9816" name="Google Shape;9816;p179"/>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79"/>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79"/>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179"/>
          <p:cNvGrpSpPr/>
          <p:nvPr/>
        </p:nvGrpSpPr>
        <p:grpSpPr>
          <a:xfrm>
            <a:off x="5674078" y="2100708"/>
            <a:ext cx="328695" cy="327795"/>
            <a:chOff x="-2571737" y="2403625"/>
            <a:chExt cx="292225" cy="291425"/>
          </a:xfrm>
        </p:grpSpPr>
        <p:sp>
          <p:nvSpPr>
            <p:cNvPr id="9820" name="Google Shape;9820;p179"/>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79"/>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79"/>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79"/>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79"/>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79"/>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79"/>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179"/>
          <p:cNvGrpSpPr/>
          <p:nvPr/>
        </p:nvGrpSpPr>
        <p:grpSpPr>
          <a:xfrm>
            <a:off x="5674078" y="2506676"/>
            <a:ext cx="328695" cy="326923"/>
            <a:chOff x="-2571737" y="2764550"/>
            <a:chExt cx="292225" cy="290650"/>
          </a:xfrm>
        </p:grpSpPr>
        <p:sp>
          <p:nvSpPr>
            <p:cNvPr id="9828" name="Google Shape;9828;p179"/>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79"/>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79"/>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179"/>
          <p:cNvGrpSpPr/>
          <p:nvPr/>
        </p:nvGrpSpPr>
        <p:grpSpPr>
          <a:xfrm>
            <a:off x="7364767" y="2099498"/>
            <a:ext cx="328695" cy="330213"/>
            <a:chOff x="-1333975" y="2365850"/>
            <a:chExt cx="292225" cy="293575"/>
          </a:xfrm>
        </p:grpSpPr>
        <p:sp>
          <p:nvSpPr>
            <p:cNvPr id="9832" name="Google Shape;9832;p179"/>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79"/>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79"/>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79"/>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79"/>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79"/>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79"/>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79"/>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179"/>
          <p:cNvGrpSpPr/>
          <p:nvPr/>
        </p:nvGrpSpPr>
        <p:grpSpPr>
          <a:xfrm>
            <a:off x="1881129" y="2505790"/>
            <a:ext cx="310079" cy="328695"/>
            <a:chOff x="-5995925" y="2757850"/>
            <a:chExt cx="275675" cy="292225"/>
          </a:xfrm>
        </p:grpSpPr>
        <p:sp>
          <p:nvSpPr>
            <p:cNvPr id="9841" name="Google Shape;9841;p179"/>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79"/>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79"/>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79"/>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79"/>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79"/>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79"/>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79"/>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79"/>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179"/>
          <p:cNvGrpSpPr/>
          <p:nvPr/>
        </p:nvGrpSpPr>
        <p:grpSpPr>
          <a:xfrm>
            <a:off x="3978518" y="1704469"/>
            <a:ext cx="328723" cy="326951"/>
            <a:chOff x="-4211975" y="2046625"/>
            <a:chExt cx="292250" cy="290675"/>
          </a:xfrm>
        </p:grpSpPr>
        <p:sp>
          <p:nvSpPr>
            <p:cNvPr id="9851" name="Google Shape;9851;p179"/>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79"/>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179"/>
          <p:cNvGrpSpPr/>
          <p:nvPr/>
        </p:nvGrpSpPr>
        <p:grpSpPr>
          <a:xfrm>
            <a:off x="4017507" y="2099358"/>
            <a:ext cx="250746" cy="330494"/>
            <a:chOff x="-4178875" y="2405775"/>
            <a:chExt cx="222925" cy="293825"/>
          </a:xfrm>
        </p:grpSpPr>
        <p:sp>
          <p:nvSpPr>
            <p:cNvPr id="9854" name="Google Shape;9854;p179"/>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79"/>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79"/>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179"/>
          <p:cNvGrpSpPr/>
          <p:nvPr/>
        </p:nvGrpSpPr>
        <p:grpSpPr>
          <a:xfrm>
            <a:off x="3978968" y="2515984"/>
            <a:ext cx="327823" cy="308308"/>
            <a:chOff x="-4211975" y="2783850"/>
            <a:chExt cx="291450" cy="274100"/>
          </a:xfrm>
        </p:grpSpPr>
        <p:sp>
          <p:nvSpPr>
            <p:cNvPr id="9858" name="Google Shape;9858;p179"/>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79"/>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79"/>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1" name="Google Shape;9861;p179"/>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179"/>
          <p:cNvGrpSpPr/>
          <p:nvPr/>
        </p:nvGrpSpPr>
        <p:grpSpPr>
          <a:xfrm>
            <a:off x="6095556" y="2100694"/>
            <a:ext cx="327823" cy="327823"/>
            <a:chOff x="-2419325" y="2408150"/>
            <a:chExt cx="291450" cy="291450"/>
          </a:xfrm>
        </p:grpSpPr>
        <p:sp>
          <p:nvSpPr>
            <p:cNvPr id="9863" name="Google Shape;9863;p179"/>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79"/>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79"/>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79"/>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79"/>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79"/>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79"/>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0" name="Google Shape;9870;p179"/>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1" name="Google Shape;9871;p179"/>
          <p:cNvGrpSpPr/>
          <p:nvPr/>
        </p:nvGrpSpPr>
        <p:grpSpPr>
          <a:xfrm>
            <a:off x="7365203" y="2505791"/>
            <a:ext cx="327823" cy="328695"/>
            <a:chOff x="-1333200" y="2770450"/>
            <a:chExt cx="291450" cy="292225"/>
          </a:xfrm>
        </p:grpSpPr>
        <p:sp>
          <p:nvSpPr>
            <p:cNvPr id="9872" name="Google Shape;9872;p17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7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179"/>
          <p:cNvGrpSpPr/>
          <p:nvPr/>
        </p:nvGrpSpPr>
        <p:grpSpPr>
          <a:xfrm>
            <a:off x="2292310" y="1704033"/>
            <a:ext cx="329595" cy="327823"/>
            <a:chOff x="-5635200" y="2037975"/>
            <a:chExt cx="293025" cy="291450"/>
          </a:xfrm>
        </p:grpSpPr>
        <p:sp>
          <p:nvSpPr>
            <p:cNvPr id="9875" name="Google Shape;9875;p179"/>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79"/>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179"/>
          <p:cNvGrpSpPr/>
          <p:nvPr/>
        </p:nvGrpSpPr>
        <p:grpSpPr>
          <a:xfrm>
            <a:off x="2290974" y="2100694"/>
            <a:ext cx="332266" cy="327823"/>
            <a:chOff x="-5637575" y="2397900"/>
            <a:chExt cx="295400" cy="291450"/>
          </a:xfrm>
        </p:grpSpPr>
        <p:sp>
          <p:nvSpPr>
            <p:cNvPr id="9878" name="Google Shape;9878;p179"/>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79"/>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79"/>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79"/>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179"/>
          <p:cNvGrpSpPr/>
          <p:nvPr/>
        </p:nvGrpSpPr>
        <p:grpSpPr>
          <a:xfrm>
            <a:off x="2292324" y="2505790"/>
            <a:ext cx="329566" cy="328695"/>
            <a:chOff x="-5635975" y="2757075"/>
            <a:chExt cx="293000" cy="292225"/>
          </a:xfrm>
        </p:grpSpPr>
        <p:sp>
          <p:nvSpPr>
            <p:cNvPr id="9883" name="Google Shape;9883;p179"/>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79"/>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179"/>
          <p:cNvGrpSpPr/>
          <p:nvPr/>
        </p:nvGrpSpPr>
        <p:grpSpPr>
          <a:xfrm>
            <a:off x="4392556" y="1704033"/>
            <a:ext cx="329595" cy="327823"/>
            <a:chOff x="-3854375" y="2046625"/>
            <a:chExt cx="293025" cy="291450"/>
          </a:xfrm>
        </p:grpSpPr>
        <p:sp>
          <p:nvSpPr>
            <p:cNvPr id="9886" name="Google Shape;9886;p179"/>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79"/>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179"/>
          <p:cNvGrpSpPr/>
          <p:nvPr/>
        </p:nvGrpSpPr>
        <p:grpSpPr>
          <a:xfrm>
            <a:off x="4391670" y="2099372"/>
            <a:ext cx="331366" cy="330466"/>
            <a:chOff x="-3854375" y="2405000"/>
            <a:chExt cx="294600" cy="293800"/>
          </a:xfrm>
        </p:grpSpPr>
        <p:sp>
          <p:nvSpPr>
            <p:cNvPr id="9889" name="Google Shape;9889;p179"/>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79"/>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179"/>
          <p:cNvGrpSpPr/>
          <p:nvPr/>
        </p:nvGrpSpPr>
        <p:grpSpPr>
          <a:xfrm>
            <a:off x="4393441" y="2505355"/>
            <a:ext cx="327823" cy="329566"/>
            <a:chOff x="-3852025" y="2764950"/>
            <a:chExt cx="291450" cy="293000"/>
          </a:xfrm>
        </p:grpSpPr>
        <p:sp>
          <p:nvSpPr>
            <p:cNvPr id="9892" name="Google Shape;9892;p179"/>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79"/>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179"/>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79"/>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6" name="Google Shape;9896;p179"/>
          <p:cNvGrpSpPr/>
          <p:nvPr/>
        </p:nvGrpSpPr>
        <p:grpSpPr>
          <a:xfrm>
            <a:off x="6520992" y="2505791"/>
            <a:ext cx="327823" cy="328695"/>
            <a:chOff x="-2060175" y="2768875"/>
            <a:chExt cx="291450" cy="292225"/>
          </a:xfrm>
        </p:grpSpPr>
        <p:sp>
          <p:nvSpPr>
            <p:cNvPr id="9897" name="Google Shape;9897;p17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7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179"/>
          <p:cNvGrpSpPr/>
          <p:nvPr/>
        </p:nvGrpSpPr>
        <p:grpSpPr>
          <a:xfrm>
            <a:off x="7798443" y="1704033"/>
            <a:ext cx="328695" cy="327823"/>
            <a:chOff x="-937025" y="2064750"/>
            <a:chExt cx="292225" cy="291450"/>
          </a:xfrm>
        </p:grpSpPr>
        <p:sp>
          <p:nvSpPr>
            <p:cNvPr id="9900" name="Google Shape;9900;p179"/>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79"/>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79"/>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179"/>
          <p:cNvGrpSpPr/>
          <p:nvPr/>
        </p:nvGrpSpPr>
        <p:grpSpPr>
          <a:xfrm>
            <a:off x="2719477" y="1703597"/>
            <a:ext cx="328723" cy="328695"/>
            <a:chOff x="-5276050" y="2037975"/>
            <a:chExt cx="292250" cy="292225"/>
          </a:xfrm>
        </p:grpSpPr>
        <p:sp>
          <p:nvSpPr>
            <p:cNvPr id="9904" name="Google Shape;9904;p179"/>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79"/>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79"/>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7" name="Google Shape;9907;p179"/>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79"/>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179"/>
          <p:cNvGrpSpPr/>
          <p:nvPr/>
        </p:nvGrpSpPr>
        <p:grpSpPr>
          <a:xfrm>
            <a:off x="4868749" y="1704033"/>
            <a:ext cx="252518" cy="327823"/>
            <a:chOff x="-3462150" y="2046625"/>
            <a:chExt cx="224500" cy="291450"/>
          </a:xfrm>
        </p:grpSpPr>
        <p:sp>
          <p:nvSpPr>
            <p:cNvPr id="9910" name="Google Shape;9910;p17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7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7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7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7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7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7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179"/>
          <p:cNvGrpSpPr/>
          <p:nvPr/>
        </p:nvGrpSpPr>
        <p:grpSpPr>
          <a:xfrm>
            <a:off x="4849711" y="2099808"/>
            <a:ext cx="290592" cy="329595"/>
            <a:chOff x="-3478675" y="2405775"/>
            <a:chExt cx="258350" cy="293025"/>
          </a:xfrm>
        </p:grpSpPr>
        <p:sp>
          <p:nvSpPr>
            <p:cNvPr id="9918" name="Google Shape;9918;p179"/>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79"/>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79"/>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79"/>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179"/>
          <p:cNvGrpSpPr/>
          <p:nvPr/>
        </p:nvGrpSpPr>
        <p:grpSpPr>
          <a:xfrm>
            <a:off x="4889122" y="2505790"/>
            <a:ext cx="211772" cy="328695"/>
            <a:chOff x="-3443250" y="2765725"/>
            <a:chExt cx="188275" cy="292225"/>
          </a:xfrm>
        </p:grpSpPr>
        <p:sp>
          <p:nvSpPr>
            <p:cNvPr id="9923" name="Google Shape;9923;p179"/>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79"/>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79"/>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79"/>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179"/>
          <p:cNvGrpSpPr/>
          <p:nvPr/>
        </p:nvGrpSpPr>
        <p:grpSpPr>
          <a:xfrm>
            <a:off x="6964040" y="1703147"/>
            <a:ext cx="289720" cy="329595"/>
            <a:chOff x="-1684475" y="2049000"/>
            <a:chExt cx="257575" cy="293025"/>
          </a:xfrm>
        </p:grpSpPr>
        <p:sp>
          <p:nvSpPr>
            <p:cNvPr id="9928" name="Google Shape;9928;p179"/>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79"/>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79"/>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79"/>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2" name="Google Shape;9932;p179"/>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3" name="Google Shape;9933;p179"/>
          <p:cNvGrpSpPr/>
          <p:nvPr/>
        </p:nvGrpSpPr>
        <p:grpSpPr>
          <a:xfrm>
            <a:off x="6944988" y="2505791"/>
            <a:ext cx="327823" cy="328695"/>
            <a:chOff x="-1700225" y="2768875"/>
            <a:chExt cx="291450" cy="292225"/>
          </a:xfrm>
        </p:grpSpPr>
        <p:sp>
          <p:nvSpPr>
            <p:cNvPr id="9934" name="Google Shape;9934;p179"/>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79"/>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79"/>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79"/>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79"/>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79"/>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179"/>
          <p:cNvGrpSpPr/>
          <p:nvPr/>
        </p:nvGrpSpPr>
        <p:grpSpPr>
          <a:xfrm>
            <a:off x="7817930" y="2099808"/>
            <a:ext cx="289720" cy="329595"/>
            <a:chOff x="-919700" y="2420750"/>
            <a:chExt cx="257575" cy="293025"/>
          </a:xfrm>
        </p:grpSpPr>
        <p:sp>
          <p:nvSpPr>
            <p:cNvPr id="9941" name="Google Shape;9941;p179"/>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79"/>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79"/>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179"/>
          <p:cNvGrpSpPr/>
          <p:nvPr/>
        </p:nvGrpSpPr>
        <p:grpSpPr>
          <a:xfrm>
            <a:off x="1021308" y="3052865"/>
            <a:ext cx="345539" cy="327795"/>
            <a:chOff x="-6696925" y="3272575"/>
            <a:chExt cx="307200" cy="291425"/>
          </a:xfrm>
        </p:grpSpPr>
        <p:sp>
          <p:nvSpPr>
            <p:cNvPr id="9945" name="Google Shape;9945;p17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7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179"/>
          <p:cNvGrpSpPr/>
          <p:nvPr/>
        </p:nvGrpSpPr>
        <p:grpSpPr>
          <a:xfrm>
            <a:off x="1021295" y="3455473"/>
            <a:ext cx="345567" cy="328695"/>
            <a:chOff x="-6690625" y="3631325"/>
            <a:chExt cx="307225" cy="292225"/>
          </a:xfrm>
        </p:grpSpPr>
        <p:sp>
          <p:nvSpPr>
            <p:cNvPr id="9948" name="Google Shape;9948;p17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7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7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7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7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179"/>
          <p:cNvGrpSpPr/>
          <p:nvPr/>
        </p:nvGrpSpPr>
        <p:grpSpPr>
          <a:xfrm>
            <a:off x="1029281" y="3867544"/>
            <a:ext cx="329595" cy="327598"/>
            <a:chOff x="-6689825" y="3992050"/>
            <a:chExt cx="293025" cy="291250"/>
          </a:xfrm>
        </p:grpSpPr>
        <p:sp>
          <p:nvSpPr>
            <p:cNvPr id="9954" name="Google Shape;9954;p17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7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7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7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7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7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7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7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7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7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7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7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6" name="Google Shape;9966;p179"/>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7" name="Google Shape;9967;p179"/>
          <p:cNvGrpSpPr/>
          <p:nvPr/>
        </p:nvGrpSpPr>
        <p:grpSpPr>
          <a:xfrm>
            <a:off x="3134686" y="3455909"/>
            <a:ext cx="330466" cy="327823"/>
            <a:chOff x="-4837325" y="3612425"/>
            <a:chExt cx="293800" cy="291450"/>
          </a:xfrm>
        </p:grpSpPr>
        <p:sp>
          <p:nvSpPr>
            <p:cNvPr id="9968" name="Google Shape;9968;p17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7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7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179"/>
          <p:cNvGrpSpPr/>
          <p:nvPr/>
        </p:nvGrpSpPr>
        <p:grpSpPr>
          <a:xfrm>
            <a:off x="3135572" y="3867431"/>
            <a:ext cx="328695" cy="327823"/>
            <a:chOff x="-4837325" y="3971575"/>
            <a:chExt cx="292225" cy="291450"/>
          </a:xfrm>
        </p:grpSpPr>
        <p:sp>
          <p:nvSpPr>
            <p:cNvPr id="9972" name="Google Shape;9972;p17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7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7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7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7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7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179"/>
          <p:cNvGrpSpPr/>
          <p:nvPr/>
        </p:nvGrpSpPr>
        <p:grpSpPr>
          <a:xfrm>
            <a:off x="5247778" y="3072352"/>
            <a:ext cx="336681" cy="288821"/>
            <a:chOff x="-3037625" y="3254850"/>
            <a:chExt cx="299325" cy="256775"/>
          </a:xfrm>
        </p:grpSpPr>
        <p:sp>
          <p:nvSpPr>
            <p:cNvPr id="9979" name="Google Shape;9979;p17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7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7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7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179"/>
          <p:cNvGrpSpPr/>
          <p:nvPr/>
        </p:nvGrpSpPr>
        <p:grpSpPr>
          <a:xfrm>
            <a:off x="5250871" y="3455459"/>
            <a:ext cx="330494" cy="328723"/>
            <a:chOff x="-3031325" y="3597450"/>
            <a:chExt cx="293825" cy="292250"/>
          </a:xfrm>
        </p:grpSpPr>
        <p:sp>
          <p:nvSpPr>
            <p:cNvPr id="9984" name="Google Shape;9984;p17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7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7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7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179"/>
          <p:cNvGrpSpPr/>
          <p:nvPr/>
        </p:nvGrpSpPr>
        <p:grpSpPr>
          <a:xfrm>
            <a:off x="5251321" y="3886482"/>
            <a:ext cx="329595" cy="289720"/>
            <a:chOff x="-3030525" y="3973150"/>
            <a:chExt cx="293025" cy="257575"/>
          </a:xfrm>
        </p:grpSpPr>
        <p:sp>
          <p:nvSpPr>
            <p:cNvPr id="9989" name="Google Shape;9989;p17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7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179"/>
          <p:cNvGrpSpPr/>
          <p:nvPr/>
        </p:nvGrpSpPr>
        <p:grpSpPr>
          <a:xfrm>
            <a:off x="7364319" y="3100683"/>
            <a:ext cx="329595" cy="232159"/>
            <a:chOff x="-1199300" y="3279250"/>
            <a:chExt cx="293025" cy="206400"/>
          </a:xfrm>
        </p:grpSpPr>
        <p:sp>
          <p:nvSpPr>
            <p:cNvPr id="9992" name="Google Shape;9992;p17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7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7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7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179"/>
          <p:cNvGrpSpPr/>
          <p:nvPr/>
        </p:nvGrpSpPr>
        <p:grpSpPr>
          <a:xfrm>
            <a:off x="1439682" y="3052500"/>
            <a:ext cx="347310" cy="328526"/>
            <a:chOff x="-6338550" y="3272950"/>
            <a:chExt cx="308775" cy="292075"/>
          </a:xfrm>
        </p:grpSpPr>
        <p:sp>
          <p:nvSpPr>
            <p:cNvPr id="9997" name="Google Shape;9997;p17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7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7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179"/>
          <p:cNvGrpSpPr/>
          <p:nvPr/>
        </p:nvGrpSpPr>
        <p:grpSpPr>
          <a:xfrm>
            <a:off x="1448540" y="3455909"/>
            <a:ext cx="329595" cy="327823"/>
            <a:chOff x="-6329100" y="3632100"/>
            <a:chExt cx="293025" cy="291450"/>
          </a:xfrm>
        </p:grpSpPr>
        <p:sp>
          <p:nvSpPr>
            <p:cNvPr id="10001" name="Google Shape;10001;p17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7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7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179"/>
          <p:cNvGrpSpPr/>
          <p:nvPr/>
        </p:nvGrpSpPr>
        <p:grpSpPr>
          <a:xfrm>
            <a:off x="1449440" y="3867431"/>
            <a:ext cx="327795" cy="327823"/>
            <a:chOff x="-6329875" y="3992050"/>
            <a:chExt cx="291425" cy="291450"/>
          </a:xfrm>
        </p:grpSpPr>
        <p:sp>
          <p:nvSpPr>
            <p:cNvPr id="10005" name="Google Shape;10005;p17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7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7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7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179"/>
          <p:cNvGrpSpPr/>
          <p:nvPr/>
        </p:nvGrpSpPr>
        <p:grpSpPr>
          <a:xfrm>
            <a:off x="3557053" y="3051529"/>
            <a:ext cx="330494" cy="330466"/>
            <a:chOff x="-4478975" y="3251700"/>
            <a:chExt cx="293825" cy="293800"/>
          </a:xfrm>
        </p:grpSpPr>
        <p:sp>
          <p:nvSpPr>
            <p:cNvPr id="10010" name="Google Shape;10010;p17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7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7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179"/>
          <p:cNvGrpSpPr/>
          <p:nvPr/>
        </p:nvGrpSpPr>
        <p:grpSpPr>
          <a:xfrm>
            <a:off x="3557053" y="3455909"/>
            <a:ext cx="330494" cy="327823"/>
            <a:chOff x="-4475825" y="3612425"/>
            <a:chExt cx="293825" cy="291450"/>
          </a:xfrm>
        </p:grpSpPr>
        <p:sp>
          <p:nvSpPr>
            <p:cNvPr id="10014" name="Google Shape;10014;p17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7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7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179"/>
          <p:cNvGrpSpPr/>
          <p:nvPr/>
        </p:nvGrpSpPr>
        <p:grpSpPr>
          <a:xfrm>
            <a:off x="3554845" y="3867445"/>
            <a:ext cx="334909" cy="327795"/>
            <a:chOff x="-4480550" y="3970800"/>
            <a:chExt cx="297750" cy="291425"/>
          </a:xfrm>
        </p:grpSpPr>
        <p:sp>
          <p:nvSpPr>
            <p:cNvPr id="10018" name="Google Shape;10018;p17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7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179"/>
          <p:cNvGrpSpPr/>
          <p:nvPr/>
        </p:nvGrpSpPr>
        <p:grpSpPr>
          <a:xfrm>
            <a:off x="5676284" y="3052851"/>
            <a:ext cx="324280" cy="327823"/>
            <a:chOff x="-2668225" y="3239075"/>
            <a:chExt cx="288300" cy="291450"/>
          </a:xfrm>
        </p:grpSpPr>
        <p:sp>
          <p:nvSpPr>
            <p:cNvPr id="10021" name="Google Shape;10021;p17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7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7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7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7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179"/>
          <p:cNvGrpSpPr/>
          <p:nvPr/>
        </p:nvGrpSpPr>
        <p:grpSpPr>
          <a:xfrm>
            <a:off x="5674062" y="3455909"/>
            <a:ext cx="328723" cy="327823"/>
            <a:chOff x="-2671375" y="3597450"/>
            <a:chExt cx="292250" cy="291450"/>
          </a:xfrm>
        </p:grpSpPr>
        <p:sp>
          <p:nvSpPr>
            <p:cNvPr id="10027" name="Google Shape;10027;p17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7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179"/>
          <p:cNvGrpSpPr/>
          <p:nvPr/>
        </p:nvGrpSpPr>
        <p:grpSpPr>
          <a:xfrm>
            <a:off x="5673191" y="3866545"/>
            <a:ext cx="330466" cy="329595"/>
            <a:chOff x="-2670575" y="3956600"/>
            <a:chExt cx="293800" cy="293025"/>
          </a:xfrm>
        </p:grpSpPr>
        <p:sp>
          <p:nvSpPr>
            <p:cNvPr id="10030" name="Google Shape;10030;p17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7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7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7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179"/>
          <p:cNvGrpSpPr/>
          <p:nvPr/>
        </p:nvGrpSpPr>
        <p:grpSpPr>
          <a:xfrm>
            <a:off x="7362548" y="3456415"/>
            <a:ext cx="333138" cy="326811"/>
            <a:chOff x="-1183550" y="3586525"/>
            <a:chExt cx="296175" cy="290550"/>
          </a:xfrm>
        </p:grpSpPr>
        <p:sp>
          <p:nvSpPr>
            <p:cNvPr id="10035" name="Google Shape;10035;p17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7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7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7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7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7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7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7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7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179"/>
          <p:cNvGrpSpPr/>
          <p:nvPr/>
        </p:nvGrpSpPr>
        <p:grpSpPr>
          <a:xfrm>
            <a:off x="1871279" y="3053301"/>
            <a:ext cx="328723" cy="326923"/>
            <a:chOff x="-5971525" y="3273750"/>
            <a:chExt cx="292250" cy="290650"/>
          </a:xfrm>
        </p:grpSpPr>
        <p:sp>
          <p:nvSpPr>
            <p:cNvPr id="10045" name="Google Shape;10045;p17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7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179"/>
          <p:cNvGrpSpPr/>
          <p:nvPr/>
        </p:nvGrpSpPr>
        <p:grpSpPr>
          <a:xfrm>
            <a:off x="1866850" y="3454841"/>
            <a:ext cx="337581" cy="329960"/>
            <a:chOff x="-5974675" y="3632100"/>
            <a:chExt cx="300125" cy="293350"/>
          </a:xfrm>
        </p:grpSpPr>
        <p:sp>
          <p:nvSpPr>
            <p:cNvPr id="10048" name="Google Shape;10048;p17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7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7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179"/>
          <p:cNvGrpSpPr/>
          <p:nvPr/>
        </p:nvGrpSpPr>
        <p:grpSpPr>
          <a:xfrm>
            <a:off x="1881022" y="3866546"/>
            <a:ext cx="309236" cy="329595"/>
            <a:chOff x="-5971525" y="3990475"/>
            <a:chExt cx="274925" cy="293025"/>
          </a:xfrm>
        </p:grpSpPr>
        <p:sp>
          <p:nvSpPr>
            <p:cNvPr id="10052" name="Google Shape;10052;p17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7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7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7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179"/>
          <p:cNvGrpSpPr/>
          <p:nvPr/>
        </p:nvGrpSpPr>
        <p:grpSpPr>
          <a:xfrm>
            <a:off x="3978534" y="3053301"/>
            <a:ext cx="328695" cy="326923"/>
            <a:chOff x="-4118225" y="3253275"/>
            <a:chExt cx="292225" cy="290650"/>
          </a:xfrm>
        </p:grpSpPr>
        <p:sp>
          <p:nvSpPr>
            <p:cNvPr id="10057" name="Google Shape;10057;p17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7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179"/>
          <p:cNvGrpSpPr/>
          <p:nvPr/>
        </p:nvGrpSpPr>
        <p:grpSpPr>
          <a:xfrm>
            <a:off x="4017944" y="3455698"/>
            <a:ext cx="249874" cy="328245"/>
            <a:chOff x="-4082800" y="3612425"/>
            <a:chExt cx="222150" cy="291825"/>
          </a:xfrm>
        </p:grpSpPr>
        <p:sp>
          <p:nvSpPr>
            <p:cNvPr id="10060" name="Google Shape;10060;p17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7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7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179"/>
          <p:cNvGrpSpPr/>
          <p:nvPr/>
        </p:nvGrpSpPr>
        <p:grpSpPr>
          <a:xfrm>
            <a:off x="3978534" y="3877625"/>
            <a:ext cx="328695" cy="307436"/>
            <a:chOff x="-4118225" y="3990475"/>
            <a:chExt cx="292225" cy="273325"/>
          </a:xfrm>
        </p:grpSpPr>
        <p:sp>
          <p:nvSpPr>
            <p:cNvPr id="10064" name="Google Shape;10064;p17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7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7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7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179"/>
          <p:cNvGrpSpPr/>
          <p:nvPr/>
        </p:nvGrpSpPr>
        <p:grpSpPr>
          <a:xfrm>
            <a:off x="6105301" y="3051965"/>
            <a:ext cx="308336" cy="329595"/>
            <a:chOff x="-2312225" y="3238300"/>
            <a:chExt cx="274125" cy="293025"/>
          </a:xfrm>
        </p:grpSpPr>
        <p:sp>
          <p:nvSpPr>
            <p:cNvPr id="10069" name="Google Shape;10069;p17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7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179"/>
          <p:cNvGrpSpPr/>
          <p:nvPr/>
        </p:nvGrpSpPr>
        <p:grpSpPr>
          <a:xfrm>
            <a:off x="6095108" y="3415598"/>
            <a:ext cx="328723" cy="408443"/>
            <a:chOff x="-2310650" y="3525775"/>
            <a:chExt cx="292250" cy="363125"/>
          </a:xfrm>
        </p:grpSpPr>
        <p:sp>
          <p:nvSpPr>
            <p:cNvPr id="10072" name="Google Shape;10072;p17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7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7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7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179"/>
          <p:cNvGrpSpPr/>
          <p:nvPr/>
        </p:nvGrpSpPr>
        <p:grpSpPr>
          <a:xfrm>
            <a:off x="6094222" y="3867431"/>
            <a:ext cx="330494" cy="327823"/>
            <a:chOff x="-2310650" y="3958175"/>
            <a:chExt cx="293825" cy="291450"/>
          </a:xfrm>
        </p:grpSpPr>
        <p:sp>
          <p:nvSpPr>
            <p:cNvPr id="10077" name="Google Shape;10077;p17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7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179"/>
          <p:cNvGrpSpPr/>
          <p:nvPr/>
        </p:nvGrpSpPr>
        <p:grpSpPr>
          <a:xfrm>
            <a:off x="7363447" y="3867431"/>
            <a:ext cx="331338" cy="327823"/>
            <a:chOff x="-1182750" y="3962900"/>
            <a:chExt cx="294575" cy="291450"/>
          </a:xfrm>
        </p:grpSpPr>
        <p:sp>
          <p:nvSpPr>
            <p:cNvPr id="10080" name="Google Shape;10080;p17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7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7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7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7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7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7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179"/>
          <p:cNvGrpSpPr/>
          <p:nvPr/>
        </p:nvGrpSpPr>
        <p:grpSpPr>
          <a:xfrm>
            <a:off x="2291424" y="3052851"/>
            <a:ext cx="331366" cy="327823"/>
            <a:chOff x="-5611575" y="3272950"/>
            <a:chExt cx="294600" cy="291450"/>
          </a:xfrm>
        </p:grpSpPr>
        <p:sp>
          <p:nvSpPr>
            <p:cNvPr id="10088" name="Google Shape;10088;p17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7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7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7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7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179"/>
          <p:cNvGrpSpPr/>
          <p:nvPr/>
        </p:nvGrpSpPr>
        <p:grpSpPr>
          <a:xfrm>
            <a:off x="2291424" y="3456359"/>
            <a:ext cx="331366" cy="326923"/>
            <a:chOff x="-5613150" y="3632900"/>
            <a:chExt cx="294600" cy="290650"/>
          </a:xfrm>
        </p:grpSpPr>
        <p:sp>
          <p:nvSpPr>
            <p:cNvPr id="10094" name="Google Shape;10094;p17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7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179"/>
          <p:cNvGrpSpPr/>
          <p:nvPr/>
        </p:nvGrpSpPr>
        <p:grpSpPr>
          <a:xfrm>
            <a:off x="2291424" y="3866996"/>
            <a:ext cx="331366" cy="328695"/>
            <a:chOff x="-5613150" y="3991275"/>
            <a:chExt cx="294600" cy="292225"/>
          </a:xfrm>
        </p:grpSpPr>
        <p:sp>
          <p:nvSpPr>
            <p:cNvPr id="10097" name="Google Shape;10097;p17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7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7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79"/>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7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79"/>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7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7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7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179"/>
          <p:cNvGrpSpPr/>
          <p:nvPr/>
        </p:nvGrpSpPr>
        <p:grpSpPr>
          <a:xfrm>
            <a:off x="4387594" y="3053020"/>
            <a:ext cx="339521" cy="327486"/>
            <a:chOff x="-3768700" y="3253275"/>
            <a:chExt cx="301850" cy="291150"/>
          </a:xfrm>
        </p:grpSpPr>
        <p:sp>
          <p:nvSpPr>
            <p:cNvPr id="10107" name="Google Shape;10107;p17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7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7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179"/>
          <p:cNvGrpSpPr/>
          <p:nvPr/>
        </p:nvGrpSpPr>
        <p:grpSpPr>
          <a:xfrm>
            <a:off x="4390785" y="3465203"/>
            <a:ext cx="333138" cy="309236"/>
            <a:chOff x="-3808700" y="3628950"/>
            <a:chExt cx="296175" cy="274925"/>
          </a:xfrm>
        </p:grpSpPr>
        <p:sp>
          <p:nvSpPr>
            <p:cNvPr id="10111" name="Google Shape;10111;p17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7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7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0114" name="Google Shape;10114;p179"/>
          <p:cNvGrpSpPr/>
          <p:nvPr/>
        </p:nvGrpSpPr>
        <p:grpSpPr>
          <a:xfrm>
            <a:off x="4432430" y="3867108"/>
            <a:ext cx="327654" cy="328470"/>
            <a:chOff x="-3771675" y="3971775"/>
            <a:chExt cx="291300" cy="292025"/>
          </a:xfrm>
        </p:grpSpPr>
        <p:sp>
          <p:nvSpPr>
            <p:cNvPr id="10115" name="Google Shape;10115;p17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7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7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7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7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179"/>
          <p:cNvGrpSpPr/>
          <p:nvPr/>
        </p:nvGrpSpPr>
        <p:grpSpPr>
          <a:xfrm>
            <a:off x="6520755" y="3091474"/>
            <a:ext cx="328301" cy="250577"/>
            <a:chOff x="-1951475" y="3273100"/>
            <a:chExt cx="291875" cy="222775"/>
          </a:xfrm>
        </p:grpSpPr>
        <p:sp>
          <p:nvSpPr>
            <p:cNvPr id="10121" name="Google Shape;10121;p17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7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7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179"/>
          <p:cNvGrpSpPr/>
          <p:nvPr/>
        </p:nvGrpSpPr>
        <p:grpSpPr>
          <a:xfrm>
            <a:off x="6518786" y="3455909"/>
            <a:ext cx="332238" cy="327823"/>
            <a:chOff x="-1951475" y="3597450"/>
            <a:chExt cx="295375" cy="291450"/>
          </a:xfrm>
        </p:grpSpPr>
        <p:sp>
          <p:nvSpPr>
            <p:cNvPr id="10125" name="Google Shape;10125;p17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7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7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7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179"/>
          <p:cNvGrpSpPr/>
          <p:nvPr/>
        </p:nvGrpSpPr>
        <p:grpSpPr>
          <a:xfrm>
            <a:off x="6511250" y="3867431"/>
            <a:ext cx="347310" cy="327823"/>
            <a:chOff x="-1960150" y="3956600"/>
            <a:chExt cx="308775" cy="291450"/>
          </a:xfrm>
        </p:grpSpPr>
        <p:sp>
          <p:nvSpPr>
            <p:cNvPr id="10130" name="Google Shape;10130;p17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7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179"/>
          <p:cNvGrpSpPr/>
          <p:nvPr/>
        </p:nvGrpSpPr>
        <p:grpSpPr>
          <a:xfrm>
            <a:off x="7798445" y="3052415"/>
            <a:ext cx="328695" cy="328695"/>
            <a:chOff x="-804700" y="3226500"/>
            <a:chExt cx="292225" cy="292225"/>
          </a:xfrm>
        </p:grpSpPr>
        <p:sp>
          <p:nvSpPr>
            <p:cNvPr id="10133" name="Google Shape;10133;p17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7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7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7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7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7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7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179"/>
          <p:cNvGrpSpPr/>
          <p:nvPr/>
        </p:nvGrpSpPr>
        <p:grpSpPr>
          <a:xfrm>
            <a:off x="2719492" y="3052401"/>
            <a:ext cx="328695" cy="328723"/>
            <a:chOff x="-5251625" y="3272950"/>
            <a:chExt cx="292225" cy="292250"/>
          </a:xfrm>
        </p:grpSpPr>
        <p:sp>
          <p:nvSpPr>
            <p:cNvPr id="10141" name="Google Shape;10141;p17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7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7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179"/>
          <p:cNvGrpSpPr/>
          <p:nvPr/>
        </p:nvGrpSpPr>
        <p:grpSpPr>
          <a:xfrm>
            <a:off x="2716834" y="3455249"/>
            <a:ext cx="334009" cy="329145"/>
            <a:chOff x="-5254775" y="3631325"/>
            <a:chExt cx="296950" cy="292625"/>
          </a:xfrm>
        </p:grpSpPr>
        <p:sp>
          <p:nvSpPr>
            <p:cNvPr id="10145" name="Google Shape;10145;p17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7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7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7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7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7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7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179"/>
          <p:cNvGrpSpPr/>
          <p:nvPr/>
        </p:nvGrpSpPr>
        <p:grpSpPr>
          <a:xfrm>
            <a:off x="2719928" y="3866996"/>
            <a:ext cx="327823" cy="328695"/>
            <a:chOff x="-5251625" y="3991275"/>
            <a:chExt cx="291450" cy="292225"/>
          </a:xfrm>
        </p:grpSpPr>
        <p:sp>
          <p:nvSpPr>
            <p:cNvPr id="10153" name="Google Shape;10153;p17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7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7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7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7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179"/>
          <p:cNvGrpSpPr/>
          <p:nvPr/>
        </p:nvGrpSpPr>
        <p:grpSpPr>
          <a:xfrm>
            <a:off x="4870072" y="3052865"/>
            <a:ext cx="249874" cy="327795"/>
            <a:chOff x="-3365275" y="3253275"/>
            <a:chExt cx="222150" cy="291425"/>
          </a:xfrm>
        </p:grpSpPr>
        <p:sp>
          <p:nvSpPr>
            <p:cNvPr id="10159" name="Google Shape;10159;p17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7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179"/>
          <p:cNvGrpSpPr/>
          <p:nvPr/>
        </p:nvGrpSpPr>
        <p:grpSpPr>
          <a:xfrm>
            <a:off x="4849713" y="3455023"/>
            <a:ext cx="290592" cy="329595"/>
            <a:chOff x="-3383375" y="3611625"/>
            <a:chExt cx="258350" cy="293025"/>
          </a:xfrm>
        </p:grpSpPr>
        <p:sp>
          <p:nvSpPr>
            <p:cNvPr id="10162" name="Google Shape;10162;p17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7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179"/>
          <p:cNvGrpSpPr/>
          <p:nvPr/>
        </p:nvGrpSpPr>
        <p:grpSpPr>
          <a:xfrm>
            <a:off x="4889123" y="3867431"/>
            <a:ext cx="211772" cy="327823"/>
            <a:chOff x="-3347950" y="3971575"/>
            <a:chExt cx="188275" cy="291450"/>
          </a:xfrm>
        </p:grpSpPr>
        <p:sp>
          <p:nvSpPr>
            <p:cNvPr id="10165" name="Google Shape;10165;p17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7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7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179"/>
          <p:cNvGrpSpPr/>
          <p:nvPr/>
        </p:nvGrpSpPr>
        <p:grpSpPr>
          <a:xfrm>
            <a:off x="6963606" y="3051965"/>
            <a:ext cx="290592" cy="329595"/>
            <a:chOff x="-1575775" y="3238300"/>
            <a:chExt cx="258350" cy="293025"/>
          </a:xfrm>
        </p:grpSpPr>
        <p:sp>
          <p:nvSpPr>
            <p:cNvPr id="10169" name="Google Shape;10169;p179"/>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7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7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7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7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179"/>
          <p:cNvGrpSpPr/>
          <p:nvPr/>
        </p:nvGrpSpPr>
        <p:grpSpPr>
          <a:xfrm>
            <a:off x="6943654" y="3454151"/>
            <a:ext cx="330494" cy="331338"/>
            <a:chOff x="-1591550" y="3597475"/>
            <a:chExt cx="293825" cy="294575"/>
          </a:xfrm>
        </p:grpSpPr>
        <p:sp>
          <p:nvSpPr>
            <p:cNvPr id="10175" name="Google Shape;10175;p17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7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7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179"/>
          <p:cNvGrpSpPr/>
          <p:nvPr/>
        </p:nvGrpSpPr>
        <p:grpSpPr>
          <a:xfrm>
            <a:off x="6944104" y="3875403"/>
            <a:ext cx="329595" cy="311879"/>
            <a:chOff x="-1592325" y="3957400"/>
            <a:chExt cx="293025" cy="277275"/>
          </a:xfrm>
        </p:grpSpPr>
        <p:sp>
          <p:nvSpPr>
            <p:cNvPr id="10179" name="Google Shape;10179;p17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7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7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7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179"/>
          <p:cNvGrpSpPr/>
          <p:nvPr/>
        </p:nvGrpSpPr>
        <p:grpSpPr>
          <a:xfrm>
            <a:off x="7818383" y="3455473"/>
            <a:ext cx="288821" cy="328695"/>
            <a:chOff x="-778700" y="3612425"/>
            <a:chExt cx="256775" cy="292225"/>
          </a:xfrm>
        </p:grpSpPr>
        <p:sp>
          <p:nvSpPr>
            <p:cNvPr id="10184" name="Google Shape;10184;p17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7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7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7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7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7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179"/>
          <p:cNvGrpSpPr/>
          <p:nvPr/>
        </p:nvGrpSpPr>
        <p:grpSpPr>
          <a:xfrm>
            <a:off x="1876916" y="1715612"/>
            <a:ext cx="319043" cy="319909"/>
            <a:chOff x="6679825" y="2693700"/>
            <a:chExt cx="257875" cy="258575"/>
          </a:xfrm>
        </p:grpSpPr>
        <p:sp>
          <p:nvSpPr>
            <p:cNvPr id="10191" name="Google Shape;10191;p179"/>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79"/>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179"/>
          <p:cNvGrpSpPr/>
          <p:nvPr/>
        </p:nvGrpSpPr>
        <p:grpSpPr>
          <a:xfrm>
            <a:off x="1869734" y="2102188"/>
            <a:ext cx="327649" cy="325088"/>
            <a:chOff x="6790450" y="3119050"/>
            <a:chExt cx="262750" cy="260675"/>
          </a:xfrm>
        </p:grpSpPr>
        <p:sp>
          <p:nvSpPr>
            <p:cNvPr id="10194" name="Google Shape;10194;p179"/>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79"/>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99" name="Shape 10199"/>
        <p:cNvGrpSpPr/>
        <p:nvPr/>
      </p:nvGrpSpPr>
      <p:grpSpPr>
        <a:xfrm>
          <a:off x="0" y="0"/>
          <a:ext cx="0" cy="0"/>
          <a:chOff x="0" y="0"/>
          <a:chExt cx="0" cy="0"/>
        </a:xfrm>
      </p:grpSpPr>
      <p:sp>
        <p:nvSpPr>
          <p:cNvPr id="10200" name="Google Shape;10200;p180"/>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201" name="Google Shape;10201;p180"/>
          <p:cNvGrpSpPr/>
          <p:nvPr/>
        </p:nvGrpSpPr>
        <p:grpSpPr>
          <a:xfrm>
            <a:off x="1049401" y="1688535"/>
            <a:ext cx="334346" cy="329068"/>
            <a:chOff x="683125" y="1955275"/>
            <a:chExt cx="299325" cy="294600"/>
          </a:xfrm>
        </p:grpSpPr>
        <p:sp>
          <p:nvSpPr>
            <p:cNvPr id="10202" name="Google Shape;10202;p180"/>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80"/>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80"/>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80"/>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180"/>
          <p:cNvGrpSpPr/>
          <p:nvPr/>
        </p:nvGrpSpPr>
        <p:grpSpPr>
          <a:xfrm>
            <a:off x="1050281" y="2079583"/>
            <a:ext cx="332587" cy="330855"/>
            <a:chOff x="685475" y="2318350"/>
            <a:chExt cx="297750" cy="296200"/>
          </a:xfrm>
        </p:grpSpPr>
        <p:sp>
          <p:nvSpPr>
            <p:cNvPr id="10207" name="Google Shape;10207;p180"/>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80"/>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80"/>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180"/>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1" name="Google Shape;10211;p180"/>
          <p:cNvGrpSpPr/>
          <p:nvPr/>
        </p:nvGrpSpPr>
        <p:grpSpPr>
          <a:xfrm>
            <a:off x="3159658" y="1688312"/>
            <a:ext cx="293017" cy="329515"/>
            <a:chOff x="2523000" y="1954875"/>
            <a:chExt cx="262325" cy="295000"/>
          </a:xfrm>
        </p:grpSpPr>
        <p:sp>
          <p:nvSpPr>
            <p:cNvPr id="10212" name="Google Shape;10212;p180"/>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80"/>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180"/>
          <p:cNvGrpSpPr/>
          <p:nvPr/>
        </p:nvGrpSpPr>
        <p:grpSpPr>
          <a:xfrm>
            <a:off x="3139873" y="2080030"/>
            <a:ext cx="332587" cy="329962"/>
            <a:chOff x="2508825" y="2318350"/>
            <a:chExt cx="297750" cy="295400"/>
          </a:xfrm>
        </p:grpSpPr>
        <p:sp>
          <p:nvSpPr>
            <p:cNvPr id="10215" name="Google Shape;10215;p180"/>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80"/>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180"/>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8" name="Google Shape;10218;p180"/>
          <p:cNvGrpSpPr/>
          <p:nvPr/>
        </p:nvGrpSpPr>
        <p:grpSpPr>
          <a:xfrm>
            <a:off x="5245510" y="1688103"/>
            <a:ext cx="329068" cy="329934"/>
            <a:chOff x="4321150" y="1946600"/>
            <a:chExt cx="294600" cy="295375"/>
          </a:xfrm>
        </p:grpSpPr>
        <p:sp>
          <p:nvSpPr>
            <p:cNvPr id="10219" name="Google Shape;10219;p180"/>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80"/>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80"/>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2" name="Google Shape;10222;p180"/>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80"/>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80"/>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80"/>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6" name="Google Shape;10226;p180"/>
          <p:cNvGrpSpPr/>
          <p:nvPr/>
        </p:nvGrpSpPr>
        <p:grpSpPr>
          <a:xfrm>
            <a:off x="1470025" y="2080030"/>
            <a:ext cx="333452" cy="329962"/>
            <a:chOff x="1049375" y="2318350"/>
            <a:chExt cx="298525" cy="295400"/>
          </a:xfrm>
        </p:grpSpPr>
        <p:sp>
          <p:nvSpPr>
            <p:cNvPr id="10227" name="Google Shape;10227;p180"/>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80"/>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80"/>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80"/>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180"/>
          <p:cNvGrpSpPr/>
          <p:nvPr/>
        </p:nvGrpSpPr>
        <p:grpSpPr>
          <a:xfrm>
            <a:off x="1470472" y="2504099"/>
            <a:ext cx="332559" cy="332559"/>
            <a:chOff x="1049375" y="2680675"/>
            <a:chExt cx="297725" cy="297725"/>
          </a:xfrm>
        </p:grpSpPr>
        <p:sp>
          <p:nvSpPr>
            <p:cNvPr id="10232" name="Google Shape;10232;p180"/>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80"/>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180"/>
          <p:cNvGrpSpPr/>
          <p:nvPr/>
        </p:nvGrpSpPr>
        <p:grpSpPr>
          <a:xfrm>
            <a:off x="3565926" y="1688089"/>
            <a:ext cx="329934" cy="329962"/>
            <a:chOff x="2872725" y="1954475"/>
            <a:chExt cx="295375" cy="295400"/>
          </a:xfrm>
        </p:grpSpPr>
        <p:sp>
          <p:nvSpPr>
            <p:cNvPr id="10235" name="Google Shape;10235;p180"/>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80"/>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80"/>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180"/>
          <p:cNvGrpSpPr/>
          <p:nvPr/>
        </p:nvGrpSpPr>
        <p:grpSpPr>
          <a:xfrm>
            <a:off x="3586158" y="2079150"/>
            <a:ext cx="289471" cy="331721"/>
            <a:chOff x="2890050" y="2318350"/>
            <a:chExt cx="259150" cy="296975"/>
          </a:xfrm>
        </p:grpSpPr>
        <p:sp>
          <p:nvSpPr>
            <p:cNvPr id="10239" name="Google Shape;10239;p180"/>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80"/>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1" name="Google Shape;10241;p180"/>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180"/>
          <p:cNvGrpSpPr/>
          <p:nvPr/>
        </p:nvGrpSpPr>
        <p:grpSpPr>
          <a:xfrm>
            <a:off x="5662394" y="1688549"/>
            <a:ext cx="329040" cy="329040"/>
            <a:chOff x="4685050" y="1945825"/>
            <a:chExt cx="294575" cy="294575"/>
          </a:xfrm>
        </p:grpSpPr>
        <p:sp>
          <p:nvSpPr>
            <p:cNvPr id="10243" name="Google Shape;10243;p180"/>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80"/>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80"/>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80"/>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80"/>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8" name="Google Shape;10248;p180"/>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80"/>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0" name="Google Shape;10250;p180"/>
          <p:cNvGrpSpPr/>
          <p:nvPr/>
        </p:nvGrpSpPr>
        <p:grpSpPr>
          <a:xfrm>
            <a:off x="7338295" y="2080477"/>
            <a:ext cx="329934" cy="329068"/>
            <a:chOff x="6131900" y="2301825"/>
            <a:chExt cx="295375" cy="294600"/>
          </a:xfrm>
        </p:grpSpPr>
        <p:sp>
          <p:nvSpPr>
            <p:cNvPr id="10251" name="Google Shape;10251;p180"/>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80"/>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80"/>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80"/>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180"/>
          <p:cNvGrpSpPr/>
          <p:nvPr/>
        </p:nvGrpSpPr>
        <p:grpSpPr>
          <a:xfrm>
            <a:off x="1890428" y="1687656"/>
            <a:ext cx="332587" cy="330827"/>
            <a:chOff x="1412450" y="1954475"/>
            <a:chExt cx="297750" cy="296175"/>
          </a:xfrm>
        </p:grpSpPr>
        <p:sp>
          <p:nvSpPr>
            <p:cNvPr id="10256" name="Google Shape;10256;p180"/>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80"/>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8" name="Google Shape;10258;p180"/>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9" name="Google Shape;10259;p180"/>
          <p:cNvGrpSpPr/>
          <p:nvPr/>
        </p:nvGrpSpPr>
        <p:grpSpPr>
          <a:xfrm>
            <a:off x="1890428" y="2504211"/>
            <a:ext cx="332587" cy="332335"/>
            <a:chOff x="1413250" y="2680675"/>
            <a:chExt cx="297750" cy="297525"/>
          </a:xfrm>
        </p:grpSpPr>
        <p:sp>
          <p:nvSpPr>
            <p:cNvPr id="10260" name="Google Shape;10260;p180"/>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80"/>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80"/>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80"/>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4" name="Google Shape;10264;p180"/>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80"/>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80"/>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7" name="Google Shape;10267;p180"/>
          <p:cNvGrpSpPr/>
          <p:nvPr/>
        </p:nvGrpSpPr>
        <p:grpSpPr>
          <a:xfrm>
            <a:off x="6081470" y="1688228"/>
            <a:ext cx="331693" cy="329683"/>
            <a:chOff x="5045775" y="1946400"/>
            <a:chExt cx="296950" cy="295150"/>
          </a:xfrm>
        </p:grpSpPr>
        <p:sp>
          <p:nvSpPr>
            <p:cNvPr id="10268" name="Google Shape;10268;p180"/>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80"/>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180"/>
          <p:cNvGrpSpPr/>
          <p:nvPr/>
        </p:nvGrpSpPr>
        <p:grpSpPr>
          <a:xfrm>
            <a:off x="6080144" y="2098949"/>
            <a:ext cx="334346" cy="292123"/>
            <a:chOff x="5046550" y="2327025"/>
            <a:chExt cx="299325" cy="261525"/>
          </a:xfrm>
        </p:grpSpPr>
        <p:sp>
          <p:nvSpPr>
            <p:cNvPr id="10271" name="Google Shape;10271;p180"/>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80"/>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80"/>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4" name="Google Shape;10274;p180"/>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180"/>
          <p:cNvGrpSpPr/>
          <p:nvPr/>
        </p:nvGrpSpPr>
        <p:grpSpPr>
          <a:xfrm>
            <a:off x="7336969" y="2505411"/>
            <a:ext cx="332587" cy="329934"/>
            <a:chOff x="6167350" y="2672800"/>
            <a:chExt cx="297750" cy="295375"/>
          </a:xfrm>
        </p:grpSpPr>
        <p:sp>
          <p:nvSpPr>
            <p:cNvPr id="10276" name="Google Shape;10276;p180"/>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80"/>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80"/>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80"/>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80"/>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180"/>
          <p:cNvGrpSpPr/>
          <p:nvPr/>
        </p:nvGrpSpPr>
        <p:grpSpPr>
          <a:xfrm>
            <a:off x="2310383" y="1687223"/>
            <a:ext cx="329068" cy="331693"/>
            <a:chOff x="1777925" y="1953700"/>
            <a:chExt cx="294600" cy="296950"/>
          </a:xfrm>
        </p:grpSpPr>
        <p:sp>
          <p:nvSpPr>
            <p:cNvPr id="10282" name="Google Shape;10282;p180"/>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80"/>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80"/>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80"/>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180"/>
          <p:cNvGrpSpPr/>
          <p:nvPr/>
        </p:nvGrpSpPr>
        <p:grpSpPr>
          <a:xfrm>
            <a:off x="2325351" y="2080477"/>
            <a:ext cx="299133" cy="329068"/>
            <a:chOff x="1790525" y="2319150"/>
            <a:chExt cx="267800" cy="294600"/>
          </a:xfrm>
        </p:grpSpPr>
        <p:sp>
          <p:nvSpPr>
            <p:cNvPr id="10287" name="Google Shape;10287;p180"/>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80"/>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9" name="Google Shape;10289;p180"/>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0" name="Google Shape;10290;p180"/>
          <p:cNvGrpSpPr/>
          <p:nvPr/>
        </p:nvGrpSpPr>
        <p:grpSpPr>
          <a:xfrm>
            <a:off x="4411489" y="1688089"/>
            <a:ext cx="330827" cy="329962"/>
            <a:chOff x="3599700" y="1954475"/>
            <a:chExt cx="296175" cy="295400"/>
          </a:xfrm>
        </p:grpSpPr>
        <p:sp>
          <p:nvSpPr>
            <p:cNvPr id="10291" name="Google Shape;10291;p180"/>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80"/>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80"/>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180"/>
          <p:cNvGrpSpPr/>
          <p:nvPr/>
        </p:nvGrpSpPr>
        <p:grpSpPr>
          <a:xfrm>
            <a:off x="4412368" y="2080477"/>
            <a:ext cx="329068" cy="329068"/>
            <a:chOff x="3601275" y="2319150"/>
            <a:chExt cx="294600" cy="294600"/>
          </a:xfrm>
        </p:grpSpPr>
        <p:sp>
          <p:nvSpPr>
            <p:cNvPr id="10295" name="Google Shape;10295;p180"/>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80"/>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7" name="Google Shape;10297;p180"/>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8" name="Google Shape;10298;p180"/>
          <p:cNvGrpSpPr/>
          <p:nvPr/>
        </p:nvGrpSpPr>
        <p:grpSpPr>
          <a:xfrm>
            <a:off x="6513741" y="1687670"/>
            <a:ext cx="310582" cy="330800"/>
            <a:chOff x="5421475" y="1945825"/>
            <a:chExt cx="278050" cy="296150"/>
          </a:xfrm>
        </p:grpSpPr>
        <p:sp>
          <p:nvSpPr>
            <p:cNvPr id="10299" name="Google Shape;10299;p180"/>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80"/>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80"/>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80"/>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80"/>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80"/>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80"/>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80"/>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180"/>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180"/>
          <p:cNvGrpSpPr/>
          <p:nvPr/>
        </p:nvGrpSpPr>
        <p:grpSpPr>
          <a:xfrm>
            <a:off x="6503185" y="2563914"/>
            <a:ext cx="331693" cy="212928"/>
            <a:chOff x="5411225" y="2726350"/>
            <a:chExt cx="296950" cy="190625"/>
          </a:xfrm>
        </p:grpSpPr>
        <p:sp>
          <p:nvSpPr>
            <p:cNvPr id="10309" name="Google Shape;10309;p180"/>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80"/>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180"/>
          <p:cNvGrpSpPr/>
          <p:nvPr/>
        </p:nvGrpSpPr>
        <p:grpSpPr>
          <a:xfrm>
            <a:off x="7764197" y="1698574"/>
            <a:ext cx="332559" cy="308990"/>
            <a:chOff x="6524150" y="1938725"/>
            <a:chExt cx="297725" cy="276625"/>
          </a:xfrm>
        </p:grpSpPr>
        <p:sp>
          <p:nvSpPr>
            <p:cNvPr id="10312" name="Google Shape;10312;p180"/>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80"/>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80"/>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80"/>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180"/>
          <p:cNvGrpSpPr/>
          <p:nvPr/>
        </p:nvGrpSpPr>
        <p:grpSpPr>
          <a:xfrm>
            <a:off x="2726867" y="1687656"/>
            <a:ext cx="331721" cy="330827"/>
            <a:chOff x="2141000" y="1954475"/>
            <a:chExt cx="296975" cy="296175"/>
          </a:xfrm>
        </p:grpSpPr>
        <p:sp>
          <p:nvSpPr>
            <p:cNvPr id="10317" name="Google Shape;10317;p180"/>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80"/>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80"/>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80"/>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180"/>
          <p:cNvGrpSpPr/>
          <p:nvPr/>
        </p:nvGrpSpPr>
        <p:grpSpPr>
          <a:xfrm>
            <a:off x="2720723" y="2079918"/>
            <a:ext cx="344008" cy="330185"/>
            <a:chOff x="2140225" y="2318650"/>
            <a:chExt cx="307975" cy="295600"/>
          </a:xfrm>
        </p:grpSpPr>
        <p:sp>
          <p:nvSpPr>
            <p:cNvPr id="10322" name="Google Shape;10322;p180"/>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80"/>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180"/>
          <p:cNvGrpSpPr/>
          <p:nvPr/>
        </p:nvGrpSpPr>
        <p:grpSpPr>
          <a:xfrm>
            <a:off x="2725987" y="2504979"/>
            <a:ext cx="333480" cy="330800"/>
            <a:chOff x="2139425" y="2682250"/>
            <a:chExt cx="298550" cy="296150"/>
          </a:xfrm>
        </p:grpSpPr>
        <p:sp>
          <p:nvSpPr>
            <p:cNvPr id="10325" name="Google Shape;10325;p180"/>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80"/>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80"/>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80"/>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180"/>
          <p:cNvGrpSpPr/>
          <p:nvPr/>
        </p:nvGrpSpPr>
        <p:grpSpPr>
          <a:xfrm>
            <a:off x="4823141" y="1727686"/>
            <a:ext cx="331721" cy="250767"/>
            <a:chOff x="3962775" y="1990700"/>
            <a:chExt cx="296975" cy="224500"/>
          </a:xfrm>
        </p:grpSpPr>
        <p:sp>
          <p:nvSpPr>
            <p:cNvPr id="10330" name="Google Shape;10330;p180"/>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80"/>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80"/>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80"/>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180"/>
          <p:cNvGrpSpPr/>
          <p:nvPr/>
        </p:nvGrpSpPr>
        <p:grpSpPr>
          <a:xfrm>
            <a:off x="4823588" y="2079597"/>
            <a:ext cx="330827" cy="330827"/>
            <a:chOff x="3963575" y="2317575"/>
            <a:chExt cx="296175" cy="296175"/>
          </a:xfrm>
        </p:grpSpPr>
        <p:sp>
          <p:nvSpPr>
            <p:cNvPr id="10335" name="Google Shape;10335;p180"/>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80"/>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80"/>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80"/>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80"/>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80"/>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80"/>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80"/>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80"/>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80"/>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80"/>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80"/>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80"/>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80"/>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80"/>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80"/>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180"/>
          <p:cNvGrpSpPr/>
          <p:nvPr/>
        </p:nvGrpSpPr>
        <p:grpSpPr>
          <a:xfrm>
            <a:off x="4823588" y="2505411"/>
            <a:ext cx="330827" cy="329934"/>
            <a:chOff x="3962775" y="2683025"/>
            <a:chExt cx="296175" cy="295375"/>
          </a:xfrm>
        </p:grpSpPr>
        <p:sp>
          <p:nvSpPr>
            <p:cNvPr id="10352" name="Google Shape;10352;p180"/>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80"/>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80"/>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5" name="Google Shape;10355;p180"/>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6" name="Google Shape;10356;p180"/>
          <p:cNvGrpSpPr/>
          <p:nvPr/>
        </p:nvGrpSpPr>
        <p:grpSpPr>
          <a:xfrm>
            <a:off x="6920069" y="2080044"/>
            <a:ext cx="329934" cy="329934"/>
            <a:chOff x="5775900" y="2308125"/>
            <a:chExt cx="295375" cy="295375"/>
          </a:xfrm>
        </p:grpSpPr>
        <p:sp>
          <p:nvSpPr>
            <p:cNvPr id="10357" name="Google Shape;10357;p180"/>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80"/>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80"/>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80"/>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80"/>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180"/>
          <p:cNvGrpSpPr/>
          <p:nvPr/>
        </p:nvGrpSpPr>
        <p:grpSpPr>
          <a:xfrm>
            <a:off x="6939868" y="2504965"/>
            <a:ext cx="290336" cy="330827"/>
            <a:chOff x="5794025" y="2673575"/>
            <a:chExt cx="259925" cy="296175"/>
          </a:xfrm>
        </p:grpSpPr>
        <p:sp>
          <p:nvSpPr>
            <p:cNvPr id="10363" name="Google Shape;10363;p18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8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5" name="Google Shape;10365;p180"/>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6" name="Google Shape;10366;p180"/>
          <p:cNvGrpSpPr/>
          <p:nvPr/>
        </p:nvGrpSpPr>
        <p:grpSpPr>
          <a:xfrm>
            <a:off x="1050280" y="3049892"/>
            <a:ext cx="332587" cy="329040"/>
            <a:chOff x="581525" y="3254850"/>
            <a:chExt cx="297750" cy="294575"/>
          </a:xfrm>
        </p:grpSpPr>
        <p:sp>
          <p:nvSpPr>
            <p:cNvPr id="10367" name="Google Shape;10367;p180"/>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80"/>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80"/>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180"/>
          <p:cNvGrpSpPr/>
          <p:nvPr/>
        </p:nvGrpSpPr>
        <p:grpSpPr>
          <a:xfrm>
            <a:off x="1049401" y="3464690"/>
            <a:ext cx="334346" cy="332168"/>
            <a:chOff x="580725" y="3617925"/>
            <a:chExt cx="299325" cy="297375"/>
          </a:xfrm>
        </p:grpSpPr>
        <p:sp>
          <p:nvSpPr>
            <p:cNvPr id="10371" name="Google Shape;10371;p180"/>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80"/>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80"/>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80"/>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80"/>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180"/>
          <p:cNvGrpSpPr/>
          <p:nvPr/>
        </p:nvGrpSpPr>
        <p:grpSpPr>
          <a:xfrm>
            <a:off x="1051160" y="3866308"/>
            <a:ext cx="330827" cy="330827"/>
            <a:chOff x="583100" y="3982600"/>
            <a:chExt cx="296175" cy="296175"/>
          </a:xfrm>
        </p:grpSpPr>
        <p:sp>
          <p:nvSpPr>
            <p:cNvPr id="10377" name="Google Shape;10377;p180"/>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80"/>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80"/>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80"/>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80"/>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80"/>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80"/>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180"/>
          <p:cNvGrpSpPr/>
          <p:nvPr/>
        </p:nvGrpSpPr>
        <p:grpSpPr>
          <a:xfrm>
            <a:off x="3160998" y="3049655"/>
            <a:ext cx="290336" cy="329515"/>
            <a:chOff x="2423775" y="3226875"/>
            <a:chExt cx="259925" cy="295000"/>
          </a:xfrm>
        </p:grpSpPr>
        <p:sp>
          <p:nvSpPr>
            <p:cNvPr id="10385" name="Google Shape;10385;p180"/>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80"/>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80"/>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180"/>
          <p:cNvGrpSpPr/>
          <p:nvPr/>
        </p:nvGrpSpPr>
        <p:grpSpPr>
          <a:xfrm>
            <a:off x="3139439" y="3466673"/>
            <a:ext cx="333452" cy="328203"/>
            <a:chOff x="2404875" y="3592725"/>
            <a:chExt cx="298525" cy="293825"/>
          </a:xfrm>
        </p:grpSpPr>
        <p:sp>
          <p:nvSpPr>
            <p:cNvPr id="10389" name="Google Shape;10389;p180"/>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80"/>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80"/>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180"/>
          <p:cNvGrpSpPr/>
          <p:nvPr/>
        </p:nvGrpSpPr>
        <p:grpSpPr>
          <a:xfrm>
            <a:off x="3140319" y="3866754"/>
            <a:ext cx="331693" cy="329934"/>
            <a:chOff x="2404875" y="3955825"/>
            <a:chExt cx="296950" cy="295375"/>
          </a:xfrm>
        </p:grpSpPr>
        <p:sp>
          <p:nvSpPr>
            <p:cNvPr id="10393" name="Google Shape;10393;p180"/>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80"/>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80"/>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80"/>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180"/>
          <p:cNvGrpSpPr/>
          <p:nvPr/>
        </p:nvGrpSpPr>
        <p:grpSpPr>
          <a:xfrm>
            <a:off x="5245063" y="3048999"/>
            <a:ext cx="329962" cy="330827"/>
            <a:chOff x="4263650" y="3235150"/>
            <a:chExt cx="295400" cy="296175"/>
          </a:xfrm>
        </p:grpSpPr>
        <p:sp>
          <p:nvSpPr>
            <p:cNvPr id="10398" name="Google Shape;10398;p180"/>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80"/>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80"/>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80"/>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80"/>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180"/>
          <p:cNvGrpSpPr/>
          <p:nvPr/>
        </p:nvGrpSpPr>
        <p:grpSpPr>
          <a:xfrm>
            <a:off x="5242871" y="3475916"/>
            <a:ext cx="334346" cy="309716"/>
            <a:chOff x="4266025" y="3609275"/>
            <a:chExt cx="299325" cy="277275"/>
          </a:xfrm>
        </p:grpSpPr>
        <p:sp>
          <p:nvSpPr>
            <p:cNvPr id="10404" name="Google Shape;10404;p180"/>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80"/>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180"/>
          <p:cNvGrpSpPr/>
          <p:nvPr/>
        </p:nvGrpSpPr>
        <p:grpSpPr>
          <a:xfrm>
            <a:off x="5243304" y="3866754"/>
            <a:ext cx="333480" cy="329934"/>
            <a:chOff x="4263650" y="3963700"/>
            <a:chExt cx="298550" cy="295375"/>
          </a:xfrm>
        </p:grpSpPr>
        <p:sp>
          <p:nvSpPr>
            <p:cNvPr id="10407" name="Google Shape;10407;p180"/>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80"/>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80"/>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80"/>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80"/>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80"/>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80"/>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180"/>
          <p:cNvGrpSpPr/>
          <p:nvPr/>
        </p:nvGrpSpPr>
        <p:grpSpPr>
          <a:xfrm>
            <a:off x="7396351" y="3048999"/>
            <a:ext cx="213822" cy="330827"/>
            <a:chOff x="6164975" y="3211525"/>
            <a:chExt cx="191425" cy="296175"/>
          </a:xfrm>
        </p:grpSpPr>
        <p:sp>
          <p:nvSpPr>
            <p:cNvPr id="10415" name="Google Shape;10415;p180"/>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80"/>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80"/>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80"/>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80"/>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80"/>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80"/>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180"/>
          <p:cNvGrpSpPr/>
          <p:nvPr/>
        </p:nvGrpSpPr>
        <p:grpSpPr>
          <a:xfrm>
            <a:off x="1470010" y="3049013"/>
            <a:ext cx="333480" cy="330800"/>
            <a:chOff x="946175" y="3253275"/>
            <a:chExt cx="298550" cy="296150"/>
          </a:xfrm>
        </p:grpSpPr>
        <p:sp>
          <p:nvSpPr>
            <p:cNvPr id="10423" name="Google Shape;10423;p180"/>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80"/>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80"/>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80"/>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80"/>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180"/>
          <p:cNvGrpSpPr/>
          <p:nvPr/>
        </p:nvGrpSpPr>
        <p:grpSpPr>
          <a:xfrm>
            <a:off x="1470890" y="3466673"/>
            <a:ext cx="331721" cy="328203"/>
            <a:chOff x="946175" y="3619500"/>
            <a:chExt cx="296975" cy="293825"/>
          </a:xfrm>
        </p:grpSpPr>
        <p:sp>
          <p:nvSpPr>
            <p:cNvPr id="10429" name="Google Shape;10429;p180"/>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80"/>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80"/>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80"/>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80"/>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80"/>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180"/>
          <p:cNvGrpSpPr/>
          <p:nvPr/>
        </p:nvGrpSpPr>
        <p:grpSpPr>
          <a:xfrm>
            <a:off x="1470457" y="3865875"/>
            <a:ext cx="332587" cy="331693"/>
            <a:chOff x="944600" y="3981825"/>
            <a:chExt cx="297750" cy="296950"/>
          </a:xfrm>
        </p:grpSpPr>
        <p:sp>
          <p:nvSpPr>
            <p:cNvPr id="10436" name="Google Shape;10436;p180"/>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80"/>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80"/>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80"/>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180"/>
          <p:cNvGrpSpPr/>
          <p:nvPr/>
        </p:nvGrpSpPr>
        <p:grpSpPr>
          <a:xfrm>
            <a:off x="3565479" y="3049445"/>
            <a:ext cx="330827" cy="329934"/>
            <a:chOff x="2768750" y="3227275"/>
            <a:chExt cx="296175" cy="295375"/>
          </a:xfrm>
        </p:grpSpPr>
        <p:sp>
          <p:nvSpPr>
            <p:cNvPr id="10441" name="Google Shape;10441;p180"/>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80"/>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80"/>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80"/>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80"/>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80"/>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80"/>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80"/>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180"/>
          <p:cNvGrpSpPr/>
          <p:nvPr/>
        </p:nvGrpSpPr>
        <p:grpSpPr>
          <a:xfrm>
            <a:off x="3585277" y="3466072"/>
            <a:ext cx="291230" cy="329403"/>
            <a:chOff x="2786075" y="3591800"/>
            <a:chExt cx="260725" cy="294900"/>
          </a:xfrm>
        </p:grpSpPr>
        <p:sp>
          <p:nvSpPr>
            <p:cNvPr id="10450" name="Google Shape;10450;p180"/>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80"/>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80"/>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80"/>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80"/>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180"/>
          <p:cNvGrpSpPr/>
          <p:nvPr/>
        </p:nvGrpSpPr>
        <p:grpSpPr>
          <a:xfrm>
            <a:off x="3623549" y="3866308"/>
            <a:ext cx="214687" cy="330827"/>
            <a:chOff x="2819150" y="3955025"/>
            <a:chExt cx="192200" cy="296175"/>
          </a:xfrm>
        </p:grpSpPr>
        <p:sp>
          <p:nvSpPr>
            <p:cNvPr id="10456" name="Google Shape;10456;p180"/>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80"/>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80"/>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80"/>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180"/>
          <p:cNvGrpSpPr/>
          <p:nvPr/>
        </p:nvGrpSpPr>
        <p:grpSpPr>
          <a:xfrm>
            <a:off x="5661947" y="3049878"/>
            <a:ext cx="329934" cy="329068"/>
            <a:chOff x="4629125" y="3235150"/>
            <a:chExt cx="295375" cy="294600"/>
          </a:xfrm>
        </p:grpSpPr>
        <p:sp>
          <p:nvSpPr>
            <p:cNvPr id="10461" name="Google Shape;10461;p180"/>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80"/>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80"/>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80"/>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80"/>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180"/>
          <p:cNvGrpSpPr/>
          <p:nvPr/>
        </p:nvGrpSpPr>
        <p:grpSpPr>
          <a:xfrm>
            <a:off x="5661933" y="3465807"/>
            <a:ext cx="329962" cy="329934"/>
            <a:chOff x="4628325" y="3599825"/>
            <a:chExt cx="295400" cy="295375"/>
          </a:xfrm>
        </p:grpSpPr>
        <p:sp>
          <p:nvSpPr>
            <p:cNvPr id="10467" name="Google Shape;10467;p180"/>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80"/>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80"/>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80"/>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80"/>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80"/>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80"/>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80"/>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80"/>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80"/>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80"/>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80"/>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180"/>
          <p:cNvGrpSpPr/>
          <p:nvPr/>
        </p:nvGrpSpPr>
        <p:grpSpPr>
          <a:xfrm>
            <a:off x="5681732" y="3866308"/>
            <a:ext cx="290364" cy="330827"/>
            <a:chOff x="4645650" y="3962900"/>
            <a:chExt cx="259950" cy="296175"/>
          </a:xfrm>
        </p:grpSpPr>
        <p:sp>
          <p:nvSpPr>
            <p:cNvPr id="10480" name="Google Shape;10480;p180"/>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80"/>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80"/>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80"/>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80"/>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80"/>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180"/>
          <p:cNvGrpSpPr/>
          <p:nvPr/>
        </p:nvGrpSpPr>
        <p:grpSpPr>
          <a:xfrm>
            <a:off x="7338295" y="3466254"/>
            <a:ext cx="329934" cy="329040"/>
            <a:chOff x="6143725" y="3582500"/>
            <a:chExt cx="295375" cy="294575"/>
          </a:xfrm>
        </p:grpSpPr>
        <p:sp>
          <p:nvSpPr>
            <p:cNvPr id="10487" name="Google Shape;10487;p180"/>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80"/>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80"/>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80"/>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80"/>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80"/>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80"/>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180"/>
          <p:cNvGrpSpPr/>
          <p:nvPr/>
        </p:nvGrpSpPr>
        <p:grpSpPr>
          <a:xfrm>
            <a:off x="1890873" y="3049013"/>
            <a:ext cx="331693" cy="330800"/>
            <a:chOff x="1310075" y="3253275"/>
            <a:chExt cx="296950" cy="296150"/>
          </a:xfrm>
        </p:grpSpPr>
        <p:sp>
          <p:nvSpPr>
            <p:cNvPr id="10495" name="Google Shape;10495;p180"/>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80"/>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80"/>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8" name="Google Shape;10498;p180"/>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9" name="Google Shape;10499;p180"/>
          <p:cNvGrpSpPr/>
          <p:nvPr/>
        </p:nvGrpSpPr>
        <p:grpSpPr>
          <a:xfrm>
            <a:off x="1890427" y="3865554"/>
            <a:ext cx="332587" cy="332335"/>
            <a:chOff x="1310075" y="3980250"/>
            <a:chExt cx="297750" cy="297525"/>
          </a:xfrm>
        </p:grpSpPr>
        <p:sp>
          <p:nvSpPr>
            <p:cNvPr id="10500" name="Google Shape;10500;p180"/>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80"/>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80"/>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80"/>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180"/>
          <p:cNvGrpSpPr/>
          <p:nvPr/>
        </p:nvGrpSpPr>
        <p:grpSpPr>
          <a:xfrm>
            <a:off x="4030669" y="3049445"/>
            <a:ext cx="251660" cy="329934"/>
            <a:chOff x="3167275" y="3227275"/>
            <a:chExt cx="225300" cy="295375"/>
          </a:xfrm>
        </p:grpSpPr>
        <p:sp>
          <p:nvSpPr>
            <p:cNvPr id="10505" name="Google Shape;10505;p180"/>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80"/>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80"/>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80"/>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80"/>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0" name="Google Shape;10510;p180"/>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1" name="Google Shape;10511;p180"/>
          <p:cNvGrpSpPr/>
          <p:nvPr/>
        </p:nvGrpSpPr>
        <p:grpSpPr>
          <a:xfrm>
            <a:off x="3990205" y="3866740"/>
            <a:ext cx="332587" cy="329962"/>
            <a:chOff x="3133425" y="3955025"/>
            <a:chExt cx="297750" cy="295400"/>
          </a:xfrm>
        </p:grpSpPr>
        <p:sp>
          <p:nvSpPr>
            <p:cNvPr id="10512" name="Google Shape;10512;p180"/>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80"/>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80"/>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180"/>
          <p:cNvGrpSpPr/>
          <p:nvPr/>
        </p:nvGrpSpPr>
        <p:grpSpPr>
          <a:xfrm>
            <a:off x="6081903" y="3048412"/>
            <a:ext cx="330827" cy="332000"/>
            <a:chOff x="4991425" y="3234750"/>
            <a:chExt cx="296175" cy="297225"/>
          </a:xfrm>
        </p:grpSpPr>
        <p:sp>
          <p:nvSpPr>
            <p:cNvPr id="10516" name="Google Shape;10516;p180"/>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80"/>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80"/>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80"/>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80"/>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80"/>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180"/>
          <p:cNvGrpSpPr/>
          <p:nvPr/>
        </p:nvGrpSpPr>
        <p:grpSpPr>
          <a:xfrm>
            <a:off x="6081903" y="3485159"/>
            <a:ext cx="330827" cy="291230"/>
            <a:chOff x="4991425" y="3617150"/>
            <a:chExt cx="296175" cy="260725"/>
          </a:xfrm>
        </p:grpSpPr>
        <p:sp>
          <p:nvSpPr>
            <p:cNvPr id="10523" name="Google Shape;10523;p180"/>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80"/>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80"/>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80"/>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80"/>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80"/>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80"/>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180"/>
          <p:cNvGrpSpPr/>
          <p:nvPr/>
        </p:nvGrpSpPr>
        <p:grpSpPr>
          <a:xfrm>
            <a:off x="6154927" y="3866740"/>
            <a:ext cx="184780" cy="329962"/>
            <a:chOff x="5056800" y="3962900"/>
            <a:chExt cx="165425" cy="295400"/>
          </a:xfrm>
        </p:grpSpPr>
        <p:sp>
          <p:nvSpPr>
            <p:cNvPr id="10531" name="Google Shape;10531;p180"/>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80"/>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80"/>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180"/>
          <p:cNvGrpSpPr/>
          <p:nvPr/>
        </p:nvGrpSpPr>
        <p:grpSpPr>
          <a:xfrm>
            <a:off x="7337415" y="3866754"/>
            <a:ext cx="331693" cy="329934"/>
            <a:chOff x="6168925" y="3936925"/>
            <a:chExt cx="296950" cy="295375"/>
          </a:xfrm>
        </p:grpSpPr>
        <p:sp>
          <p:nvSpPr>
            <p:cNvPr id="10535" name="Google Shape;10535;p180"/>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80"/>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80"/>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80"/>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80"/>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80"/>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180"/>
          <p:cNvGrpSpPr/>
          <p:nvPr/>
        </p:nvGrpSpPr>
        <p:grpSpPr>
          <a:xfrm>
            <a:off x="2310396" y="3049446"/>
            <a:ext cx="329040" cy="329934"/>
            <a:chOff x="1674750" y="3254050"/>
            <a:chExt cx="294575" cy="295375"/>
          </a:xfrm>
        </p:grpSpPr>
        <p:sp>
          <p:nvSpPr>
            <p:cNvPr id="10542" name="Google Shape;10542;p180"/>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80"/>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80"/>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180"/>
          <p:cNvGrpSpPr/>
          <p:nvPr/>
        </p:nvGrpSpPr>
        <p:grpSpPr>
          <a:xfrm>
            <a:off x="2324024" y="3465807"/>
            <a:ext cx="301785" cy="329934"/>
            <a:chOff x="1687350" y="3618725"/>
            <a:chExt cx="270175" cy="295375"/>
          </a:xfrm>
        </p:grpSpPr>
        <p:sp>
          <p:nvSpPr>
            <p:cNvPr id="10546" name="Google Shape;10546;p180"/>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80"/>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80"/>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180"/>
          <p:cNvGrpSpPr/>
          <p:nvPr/>
        </p:nvGrpSpPr>
        <p:grpSpPr>
          <a:xfrm>
            <a:off x="2308623" y="3866754"/>
            <a:ext cx="332587" cy="329934"/>
            <a:chOff x="1672375" y="3982600"/>
            <a:chExt cx="297750" cy="295375"/>
          </a:xfrm>
        </p:grpSpPr>
        <p:sp>
          <p:nvSpPr>
            <p:cNvPr id="10550" name="Google Shape;10550;p180"/>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80"/>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80"/>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180"/>
          <p:cNvGrpSpPr/>
          <p:nvPr/>
        </p:nvGrpSpPr>
        <p:grpSpPr>
          <a:xfrm>
            <a:off x="4411488" y="3048999"/>
            <a:ext cx="330827" cy="330827"/>
            <a:chOff x="3497300" y="3227275"/>
            <a:chExt cx="296175" cy="296175"/>
          </a:xfrm>
        </p:grpSpPr>
        <p:sp>
          <p:nvSpPr>
            <p:cNvPr id="10554" name="Google Shape;10554;p180"/>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80"/>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80"/>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80"/>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80"/>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80"/>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80"/>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80"/>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180"/>
          <p:cNvGrpSpPr/>
          <p:nvPr/>
        </p:nvGrpSpPr>
        <p:grpSpPr>
          <a:xfrm>
            <a:off x="4411934" y="3466687"/>
            <a:ext cx="329934" cy="328175"/>
            <a:chOff x="3497300" y="3591950"/>
            <a:chExt cx="295375" cy="293800"/>
          </a:xfrm>
        </p:grpSpPr>
        <p:sp>
          <p:nvSpPr>
            <p:cNvPr id="10563" name="Google Shape;10563;p180"/>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80"/>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80"/>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80"/>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80"/>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80"/>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80"/>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80"/>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180"/>
          <p:cNvGrpSpPr/>
          <p:nvPr/>
        </p:nvGrpSpPr>
        <p:grpSpPr>
          <a:xfrm>
            <a:off x="4411934" y="3866740"/>
            <a:ext cx="329934" cy="329962"/>
            <a:chOff x="3497300" y="3955025"/>
            <a:chExt cx="295375" cy="295400"/>
          </a:xfrm>
        </p:grpSpPr>
        <p:sp>
          <p:nvSpPr>
            <p:cNvPr id="10572" name="Google Shape;10572;p180"/>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80"/>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80"/>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80"/>
          <p:cNvGrpSpPr/>
          <p:nvPr/>
        </p:nvGrpSpPr>
        <p:grpSpPr>
          <a:xfrm>
            <a:off x="6514173" y="3049683"/>
            <a:ext cx="309716" cy="329459"/>
            <a:chOff x="5364750" y="3235150"/>
            <a:chExt cx="277275" cy="294950"/>
          </a:xfrm>
        </p:grpSpPr>
        <p:sp>
          <p:nvSpPr>
            <p:cNvPr id="10576" name="Google Shape;10576;p180"/>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80"/>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80"/>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80"/>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80"/>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80"/>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80"/>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80"/>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180"/>
          <p:cNvGrpSpPr/>
          <p:nvPr/>
        </p:nvGrpSpPr>
        <p:grpSpPr>
          <a:xfrm>
            <a:off x="6503171" y="3464481"/>
            <a:ext cx="331721" cy="332587"/>
            <a:chOff x="5355300" y="3598250"/>
            <a:chExt cx="296975" cy="297750"/>
          </a:xfrm>
        </p:grpSpPr>
        <p:sp>
          <p:nvSpPr>
            <p:cNvPr id="10585" name="Google Shape;10585;p180"/>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80"/>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80"/>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80"/>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80"/>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80"/>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80"/>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80"/>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180"/>
          <p:cNvGrpSpPr/>
          <p:nvPr/>
        </p:nvGrpSpPr>
        <p:grpSpPr>
          <a:xfrm>
            <a:off x="6507136" y="3924810"/>
            <a:ext cx="323790" cy="213822"/>
            <a:chOff x="5358450" y="4015675"/>
            <a:chExt cx="289875" cy="191425"/>
          </a:xfrm>
        </p:grpSpPr>
        <p:sp>
          <p:nvSpPr>
            <p:cNvPr id="10594" name="Google Shape;10594;p180"/>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80"/>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80"/>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80"/>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180"/>
          <p:cNvGrpSpPr/>
          <p:nvPr/>
        </p:nvGrpSpPr>
        <p:grpSpPr>
          <a:xfrm>
            <a:off x="7764616" y="3060629"/>
            <a:ext cx="331721" cy="307566"/>
            <a:chOff x="6543825" y="3202075"/>
            <a:chExt cx="296975" cy="275350"/>
          </a:xfrm>
        </p:grpSpPr>
        <p:sp>
          <p:nvSpPr>
            <p:cNvPr id="10599" name="Google Shape;10599;p180"/>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80"/>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80"/>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80"/>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80"/>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80"/>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80"/>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180"/>
          <p:cNvGrpSpPr/>
          <p:nvPr/>
        </p:nvGrpSpPr>
        <p:grpSpPr>
          <a:xfrm>
            <a:off x="2727312" y="3048999"/>
            <a:ext cx="330827" cy="330827"/>
            <a:chOff x="2037825" y="3254050"/>
            <a:chExt cx="296175" cy="296175"/>
          </a:xfrm>
        </p:grpSpPr>
        <p:sp>
          <p:nvSpPr>
            <p:cNvPr id="10607" name="Google Shape;10607;p180"/>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80"/>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80"/>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80"/>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80"/>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80"/>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180"/>
          <p:cNvGrpSpPr/>
          <p:nvPr/>
        </p:nvGrpSpPr>
        <p:grpSpPr>
          <a:xfrm>
            <a:off x="2725553" y="3465905"/>
            <a:ext cx="334346" cy="329738"/>
            <a:chOff x="2034675" y="3617925"/>
            <a:chExt cx="299325" cy="295200"/>
          </a:xfrm>
        </p:grpSpPr>
        <p:sp>
          <p:nvSpPr>
            <p:cNvPr id="10614" name="Google Shape;10614;p180"/>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80"/>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80"/>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80"/>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80"/>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180"/>
          <p:cNvGrpSpPr/>
          <p:nvPr/>
        </p:nvGrpSpPr>
        <p:grpSpPr>
          <a:xfrm>
            <a:off x="2727312" y="3866754"/>
            <a:ext cx="330827" cy="329934"/>
            <a:chOff x="2037825" y="3981825"/>
            <a:chExt cx="296175" cy="295375"/>
          </a:xfrm>
        </p:grpSpPr>
        <p:sp>
          <p:nvSpPr>
            <p:cNvPr id="10620" name="Google Shape;10620;p180"/>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80"/>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80"/>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180"/>
          <p:cNvGrpSpPr/>
          <p:nvPr/>
        </p:nvGrpSpPr>
        <p:grpSpPr>
          <a:xfrm>
            <a:off x="4823587" y="3079353"/>
            <a:ext cx="330827" cy="270119"/>
            <a:chOff x="3860400" y="3254050"/>
            <a:chExt cx="296175" cy="241825"/>
          </a:xfrm>
        </p:grpSpPr>
        <p:sp>
          <p:nvSpPr>
            <p:cNvPr id="10624" name="Google Shape;10624;p180"/>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80"/>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80"/>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80"/>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80"/>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80"/>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80"/>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180"/>
          <p:cNvGrpSpPr/>
          <p:nvPr/>
        </p:nvGrpSpPr>
        <p:grpSpPr>
          <a:xfrm>
            <a:off x="4823140" y="3465360"/>
            <a:ext cx="331721" cy="330827"/>
            <a:chOff x="3859600" y="3591950"/>
            <a:chExt cx="296975" cy="296175"/>
          </a:xfrm>
        </p:grpSpPr>
        <p:sp>
          <p:nvSpPr>
            <p:cNvPr id="10632" name="Google Shape;10632;p180"/>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80"/>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80"/>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180"/>
          <p:cNvGrpSpPr/>
          <p:nvPr/>
        </p:nvGrpSpPr>
        <p:grpSpPr>
          <a:xfrm>
            <a:off x="4823587" y="3866308"/>
            <a:ext cx="330827" cy="330827"/>
            <a:chOff x="3860400" y="3955025"/>
            <a:chExt cx="296175" cy="296175"/>
          </a:xfrm>
        </p:grpSpPr>
        <p:sp>
          <p:nvSpPr>
            <p:cNvPr id="10636" name="Google Shape;10636;p180"/>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80"/>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80"/>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80"/>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80"/>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180"/>
          <p:cNvGrpSpPr/>
          <p:nvPr/>
        </p:nvGrpSpPr>
        <p:grpSpPr>
          <a:xfrm>
            <a:off x="6916983" y="3049445"/>
            <a:ext cx="336105" cy="329934"/>
            <a:chOff x="5716825" y="3235950"/>
            <a:chExt cx="300900" cy="295375"/>
          </a:xfrm>
        </p:grpSpPr>
        <p:sp>
          <p:nvSpPr>
            <p:cNvPr id="10642" name="Google Shape;10642;p180"/>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80"/>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80"/>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80"/>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180"/>
          <p:cNvGrpSpPr/>
          <p:nvPr/>
        </p:nvGrpSpPr>
        <p:grpSpPr>
          <a:xfrm>
            <a:off x="6929298" y="3475916"/>
            <a:ext cx="311475" cy="309716"/>
            <a:chOff x="5727850" y="3609275"/>
            <a:chExt cx="278850" cy="277275"/>
          </a:xfrm>
        </p:grpSpPr>
        <p:sp>
          <p:nvSpPr>
            <p:cNvPr id="10647" name="Google Shape;10647;p180"/>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80"/>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80"/>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80"/>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80"/>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180"/>
          <p:cNvGrpSpPr/>
          <p:nvPr/>
        </p:nvGrpSpPr>
        <p:grpSpPr>
          <a:xfrm>
            <a:off x="6939868" y="3866754"/>
            <a:ext cx="290336" cy="329934"/>
            <a:chOff x="5736525" y="3963700"/>
            <a:chExt cx="259925" cy="295375"/>
          </a:xfrm>
        </p:grpSpPr>
        <p:sp>
          <p:nvSpPr>
            <p:cNvPr id="10653" name="Google Shape;10653;p180"/>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80"/>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80"/>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80"/>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80"/>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80"/>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80"/>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180"/>
          <p:cNvGrpSpPr/>
          <p:nvPr/>
        </p:nvGrpSpPr>
        <p:grpSpPr>
          <a:xfrm>
            <a:off x="7764616" y="3465360"/>
            <a:ext cx="331721" cy="330827"/>
            <a:chOff x="6553275" y="3604550"/>
            <a:chExt cx="296975" cy="296175"/>
          </a:xfrm>
        </p:grpSpPr>
        <p:sp>
          <p:nvSpPr>
            <p:cNvPr id="10661" name="Google Shape;10661;p180"/>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80"/>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80"/>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80"/>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80"/>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80"/>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70" name="Shape 10670"/>
        <p:cNvGrpSpPr/>
        <p:nvPr/>
      </p:nvGrpSpPr>
      <p:grpSpPr>
        <a:xfrm>
          <a:off x="0" y="0"/>
          <a:ext cx="0" cy="0"/>
          <a:chOff x="0" y="0"/>
          <a:chExt cx="0" cy="0"/>
        </a:xfrm>
      </p:grpSpPr>
      <p:pic>
        <p:nvPicPr>
          <p:cNvPr id="10671" name="Google Shape;10671;p1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ech Startup XL by Slidesgo">
  <a:themeElements>
    <a:clrScheme name="Simple Light">
      <a:dk1>
        <a:srgbClr val="000000"/>
      </a:dk1>
      <a:lt1>
        <a:srgbClr val="FFFFFF"/>
      </a:lt1>
      <a:dk2>
        <a:srgbClr val="595959"/>
      </a:dk2>
      <a:lt2>
        <a:srgbClr val="EEEEEE"/>
      </a:lt2>
      <a:accent1>
        <a:srgbClr val="88D3CE"/>
      </a:accent1>
      <a:accent2>
        <a:srgbClr val="423864"/>
      </a:accent2>
      <a:accent3>
        <a:srgbClr val="78909C"/>
      </a:accent3>
      <a:accent4>
        <a:srgbClr val="88D3CE"/>
      </a:accent4>
      <a:accent5>
        <a:srgbClr val="0097A7"/>
      </a:accent5>
      <a:accent6>
        <a:srgbClr val="423864"/>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Insurance Pitch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